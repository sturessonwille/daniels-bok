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37.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163.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153.xml"/>
  <Override ContentType="application/vnd.openxmlformats-officedocument.presentationml.slideLayout+xml" PartName="/ppt/slideLayouts/slideLayout61.xml"/>
  <Override ContentType="application/vnd.openxmlformats-officedocument.presentationml.slideLayout+xml" PartName="/ppt/slideLayouts/slideLayout145.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165.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47.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15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159.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150.xml"/>
  <Override ContentType="application/vnd.openxmlformats-officedocument.presentationml.slideLayout+xml" PartName="/ppt/slideLayouts/slideLayout40.xml"/>
  <Override ContentType="application/vnd.openxmlformats-officedocument.presentationml.slideLayout+xml" PartName="/ppt/slideLayouts/slideLayout133.xml"/>
  <Override ContentType="application/vnd.openxmlformats-officedocument.presentationml.slideLayout+xml" PartName="/ppt/slideLayouts/slideLayout17.xml"/>
  <Override ContentType="application/vnd.openxmlformats-officedocument.presentationml.slideLayout+xml" PartName="/ppt/slideLayouts/slideLayout166.xml"/>
  <Override ContentType="application/vnd.openxmlformats-officedocument.presentationml.slideLayout+xml" PartName="/ppt/slideLayouts/slideLayout140.xml"/>
  <Override ContentType="application/vnd.openxmlformats-officedocument.presentationml.slideLayout+xml" PartName="/ppt/slideLayouts/slideLayout34.xml"/>
  <Override ContentType="application/vnd.openxmlformats-officedocument.presentationml.slideLayout+xml" PartName="/ppt/slideLayouts/slideLayout149.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57.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44.xml"/>
  <Override ContentType="application/vnd.openxmlformats-officedocument.presentationml.slideLayout+xml" PartName="/ppt/slideLayouts/slideLayout131.xml"/>
  <Override ContentType="application/vnd.openxmlformats-officedocument.presentationml.slideLayout+xml" PartName="/ppt/slideLayouts/slideLayout161.xml"/>
  <Override ContentType="application/vnd.openxmlformats-officedocument.presentationml.slideLayout+xml" PartName="/ppt/slideLayouts/slideLayout28.xml"/>
  <Override ContentType="application/vnd.openxmlformats-officedocument.presentationml.slideLayout+xml" PartName="/ppt/slideLayouts/slideLayout155.xml"/>
  <Override ContentType="application/vnd.openxmlformats-officedocument.presentationml.slideLayout+xml" PartName="/ppt/slideLayouts/slideLayout142.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138.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146.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54.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162.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36.xml"/>
  <Override ContentType="application/vnd.openxmlformats-officedocument.presentationml.slideLayout+xml" PartName="/ppt/slideLayouts/slideLayout152.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14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134.xml"/>
  <Override ContentType="application/vnd.openxmlformats-officedocument.presentationml.slideLayout+xml" PartName="/ppt/slideLayouts/slideLayout36.xml"/>
  <Override ContentType="application/vnd.openxmlformats-officedocument.presentationml.slideLayout+xml" PartName="/ppt/slideLayouts/slideLayout164.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14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158.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43.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39.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Layout+xml" PartName="/ppt/slideLayouts/slideLayout156.xml"/>
  <Override ContentType="application/vnd.openxmlformats-officedocument.presentationml.slideLayout+xml" PartName="/ppt/slideLayouts/slideLayout160.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26.xml"/>
  <Override ContentType="application/vnd.openxmlformats-officedocument.presentationml.slideMaster+xml" PartName="/ppt/slideMasters/slideMaster13.xml"/>
  <Override ContentType="application/vnd.openxmlformats-officedocument.presentationml.slideMaster+xml" PartName="/ppt/slideMasters/slideMaster30.xml"/>
  <Override ContentType="application/vnd.openxmlformats-officedocument.presentationml.slideMaster+xml" PartName="/ppt/slideMasters/slideMaster21.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5.xml"/>
  <Override ContentType="application/vnd.openxmlformats-officedocument.presentationml.slideMaster+xml" PartName="/ppt/slideMasters/slideMaster19.xml"/>
  <Override ContentType="application/vnd.openxmlformats-officedocument.presentationml.slideMaster+xml" PartName="/ppt/slideMasters/slideMaster12.xml"/>
  <Override ContentType="application/vnd.openxmlformats-officedocument.presentationml.slideMaster+xml" PartName="/ppt/slideMasters/slideMaster28.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20.xml"/>
  <Override ContentType="application/vnd.openxmlformats-officedocument.presentationml.slideMaster+xml" PartName="/ppt/slideMasters/slideMaster33.xml"/>
  <Override ContentType="application/vnd.openxmlformats-officedocument.presentationml.slideMaster+xml" PartName="/ppt/slideMasters/slideMaster2.xml"/>
  <Override ContentType="application/vnd.openxmlformats-officedocument.presentationml.slideMaster+xml" PartName="/ppt/slideMasters/slideMaster24.xml"/>
  <Override ContentType="application/vnd.openxmlformats-officedocument.presentationml.slideMaster+xml" PartName="/ppt/slideMasters/slideMaster29.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23.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32.xml"/>
  <Override ContentType="application/vnd.openxmlformats-officedocument.presentationml.slideMaster+xml" PartName="/ppt/slideMasters/slideMaster31.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27.xml"/>
  <Override ContentType="application/vnd.openxmlformats-officedocument.presentationml.slideMaster+xml" PartName="/ppt/slideMasters/slideMaster22.xml"/>
  <Override ContentType="application/vnd.openxmlformats-officedocument.presentationml.slideMaster+xml" PartName="/ppt/slideMasters/slideMaster6.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0.xml"/>
  <Override ContentType="application/vnd.openxmlformats-officedocument.theme+xml" PartName="/ppt/theme/theme33.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24.xml"/>
  <Override ContentType="application/vnd.openxmlformats-officedocument.theme+xml" PartName="/ppt/theme/theme5.xml"/>
  <Override ContentType="application/vnd.openxmlformats-officedocument.theme+xml" PartName="/ppt/theme/theme26.xml"/>
  <Override ContentType="application/vnd.openxmlformats-officedocument.theme+xml" PartName="/ppt/theme/theme7.xml"/>
  <Override ContentType="application/vnd.openxmlformats-officedocument.theme+xml" PartName="/ppt/theme/theme32.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23.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27.xml"/>
  <Override ContentType="application/vnd.openxmlformats-officedocument.theme+xml" PartName="/ppt/theme/theme14.xml"/>
  <Override ContentType="application/vnd.openxmlformats-officedocument.theme+xml" PartName="/ppt/theme/theme19.xml"/>
  <Override ContentType="application/vnd.openxmlformats-officedocument.theme+xml" PartName="/ppt/theme/theme22.xml"/>
  <Override ContentType="application/vnd.openxmlformats-officedocument.theme+xml" PartName="/ppt/theme/theme3.xml"/>
  <Override ContentType="application/vnd.openxmlformats-officedocument.theme+xml" PartName="/ppt/theme/theme31.xml"/>
  <Override ContentType="application/vnd.openxmlformats-officedocument.theme+xml" PartName="/ppt/theme/theme30.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28.xml"/>
  <Override ContentType="application/vnd.openxmlformats-officedocument.theme+xml" PartName="/ppt/theme/theme21.xml"/>
  <Override ContentType="application/vnd.openxmlformats-officedocument.theme+xml" PartName="/ppt/theme/theme34.xml"/>
  <Override ContentType="application/vnd.openxmlformats-officedocument.theme+xml" PartName="/ppt/theme/theme2.xml"/>
  <Override ContentType="application/vnd.openxmlformats-officedocument.theme+xml" PartName="/ppt/theme/theme29.xml"/>
  <Override ContentType="application/vnd.openxmlformats-officedocument.theme+xml" PartName="/ppt/theme/theme16.xml"/>
  <Override ContentType="application/vnd.openxmlformats-officedocument.theme+xml" PartName="/ppt/theme/theme25.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814" r:id="rId5"/>
    <p:sldMasterId id="2147483815" r:id="rId6"/>
    <p:sldMasterId id="2147483816" r:id="rId7"/>
    <p:sldMasterId id="2147483817" r:id="rId8"/>
    <p:sldMasterId id="2147483818" r:id="rId9"/>
    <p:sldMasterId id="2147483819" r:id="rId10"/>
    <p:sldMasterId id="2147483820" r:id="rId11"/>
    <p:sldMasterId id="2147483821" r:id="rId12"/>
    <p:sldMasterId id="2147483822" r:id="rId13"/>
    <p:sldMasterId id="2147483823" r:id="rId14"/>
    <p:sldMasterId id="2147483824" r:id="rId15"/>
    <p:sldMasterId id="2147483825" r:id="rId16"/>
    <p:sldMasterId id="2147483826" r:id="rId17"/>
    <p:sldMasterId id="2147483827" r:id="rId18"/>
    <p:sldMasterId id="2147483828" r:id="rId19"/>
    <p:sldMasterId id="2147483829" r:id="rId20"/>
    <p:sldMasterId id="2147483830" r:id="rId21"/>
    <p:sldMasterId id="2147483831" r:id="rId22"/>
    <p:sldMasterId id="2147483832" r:id="rId23"/>
    <p:sldMasterId id="2147483833" r:id="rId24"/>
    <p:sldMasterId id="2147483834" r:id="rId25"/>
    <p:sldMasterId id="2147483835" r:id="rId26"/>
    <p:sldMasterId id="2147483836" r:id="rId27"/>
    <p:sldMasterId id="2147483837" r:id="rId28"/>
    <p:sldMasterId id="2147483838" r:id="rId29"/>
    <p:sldMasterId id="2147483839" r:id="rId30"/>
    <p:sldMasterId id="2147483840" r:id="rId31"/>
    <p:sldMasterId id="2147483841" r:id="rId32"/>
    <p:sldMasterId id="2147483842" r:id="rId33"/>
    <p:sldMasterId id="2147483843" r:id="rId34"/>
    <p:sldMasterId id="2147483844" r:id="rId35"/>
    <p:sldMasterId id="2147483845" r:id="rId36"/>
    <p:sldMasterId id="2147483846" r:id="rId37"/>
  </p:sldMasterIdLst>
  <p:notesMasterIdLst>
    <p:notesMasterId r:id="rId38"/>
  </p:notesMasterIdLst>
  <p:sldIdLst>
    <p:sldId id="256" r:id="rId39"/>
    <p:sldId id="257" r:id="rId40"/>
    <p:sldId id="258" r:id="rId41"/>
    <p:sldId id="259" r:id="rId42"/>
    <p:sldId id="260" r:id="rId43"/>
    <p:sldId id="261" r:id="rId44"/>
    <p:sldId id="262" r:id="rId45"/>
    <p:sldId id="263" r:id="rId46"/>
    <p:sldId id="264" r:id="rId47"/>
    <p:sldId id="265" r:id="rId48"/>
    <p:sldId id="266" r:id="rId49"/>
    <p:sldId id="267" r:id="rId50"/>
    <p:sldId id="268" r:id="rId51"/>
    <p:sldId id="269" r:id="rId52"/>
    <p:sldId id="270" r:id="rId53"/>
    <p:sldId id="271" r:id="rId54"/>
    <p:sldId id="272" r:id="rId55"/>
    <p:sldId id="273" r:id="rId56"/>
    <p:sldId id="274" r:id="rId57"/>
    <p:sldId id="275" r:id="rId58"/>
    <p:sldId id="276" r:id="rId59"/>
    <p:sldId id="277" r:id="rId60"/>
    <p:sldId id="278" r:id="rId61"/>
    <p:sldId id="279" r:id="rId62"/>
    <p:sldId id="280" r:id="rId63"/>
    <p:sldId id="281" r:id="rId64"/>
    <p:sldId id="282" r:id="rId65"/>
    <p:sldId id="283" r:id="rId66"/>
    <p:sldId id="284" r:id="rId67"/>
    <p:sldId id="285" r:id="rId68"/>
    <p:sldId id="286" r:id="rId69"/>
    <p:sldId id="287" r:id="rId70"/>
    <p:sldId id="288" r:id="rId71"/>
    <p:sldId id="289" r:id="rId72"/>
    <p:sldId id="290" r:id="rId73"/>
    <p:sldId id="291" r:id="rId74"/>
    <p:sldId id="292" r:id="rId75"/>
    <p:sldId id="293" r:id="rId76"/>
    <p:sldId id="294" r:id="rId77"/>
    <p:sldId id="295" r:id="rId78"/>
    <p:sldId id="296" r:id="rId79"/>
    <p:sldId id="297" r:id="rId80"/>
    <p:sldId id="298" r:id="rId81"/>
    <p:sldId id="299" r:id="rId82"/>
    <p:sldId id="300" r:id="rId83"/>
    <p:sldId id="301" r:id="rId84"/>
    <p:sldId id="302" r:id="rId85"/>
    <p:sldId id="303" r:id="rId86"/>
    <p:sldId id="304" r:id="rId87"/>
    <p:sldId id="305" r:id="rId88"/>
    <p:sldId id="306" r:id="rId89"/>
    <p:sldId id="307" r:id="rId90"/>
    <p:sldId id="308" r:id="rId91"/>
    <p:sldId id="309" r:id="rId92"/>
    <p:sldId id="310" r:id="rId93"/>
    <p:sldId id="311" r:id="rId94"/>
    <p:sldId id="312" r:id="rId95"/>
    <p:sldId id="313" r:id="rId96"/>
    <p:sldId id="314" r:id="rId97"/>
    <p:sldId id="315" r:id="rId98"/>
    <p:sldId id="316" r:id="rId99"/>
    <p:sldId id="317" r:id="rId100"/>
    <p:sldId id="318" r:id="rId101"/>
    <p:sldId id="319" r:id="rId102"/>
    <p:sldId id="320" r:id="rId103"/>
    <p:sldId id="321" r:id="rId104"/>
    <p:sldId id="322" r:id="rId105"/>
    <p:sldId id="323" r:id="rId106"/>
    <p:sldId id="324" r:id="rId107"/>
    <p:sldId id="325" r:id="rId108"/>
    <p:sldId id="326" r:id="rId109"/>
    <p:sldId id="327" r:id="rId110"/>
    <p:sldId id="328" r:id="rId111"/>
    <p:sldId id="329" r:id="rId112"/>
    <p:sldId id="330" r:id="rId113"/>
    <p:sldId id="331" r:id="rId114"/>
    <p:sldId id="332" r:id="rId115"/>
    <p:sldId id="333" r:id="rId116"/>
  </p:sldIdLst>
  <p:sldSz cy="6858000" cx="9144000"/>
  <p:notesSz cx="6858000" cy="9144000"/>
  <p:embeddedFontLst>
    <p:embeddedFont>
      <p:font typeface="Libre Franklin"/>
      <p:regular r:id="rId117"/>
      <p:bold r:id="rId118"/>
      <p:italic r:id="rId119"/>
      <p:boldItalic r:id="rId120"/>
    </p:embeddedFont>
    <p:embeddedFont>
      <p:font typeface="Constantia"/>
      <p:regular r:id="rId121"/>
      <p:bold r:id="rId122"/>
      <p:italic r:id="rId123"/>
      <p:boldItalic r:id="rId124"/>
    </p:embeddedFont>
    <p:embeddedFont>
      <p:font typeface="Corbel"/>
      <p:regular r:id="rId125"/>
      <p:bold r:id="rId126"/>
      <p:italic r:id="rId127"/>
      <p:boldItalic r:id="rId128"/>
    </p:embeddedFont>
    <p:embeddedFont>
      <p:font typeface="Book Antiqua"/>
      <p:regular r:id="rId129"/>
      <p:bold r:id="rId130"/>
      <p:italic r:id="rId131"/>
      <p:boldItalic r:id="rId132"/>
    </p:embeddedFont>
    <p:embeddedFont>
      <p:font typeface="Libre Baskerville"/>
      <p:regular r:id="rId133"/>
      <p:bold r:id="rId134"/>
      <p:italic r:id="rId135"/>
      <p:boldItalic r:id="rId136"/>
    </p:embeddedFont>
    <p:embeddedFont>
      <p:font typeface="Libre Franklin Medium"/>
      <p:regular r:id="rId137"/>
      <p:bold r:id="rId138"/>
      <p:italic r:id="rId139"/>
      <p:boldItalic r:id="rId140"/>
    </p:embeddedFont>
    <p:embeddedFont>
      <p:font typeface="Gill Sans"/>
      <p:regular r:id="rId141"/>
      <p:bold r:id="rId1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880">
          <p15:clr>
            <a:srgbClr val="000000"/>
          </p15:clr>
        </p15:guide>
        <p15:guide id="2" pos="2160">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23962B7-38F3-4C17-B13F-29761F52CD79}">
  <a:tblStyle styleId="{523962B7-38F3-4C17-B13F-29761F52CD7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2.xml"/><Relationship Id="rId42" Type="http://schemas.openxmlformats.org/officeDocument/2006/relationships/slide" Target="slides/slide4.xml"/><Relationship Id="rId41" Type="http://schemas.openxmlformats.org/officeDocument/2006/relationships/slide" Target="slides/slide3.xml"/><Relationship Id="rId44" Type="http://schemas.openxmlformats.org/officeDocument/2006/relationships/slide" Target="slides/slide6.xml"/><Relationship Id="rId43" Type="http://schemas.openxmlformats.org/officeDocument/2006/relationships/slide" Target="slides/slide5.xml"/><Relationship Id="rId46" Type="http://schemas.openxmlformats.org/officeDocument/2006/relationships/slide" Target="slides/slide8.xml"/><Relationship Id="rId45" Type="http://schemas.openxmlformats.org/officeDocument/2006/relationships/slide" Target="slides/slide7.xml"/><Relationship Id="rId107" Type="http://schemas.openxmlformats.org/officeDocument/2006/relationships/slide" Target="slides/slide69.xml"/><Relationship Id="rId106" Type="http://schemas.openxmlformats.org/officeDocument/2006/relationships/slide" Target="slides/slide68.xml"/><Relationship Id="rId105" Type="http://schemas.openxmlformats.org/officeDocument/2006/relationships/slide" Target="slides/slide67.xml"/><Relationship Id="rId104" Type="http://schemas.openxmlformats.org/officeDocument/2006/relationships/slide" Target="slides/slide66.xml"/><Relationship Id="rId109" Type="http://schemas.openxmlformats.org/officeDocument/2006/relationships/slide" Target="slides/slide71.xml"/><Relationship Id="rId108" Type="http://schemas.openxmlformats.org/officeDocument/2006/relationships/slide" Target="slides/slide70.xml"/><Relationship Id="rId48" Type="http://schemas.openxmlformats.org/officeDocument/2006/relationships/slide" Target="slides/slide10.xml"/><Relationship Id="rId47" Type="http://schemas.openxmlformats.org/officeDocument/2006/relationships/slide" Target="slides/slide9.xml"/><Relationship Id="rId49" Type="http://schemas.openxmlformats.org/officeDocument/2006/relationships/slide" Target="slides/slide11.xml"/><Relationship Id="rId103" Type="http://schemas.openxmlformats.org/officeDocument/2006/relationships/slide" Target="slides/slide65.xml"/><Relationship Id="rId102" Type="http://schemas.openxmlformats.org/officeDocument/2006/relationships/slide" Target="slides/slide64.xml"/><Relationship Id="rId101" Type="http://schemas.openxmlformats.org/officeDocument/2006/relationships/slide" Target="slides/slide63.xml"/><Relationship Id="rId100" Type="http://schemas.openxmlformats.org/officeDocument/2006/relationships/slide" Target="slides/slide62.xml"/><Relationship Id="rId31" Type="http://schemas.openxmlformats.org/officeDocument/2006/relationships/slideMaster" Target="slideMasters/slideMaster27.xml"/><Relationship Id="rId30" Type="http://schemas.openxmlformats.org/officeDocument/2006/relationships/slideMaster" Target="slideMasters/slideMaster26.xml"/><Relationship Id="rId33" Type="http://schemas.openxmlformats.org/officeDocument/2006/relationships/slideMaster" Target="slideMasters/slideMaster29.xml"/><Relationship Id="rId32" Type="http://schemas.openxmlformats.org/officeDocument/2006/relationships/slideMaster" Target="slideMasters/slideMaster28.xml"/><Relationship Id="rId35" Type="http://schemas.openxmlformats.org/officeDocument/2006/relationships/slideMaster" Target="slideMasters/slideMaster31.xml"/><Relationship Id="rId34" Type="http://schemas.openxmlformats.org/officeDocument/2006/relationships/slideMaster" Target="slideMasters/slideMaster30.xml"/><Relationship Id="rId37" Type="http://schemas.openxmlformats.org/officeDocument/2006/relationships/slideMaster" Target="slideMasters/slideMaster33.xml"/><Relationship Id="rId36" Type="http://schemas.openxmlformats.org/officeDocument/2006/relationships/slideMaster" Target="slideMasters/slideMaster32.xml"/><Relationship Id="rId39" Type="http://schemas.openxmlformats.org/officeDocument/2006/relationships/slide" Target="slides/slide1.xml"/><Relationship Id="rId38" Type="http://schemas.openxmlformats.org/officeDocument/2006/relationships/notesMaster" Target="notesMasters/notesMaster1.xml"/><Relationship Id="rId20" Type="http://schemas.openxmlformats.org/officeDocument/2006/relationships/slideMaster" Target="slideMasters/slideMaster16.xml"/><Relationship Id="rId22" Type="http://schemas.openxmlformats.org/officeDocument/2006/relationships/slideMaster" Target="slideMasters/slideMaster18.xml"/><Relationship Id="rId21" Type="http://schemas.openxmlformats.org/officeDocument/2006/relationships/slideMaster" Target="slideMasters/slideMaster17.xml"/><Relationship Id="rId24" Type="http://schemas.openxmlformats.org/officeDocument/2006/relationships/slideMaster" Target="slideMasters/slideMaster20.xml"/><Relationship Id="rId23" Type="http://schemas.openxmlformats.org/officeDocument/2006/relationships/slideMaster" Target="slideMasters/slideMaster19.xml"/><Relationship Id="rId129" Type="http://schemas.openxmlformats.org/officeDocument/2006/relationships/font" Target="fonts/BookAntiqua-regular.fntdata"/><Relationship Id="rId128" Type="http://schemas.openxmlformats.org/officeDocument/2006/relationships/font" Target="fonts/Corbel-boldItalic.fntdata"/><Relationship Id="rId127" Type="http://schemas.openxmlformats.org/officeDocument/2006/relationships/font" Target="fonts/Corbel-italic.fntdata"/><Relationship Id="rId126" Type="http://schemas.openxmlformats.org/officeDocument/2006/relationships/font" Target="fonts/Corbel-bold.fntdata"/><Relationship Id="rId26" Type="http://schemas.openxmlformats.org/officeDocument/2006/relationships/slideMaster" Target="slideMasters/slideMaster22.xml"/><Relationship Id="rId121" Type="http://schemas.openxmlformats.org/officeDocument/2006/relationships/font" Target="fonts/Constantia-regular.fntdata"/><Relationship Id="rId25" Type="http://schemas.openxmlformats.org/officeDocument/2006/relationships/slideMaster" Target="slideMasters/slideMaster21.xml"/><Relationship Id="rId120" Type="http://schemas.openxmlformats.org/officeDocument/2006/relationships/font" Target="fonts/LibreFranklin-boldItalic.fntdata"/><Relationship Id="rId28" Type="http://schemas.openxmlformats.org/officeDocument/2006/relationships/slideMaster" Target="slideMasters/slideMaster24.xml"/><Relationship Id="rId27" Type="http://schemas.openxmlformats.org/officeDocument/2006/relationships/slideMaster" Target="slideMasters/slideMaster23.xml"/><Relationship Id="rId125" Type="http://schemas.openxmlformats.org/officeDocument/2006/relationships/font" Target="fonts/Corbel-regular.fntdata"/><Relationship Id="rId29" Type="http://schemas.openxmlformats.org/officeDocument/2006/relationships/slideMaster" Target="slideMasters/slideMaster25.xml"/><Relationship Id="rId124" Type="http://schemas.openxmlformats.org/officeDocument/2006/relationships/font" Target="fonts/Constantia-boldItalic.fntdata"/><Relationship Id="rId123" Type="http://schemas.openxmlformats.org/officeDocument/2006/relationships/font" Target="fonts/Constantia-italic.fntdata"/><Relationship Id="rId122" Type="http://schemas.openxmlformats.org/officeDocument/2006/relationships/font" Target="fonts/Constantia-bold.fntdata"/><Relationship Id="rId95" Type="http://schemas.openxmlformats.org/officeDocument/2006/relationships/slide" Target="slides/slide57.xml"/><Relationship Id="rId94" Type="http://schemas.openxmlformats.org/officeDocument/2006/relationships/slide" Target="slides/slide56.xml"/><Relationship Id="rId97" Type="http://schemas.openxmlformats.org/officeDocument/2006/relationships/slide" Target="slides/slide59.xml"/><Relationship Id="rId96" Type="http://schemas.openxmlformats.org/officeDocument/2006/relationships/slide" Target="slides/slide58.xml"/><Relationship Id="rId11" Type="http://schemas.openxmlformats.org/officeDocument/2006/relationships/slideMaster" Target="slideMasters/slideMaster7.xml"/><Relationship Id="rId99" Type="http://schemas.openxmlformats.org/officeDocument/2006/relationships/slide" Target="slides/slide61.xml"/><Relationship Id="rId10" Type="http://schemas.openxmlformats.org/officeDocument/2006/relationships/slideMaster" Target="slideMasters/slideMaster6.xml"/><Relationship Id="rId98" Type="http://schemas.openxmlformats.org/officeDocument/2006/relationships/slide" Target="slides/slide60.xml"/><Relationship Id="rId13" Type="http://schemas.openxmlformats.org/officeDocument/2006/relationships/slideMaster" Target="slideMasters/slideMaster9.xml"/><Relationship Id="rId12" Type="http://schemas.openxmlformats.org/officeDocument/2006/relationships/slideMaster" Target="slideMasters/slideMaster8.xml"/><Relationship Id="rId91" Type="http://schemas.openxmlformats.org/officeDocument/2006/relationships/slide" Target="slides/slide53.xml"/><Relationship Id="rId90" Type="http://schemas.openxmlformats.org/officeDocument/2006/relationships/slide" Target="slides/slide52.xml"/><Relationship Id="rId93" Type="http://schemas.openxmlformats.org/officeDocument/2006/relationships/slide" Target="slides/slide55.xml"/><Relationship Id="rId92" Type="http://schemas.openxmlformats.org/officeDocument/2006/relationships/slide" Target="slides/slide54.xml"/><Relationship Id="rId118" Type="http://schemas.openxmlformats.org/officeDocument/2006/relationships/font" Target="fonts/LibreFranklin-bold.fntdata"/><Relationship Id="rId117" Type="http://schemas.openxmlformats.org/officeDocument/2006/relationships/font" Target="fonts/LibreFranklin-regular.fntdata"/><Relationship Id="rId116" Type="http://schemas.openxmlformats.org/officeDocument/2006/relationships/slide" Target="slides/slide78.xml"/><Relationship Id="rId115" Type="http://schemas.openxmlformats.org/officeDocument/2006/relationships/slide" Target="slides/slide77.xml"/><Relationship Id="rId119" Type="http://schemas.openxmlformats.org/officeDocument/2006/relationships/font" Target="fonts/LibreFranklin-italic.fntdata"/><Relationship Id="rId15" Type="http://schemas.openxmlformats.org/officeDocument/2006/relationships/slideMaster" Target="slideMasters/slideMaster11.xml"/><Relationship Id="rId110" Type="http://schemas.openxmlformats.org/officeDocument/2006/relationships/slide" Target="slides/slide72.xml"/><Relationship Id="rId14" Type="http://schemas.openxmlformats.org/officeDocument/2006/relationships/slideMaster" Target="slideMasters/slideMaster10.xml"/><Relationship Id="rId17" Type="http://schemas.openxmlformats.org/officeDocument/2006/relationships/slideMaster" Target="slideMasters/slideMaster13.xml"/><Relationship Id="rId16" Type="http://schemas.openxmlformats.org/officeDocument/2006/relationships/slideMaster" Target="slideMasters/slideMaster12.xml"/><Relationship Id="rId19" Type="http://schemas.openxmlformats.org/officeDocument/2006/relationships/slideMaster" Target="slideMasters/slideMaster15.xml"/><Relationship Id="rId114" Type="http://schemas.openxmlformats.org/officeDocument/2006/relationships/slide" Target="slides/slide76.xml"/><Relationship Id="rId18" Type="http://schemas.openxmlformats.org/officeDocument/2006/relationships/slideMaster" Target="slideMasters/slideMaster14.xml"/><Relationship Id="rId113" Type="http://schemas.openxmlformats.org/officeDocument/2006/relationships/slide" Target="slides/slide75.xml"/><Relationship Id="rId112" Type="http://schemas.openxmlformats.org/officeDocument/2006/relationships/slide" Target="slides/slide74.xml"/><Relationship Id="rId111" Type="http://schemas.openxmlformats.org/officeDocument/2006/relationships/slide" Target="slides/slide73.xml"/><Relationship Id="rId84" Type="http://schemas.openxmlformats.org/officeDocument/2006/relationships/slide" Target="slides/slide46.xml"/><Relationship Id="rId83" Type="http://schemas.openxmlformats.org/officeDocument/2006/relationships/slide" Target="slides/slide45.xml"/><Relationship Id="rId86" Type="http://schemas.openxmlformats.org/officeDocument/2006/relationships/slide" Target="slides/slide48.xml"/><Relationship Id="rId85" Type="http://schemas.openxmlformats.org/officeDocument/2006/relationships/slide" Target="slides/slide47.xml"/><Relationship Id="rId88" Type="http://schemas.openxmlformats.org/officeDocument/2006/relationships/slide" Target="slides/slide50.xml"/><Relationship Id="rId87" Type="http://schemas.openxmlformats.org/officeDocument/2006/relationships/slide" Target="slides/slide49.xml"/><Relationship Id="rId89" Type="http://schemas.openxmlformats.org/officeDocument/2006/relationships/slide" Target="slides/slide51.xml"/><Relationship Id="rId80" Type="http://schemas.openxmlformats.org/officeDocument/2006/relationships/slide" Target="slides/slide42.xml"/><Relationship Id="rId82" Type="http://schemas.openxmlformats.org/officeDocument/2006/relationships/slide" Target="slides/slide44.xml"/><Relationship Id="rId81" Type="http://schemas.openxmlformats.org/officeDocument/2006/relationships/slide" Target="slides/slide43.xml"/><Relationship Id="rId1" Type="http://schemas.openxmlformats.org/officeDocument/2006/relationships/theme" Target="theme/theme3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142" Type="http://schemas.openxmlformats.org/officeDocument/2006/relationships/font" Target="fonts/GillSans-bold.fntdata"/><Relationship Id="rId141" Type="http://schemas.openxmlformats.org/officeDocument/2006/relationships/font" Target="fonts/GillSans-regular.fntdata"/><Relationship Id="rId140" Type="http://schemas.openxmlformats.org/officeDocument/2006/relationships/font" Target="fonts/LibreFranklinMedium-bold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slide" Target="slides/slide35.xml"/><Relationship Id="rId72" Type="http://schemas.openxmlformats.org/officeDocument/2006/relationships/slide" Target="slides/slide34.xml"/><Relationship Id="rId75" Type="http://schemas.openxmlformats.org/officeDocument/2006/relationships/slide" Target="slides/slide37.xml"/><Relationship Id="rId74" Type="http://schemas.openxmlformats.org/officeDocument/2006/relationships/slide" Target="slides/slide36.xml"/><Relationship Id="rId77" Type="http://schemas.openxmlformats.org/officeDocument/2006/relationships/slide" Target="slides/slide39.xml"/><Relationship Id="rId76" Type="http://schemas.openxmlformats.org/officeDocument/2006/relationships/slide" Target="slides/slide38.xml"/><Relationship Id="rId79" Type="http://schemas.openxmlformats.org/officeDocument/2006/relationships/slide" Target="slides/slide41.xml"/><Relationship Id="rId78" Type="http://schemas.openxmlformats.org/officeDocument/2006/relationships/slide" Target="slides/slide40.xml"/><Relationship Id="rId71" Type="http://schemas.openxmlformats.org/officeDocument/2006/relationships/slide" Target="slides/slide33.xml"/><Relationship Id="rId70" Type="http://schemas.openxmlformats.org/officeDocument/2006/relationships/slide" Target="slides/slide32.xml"/><Relationship Id="rId139" Type="http://schemas.openxmlformats.org/officeDocument/2006/relationships/font" Target="fonts/LibreFranklinMedium-italic.fntdata"/><Relationship Id="rId138" Type="http://schemas.openxmlformats.org/officeDocument/2006/relationships/font" Target="fonts/LibreFranklinMedium-bold.fntdata"/><Relationship Id="rId137" Type="http://schemas.openxmlformats.org/officeDocument/2006/relationships/font" Target="fonts/LibreFranklinMedium-regular.fntdata"/><Relationship Id="rId132" Type="http://schemas.openxmlformats.org/officeDocument/2006/relationships/font" Target="fonts/BookAntiqua-boldItalic.fntdata"/><Relationship Id="rId131" Type="http://schemas.openxmlformats.org/officeDocument/2006/relationships/font" Target="fonts/BookAntiqua-italic.fntdata"/><Relationship Id="rId130" Type="http://schemas.openxmlformats.org/officeDocument/2006/relationships/font" Target="fonts/BookAntiqua-bold.fntdata"/><Relationship Id="rId136" Type="http://schemas.openxmlformats.org/officeDocument/2006/relationships/font" Target="fonts/LibreBaskerville-boldItalic.fntdata"/><Relationship Id="rId135" Type="http://schemas.openxmlformats.org/officeDocument/2006/relationships/font" Target="fonts/LibreBaskerville-italic.fntdata"/><Relationship Id="rId134" Type="http://schemas.openxmlformats.org/officeDocument/2006/relationships/font" Target="fonts/LibreBaskerville-bold.fntdata"/><Relationship Id="rId133" Type="http://schemas.openxmlformats.org/officeDocument/2006/relationships/font" Target="fonts/LibreBaskerville-regular.fntdata"/><Relationship Id="rId62" Type="http://schemas.openxmlformats.org/officeDocument/2006/relationships/slide" Target="slides/slide24.xml"/><Relationship Id="rId61" Type="http://schemas.openxmlformats.org/officeDocument/2006/relationships/slide" Target="slides/slide23.xml"/><Relationship Id="rId64" Type="http://schemas.openxmlformats.org/officeDocument/2006/relationships/slide" Target="slides/slide26.xml"/><Relationship Id="rId63" Type="http://schemas.openxmlformats.org/officeDocument/2006/relationships/slide" Target="slides/slide25.xml"/><Relationship Id="rId66" Type="http://schemas.openxmlformats.org/officeDocument/2006/relationships/slide" Target="slides/slide28.xml"/><Relationship Id="rId65" Type="http://schemas.openxmlformats.org/officeDocument/2006/relationships/slide" Target="slides/slide27.xml"/><Relationship Id="rId68" Type="http://schemas.openxmlformats.org/officeDocument/2006/relationships/slide" Target="slides/slide30.xml"/><Relationship Id="rId67" Type="http://schemas.openxmlformats.org/officeDocument/2006/relationships/slide" Target="slides/slide29.xml"/><Relationship Id="rId60" Type="http://schemas.openxmlformats.org/officeDocument/2006/relationships/slide" Target="slides/slide22.xml"/><Relationship Id="rId69" Type="http://schemas.openxmlformats.org/officeDocument/2006/relationships/slide" Target="slides/slide31.xml"/><Relationship Id="rId51" Type="http://schemas.openxmlformats.org/officeDocument/2006/relationships/slide" Target="slides/slide13.xml"/><Relationship Id="rId50" Type="http://schemas.openxmlformats.org/officeDocument/2006/relationships/slide" Target="slides/slide12.xml"/><Relationship Id="rId53" Type="http://schemas.openxmlformats.org/officeDocument/2006/relationships/slide" Target="slides/slide15.xml"/><Relationship Id="rId52" Type="http://schemas.openxmlformats.org/officeDocument/2006/relationships/slide" Target="slides/slide14.xml"/><Relationship Id="rId55" Type="http://schemas.openxmlformats.org/officeDocument/2006/relationships/slide" Target="slides/slide17.xml"/><Relationship Id="rId54" Type="http://schemas.openxmlformats.org/officeDocument/2006/relationships/slide" Target="slides/slide16.xml"/><Relationship Id="rId57" Type="http://schemas.openxmlformats.org/officeDocument/2006/relationships/slide" Target="slides/slide19.xml"/><Relationship Id="rId56" Type="http://schemas.openxmlformats.org/officeDocument/2006/relationships/slide" Target="slides/slide18.xml"/><Relationship Id="rId59" Type="http://schemas.openxmlformats.org/officeDocument/2006/relationships/slide" Target="slides/slide21.xml"/><Relationship Id="rId58"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4" name="Google Shape;143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p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43" name="Google Shape;144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4" name="Google Shape;1444;p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Berätta lite om SSCO, nationella snöskoterrådet och Svegs SCO</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0" name="Shape 1450"/>
        <p:cNvGrpSpPr/>
        <p:nvPr/>
      </p:nvGrpSpPr>
      <p:grpSpPr>
        <a:xfrm>
          <a:off x="0" y="0"/>
          <a:ext cx="0" cy="0"/>
          <a:chOff x="0" y="0"/>
          <a:chExt cx="0" cy="0"/>
        </a:xfrm>
      </p:grpSpPr>
      <p:sp>
        <p:nvSpPr>
          <p:cNvPr id="1451" name="Google Shape;1451;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2" name="Google Shape;145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6" name="Shape 1456"/>
        <p:cNvGrpSpPr/>
        <p:nvPr/>
      </p:nvGrpSpPr>
      <p:grpSpPr>
        <a:xfrm>
          <a:off x="0" y="0"/>
          <a:ext cx="0" cy="0"/>
          <a:chOff x="0" y="0"/>
          <a:chExt cx="0" cy="0"/>
        </a:xfrm>
      </p:grpSpPr>
      <p:sp>
        <p:nvSpPr>
          <p:cNvPr id="1457" name="Google Shape;1457;p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58" name="Google Shape;145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9" name="Google Shape;1459;p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Nu är det din erfarenhet det handlar om. Berätta ur egna erfarenheter.</a:t>
            </a:r>
            <a:endParaRPr/>
          </a:p>
          <a:p>
            <a:pPr indent="0" lvl="0" marL="0" rtl="0" algn="l">
              <a:spcBef>
                <a:spcPts val="0"/>
              </a:spcBef>
              <a:spcAft>
                <a:spcPts val="0"/>
              </a:spcAft>
              <a:buSzPts val="1800"/>
              <a:buNone/>
            </a:pPr>
            <a:r>
              <a:rPr lang="en-US"/>
              <a:t>Stigar. Våra stigar växer igen. Om man har markägarens tillåtelse är det en kulturgärning att göra skoterspår där. Då hjälper vi till att hålla stigarna uppe.</a:t>
            </a:r>
            <a:endParaRPr/>
          </a:p>
          <a:p>
            <a:pPr indent="0" lvl="0" marL="0" rtl="0" algn="l">
              <a:spcBef>
                <a:spcPts val="0"/>
              </a:spcBef>
              <a:spcAft>
                <a:spcPts val="0"/>
              </a:spcAft>
              <a:buSzPts val="1800"/>
              <a:buNone/>
            </a:pPr>
            <a:r>
              <a:rPr lang="en-US"/>
              <a:t>Påpeka förbudet med passagerare på väg. Påminn om stopplikt. Max hastighet 20 km/tim. Höger sida vid vägen, speciellt i mörker.</a:t>
            </a:r>
            <a:endParaRPr/>
          </a:p>
          <a:p>
            <a:pPr indent="0" lvl="0" marL="0" rtl="0" algn="l">
              <a:spcBef>
                <a:spcPts val="0"/>
              </a:spcBef>
              <a:spcAft>
                <a:spcPts val="0"/>
              </a:spcAft>
              <a:buSzPts val="1800"/>
              <a:buNone/>
            </a:pPr>
            <a:r>
              <a:rPr lang="en-US"/>
              <a:t>Kör vi i diken så fryser de igen. Risk för svallis.</a:t>
            </a:r>
            <a:endParaRPr/>
          </a:p>
          <a:p>
            <a:pPr indent="0" lvl="0" marL="0" rtl="0" algn="l">
              <a:spcBef>
                <a:spcPts val="0"/>
              </a:spcBef>
              <a:spcAft>
                <a:spcPts val="0"/>
              </a:spcAft>
              <a:buSzPts val="1800"/>
              <a:buNone/>
            </a:pPr>
            <a:r>
              <a:rPr lang="en-US"/>
              <a:t>Undvik oplogade vägar. Skogsbilvägar kan användas om ägaren tillåter, annars inte.</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7" name="Google Shape;1467;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p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74" name="Google Shape;147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5" name="Google Shape;1475;p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Det här avsnittet har en bra beskrivning i läroboken. Läs igenom detta innan kursen och bygg på med egna erfarenheter. Då kan du förklara för eleverna hur viktigt detta är.</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1" name="Shape 1481"/>
        <p:cNvGrpSpPr/>
        <p:nvPr/>
      </p:nvGrpSpPr>
      <p:grpSpPr>
        <a:xfrm>
          <a:off x="0" y="0"/>
          <a:ext cx="0" cy="0"/>
          <a:chOff x="0" y="0"/>
          <a:chExt cx="0" cy="0"/>
        </a:xfrm>
      </p:grpSpPr>
      <p:sp>
        <p:nvSpPr>
          <p:cNvPr id="1482" name="Google Shape;1482;p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83" name="Google Shape;148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4" name="Google Shape;1484;p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Förklara åtgärderna innan start.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p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493" name="Google Shape;1493;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4" name="Google Shape;1494;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Berätta om de olika manöverorganen vi använder för att köra snöskoter.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0" name="Shape 1500"/>
        <p:cNvGrpSpPr/>
        <p:nvPr/>
      </p:nvGrpSpPr>
      <p:grpSpPr>
        <a:xfrm>
          <a:off x="0" y="0"/>
          <a:ext cx="0" cy="0"/>
          <a:chOff x="0" y="0"/>
          <a:chExt cx="0" cy="0"/>
        </a:xfrm>
      </p:grpSpPr>
      <p:sp>
        <p:nvSpPr>
          <p:cNvPr id="1501" name="Google Shape;1501;p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02" name="Google Shape;150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3" name="Google Shape;1503;p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Orsaker till olyckor.</a:t>
            </a:r>
            <a:endParaRPr/>
          </a:p>
          <a:p>
            <a:pPr indent="0" lvl="0" marL="0" rtl="0" algn="l">
              <a:spcBef>
                <a:spcPts val="0"/>
              </a:spcBef>
              <a:spcAft>
                <a:spcPts val="0"/>
              </a:spcAft>
              <a:buSzPts val="1800"/>
              <a:buNone/>
            </a:pPr>
            <a:r>
              <a:rPr lang="en-US"/>
              <a:t>Alkohol är inblandat i drygt 60% av dödsolyckorna och olyckor med allvarliga skador.</a:t>
            </a:r>
            <a:endParaRPr/>
          </a:p>
          <a:p>
            <a:pPr indent="0" lvl="0" marL="0" rtl="0" algn="l">
              <a:spcBef>
                <a:spcPts val="0"/>
              </a:spcBef>
              <a:spcAft>
                <a:spcPts val="0"/>
              </a:spcAft>
              <a:buSzPts val="1800"/>
              <a:buNone/>
            </a:pPr>
            <a:r>
              <a:rPr lang="en-US"/>
              <a:t>Drunkning är den vanligaste dödsorsaken. Nästan hälften av alla dödsolyckor.</a:t>
            </a:r>
            <a:endParaRPr/>
          </a:p>
          <a:p>
            <a:pPr indent="0" lvl="0" marL="0" rtl="0" algn="l">
              <a:spcBef>
                <a:spcPts val="0"/>
              </a:spcBef>
              <a:spcAft>
                <a:spcPts val="0"/>
              </a:spcAft>
              <a:buSzPts val="1800"/>
              <a:buNone/>
            </a:pPr>
            <a:r>
              <a:rPr lang="en-US"/>
              <a:t>För hög fart, kontra sikten, är ett ökande problem som kommer med allt motorstarkare snöskotrar.</a:t>
            </a:r>
            <a:endParaRPr/>
          </a:p>
          <a:p>
            <a:pPr indent="0" lvl="0" marL="0" rtl="0" algn="l">
              <a:spcBef>
                <a:spcPts val="0"/>
              </a:spcBef>
              <a:spcAft>
                <a:spcPts val="0"/>
              </a:spcAft>
              <a:buSzPts val="1800"/>
              <a:buNone/>
            </a:pPr>
            <a:r>
              <a:rPr lang="en-US"/>
              <a:t>Många påkörningar av bommar till exempel, i mörker.</a:t>
            </a:r>
            <a:endParaRPr/>
          </a:p>
          <a:p>
            <a:pPr indent="0" lvl="0" marL="0" rtl="0" algn="l">
              <a:spcBef>
                <a:spcPts val="0"/>
              </a:spcBef>
              <a:spcAft>
                <a:spcPts val="0"/>
              </a:spcAft>
              <a:buSzPts val="1800"/>
              <a:buNone/>
            </a:pPr>
            <a:r>
              <a:rPr lang="en-US"/>
              <a:t>Tappad kontroll vid gupp och ojämnheter.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8" name="Shape 1508"/>
        <p:cNvGrpSpPr/>
        <p:nvPr/>
      </p:nvGrpSpPr>
      <p:grpSpPr>
        <a:xfrm>
          <a:off x="0" y="0"/>
          <a:ext cx="0" cy="0"/>
          <a:chOff x="0" y="0"/>
          <a:chExt cx="0" cy="0"/>
        </a:xfrm>
      </p:grpSpPr>
      <p:sp>
        <p:nvSpPr>
          <p:cNvPr id="1509" name="Google Shape;1509;p1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10" name="Google Shape;151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1" name="Google Shape;1511;p1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Lämpliga åtgärder.</a:t>
            </a:r>
            <a:endParaRPr/>
          </a:p>
          <a:p>
            <a:pPr indent="0" lvl="0" marL="0" rtl="0" algn="l">
              <a:spcBef>
                <a:spcPts val="0"/>
              </a:spcBef>
              <a:spcAft>
                <a:spcPts val="0"/>
              </a:spcAft>
              <a:buSzPts val="1800"/>
              <a:buNone/>
            </a:pPr>
            <a:r>
              <a:rPr lang="en-US"/>
              <a:t>LABC – Läge eller Livsfarligt läge, Andning, Blödning, Chock eller Cirkulationssvikt. Det är den ordning som man tar hand om skador och skadade på en olycksplats.</a:t>
            </a:r>
            <a:endParaRPr/>
          </a:p>
          <a:p>
            <a:pPr indent="0" lvl="0" marL="0" rtl="0" algn="l">
              <a:spcBef>
                <a:spcPts val="0"/>
              </a:spcBef>
              <a:spcAft>
                <a:spcPts val="0"/>
              </a:spcAft>
              <a:buSzPts val="1800"/>
              <a:buNone/>
            </a:pPr>
            <a:r>
              <a:rPr lang="en-US"/>
              <a:t>Varningstriangel för att varna andra vid exempelvis livsfarligt läge. En person ligger skadad på leden i dålig sikt.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5" name="Shape 1515"/>
        <p:cNvGrpSpPr/>
        <p:nvPr/>
      </p:nvGrpSpPr>
      <p:grpSpPr>
        <a:xfrm>
          <a:off x="0" y="0"/>
          <a:ext cx="0" cy="0"/>
          <a:chOff x="0" y="0"/>
          <a:chExt cx="0" cy="0"/>
        </a:xfrm>
      </p:grpSpPr>
      <p:sp>
        <p:nvSpPr>
          <p:cNvPr id="1516" name="Google Shape;1516;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7" name="Google Shape;151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p1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24" name="Google Shape;152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25" name="Google Shape;1525;p1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Tryck på att alla trafikregler gäller naturligtvis även för snöskoter. Man kan exempelvis bli dömd för ”vårdslöshet i trafik” även i terrängen.</a:t>
            </a:r>
            <a:endParaRPr/>
          </a:p>
          <a:p>
            <a:pPr indent="0" lvl="0" marL="0" rtl="0" algn="l">
              <a:spcBef>
                <a:spcPts val="0"/>
              </a:spcBef>
              <a:spcAft>
                <a:spcPts val="0"/>
              </a:spcAft>
              <a:buSzPts val="1800"/>
              <a:buNone/>
            </a:pPr>
            <a:r>
              <a:rPr lang="en-US"/>
              <a:t>Påminn om att man numer kan ”förlora” sitt förarbevis. Så var det ju inte förut.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p1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31" name="Google Shape;153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2" name="Google Shape;1532;p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Påpeka att ett inhägnat område ska vara godkänt av exempelvis polisen.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p1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38" name="Google Shape;153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39" name="Google Shape;1539;p1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Utrustning som krävs.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4" name="Shape 1544"/>
        <p:cNvGrpSpPr/>
        <p:nvPr/>
      </p:nvGrpSpPr>
      <p:grpSpPr>
        <a:xfrm>
          <a:off x="0" y="0"/>
          <a:ext cx="0" cy="0"/>
          <a:chOff x="0" y="0"/>
          <a:chExt cx="0" cy="0"/>
        </a:xfrm>
      </p:grpSpPr>
      <p:sp>
        <p:nvSpPr>
          <p:cNvPr id="1545" name="Google Shape;1545;p1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546" name="Google Shape;154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47" name="Google Shape;1547;p1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Stör gör man när någon anmäler att man tycker du kör på ett störande sätt. Eventuellt måste Tingsrätten avgöra.</a:t>
            </a:r>
            <a:endParaRPr/>
          </a:p>
          <a:p>
            <a:pPr indent="0" lvl="0" marL="0" rtl="0" algn="l">
              <a:spcBef>
                <a:spcPts val="0"/>
              </a:spcBef>
              <a:spcAft>
                <a:spcPts val="0"/>
              </a:spcAft>
              <a:buSzPts val="1800"/>
              <a:buNone/>
            </a:pPr>
            <a:r>
              <a:rPr lang="en-US"/>
              <a:t>Skador på mark kan undvikas med rätt gashantering. Man kan köra på väldigt lite snö om man hanterar gasen försiktigt.</a:t>
            </a:r>
            <a:endParaRPr/>
          </a:p>
          <a:p>
            <a:pPr indent="0" lvl="0" marL="0" rtl="0" algn="l">
              <a:spcBef>
                <a:spcPts val="0"/>
              </a:spcBef>
              <a:spcAft>
                <a:spcPts val="0"/>
              </a:spcAft>
              <a:buSzPts val="1800"/>
              <a:buNone/>
            </a:pPr>
            <a:r>
              <a:rPr lang="en-US"/>
              <a:t>70 km/tim är vår bashastighet utanför tätbebyggt område. Därför är hastighetsbegränsningen just 70 km/tim.</a:t>
            </a:r>
            <a:endParaRPr/>
          </a:p>
          <a:p>
            <a:pPr indent="0" lvl="0" marL="0" rtl="0" algn="l">
              <a:spcBef>
                <a:spcPts val="0"/>
              </a:spcBef>
              <a:spcAft>
                <a:spcPts val="0"/>
              </a:spcAft>
              <a:buSzPts val="1800"/>
              <a:buNone/>
            </a:pPr>
            <a:r>
              <a:rPr lang="en-US"/>
              <a:t>”Ej högre hastighet…” är en regel som alltid kan användas för att påstå vårdslöshet i trafik.</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p1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9" name="Google Shape;158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4" name="Shape 1594"/>
        <p:cNvGrpSpPr/>
        <p:nvPr/>
      </p:nvGrpSpPr>
      <p:grpSpPr>
        <a:xfrm>
          <a:off x="0" y="0"/>
          <a:ext cx="0" cy="0"/>
          <a:chOff x="0" y="0"/>
          <a:chExt cx="0" cy="0"/>
        </a:xfrm>
      </p:grpSpPr>
      <p:sp>
        <p:nvSpPr>
          <p:cNvPr id="1595" name="Google Shape;1595;p1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6" name="Google Shape;159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9" name="Shape 1609"/>
        <p:cNvGrpSpPr/>
        <p:nvPr/>
      </p:nvGrpSpPr>
      <p:grpSpPr>
        <a:xfrm>
          <a:off x="0" y="0"/>
          <a:ext cx="0" cy="0"/>
          <a:chOff x="0" y="0"/>
          <a:chExt cx="0" cy="0"/>
        </a:xfrm>
      </p:grpSpPr>
      <p:sp>
        <p:nvSpPr>
          <p:cNvPr id="1610" name="Google Shape;1610;p1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11" name="Google Shape;1611;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2" name="Google Shape;1612;p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Undantagen.</a:t>
            </a:r>
            <a:endParaRPr/>
          </a:p>
          <a:p>
            <a:pPr indent="0" lvl="0" marL="0" rtl="0" algn="l">
              <a:spcBef>
                <a:spcPts val="0"/>
              </a:spcBef>
              <a:spcAft>
                <a:spcPts val="0"/>
              </a:spcAft>
              <a:buSzPts val="1800"/>
              <a:buNone/>
            </a:pPr>
            <a:r>
              <a:rPr lang="en-US"/>
              <a:t>Hämtning av fällt vilt. Observera att det gäller FÄLLT vilt. Älg, hjort, björn och vildsvin är viltslagen som undantaget gäller för.</a:t>
            </a:r>
            <a:endParaRPr/>
          </a:p>
          <a:p>
            <a:pPr indent="0" lvl="0" marL="0" rtl="0" algn="l">
              <a:spcBef>
                <a:spcPts val="0"/>
              </a:spcBef>
              <a:spcAft>
                <a:spcPts val="0"/>
              </a:spcAft>
              <a:buSzPts val="1800"/>
              <a:buNone/>
            </a:pPr>
            <a:r>
              <a:rPr lang="en-US"/>
              <a:t>Undantagen gäller även på barmark.</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4" name="Shape 1634"/>
        <p:cNvGrpSpPr/>
        <p:nvPr/>
      </p:nvGrpSpPr>
      <p:grpSpPr>
        <a:xfrm>
          <a:off x="0" y="0"/>
          <a:ext cx="0" cy="0"/>
          <a:chOff x="0" y="0"/>
          <a:chExt cx="0" cy="0"/>
        </a:xfrm>
      </p:grpSpPr>
      <p:sp>
        <p:nvSpPr>
          <p:cNvPr id="1635" name="Google Shape;1635;p1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36" name="Google Shape;163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7" name="Google Shape;1637;p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Så säger lagen.</a:t>
            </a:r>
            <a:endParaRPr/>
          </a:p>
          <a:p>
            <a:pPr indent="0" lvl="0" marL="0" rtl="0" algn="l">
              <a:spcBef>
                <a:spcPts val="0"/>
              </a:spcBef>
              <a:spcAft>
                <a:spcPts val="0"/>
              </a:spcAft>
              <a:buSzPts val="1800"/>
              <a:buNone/>
            </a:pPr>
            <a:r>
              <a:rPr lang="en-US"/>
              <a:t>Kolla med Länsstyrelsen om det finns generella undantag i ditt län.</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p2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49" name="Google Shape;1649;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50" name="Google Shape;1650;p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19. Vad gäller beträffande hjälm i samband med snöskoterkörning?</a:t>
            </a:r>
            <a:endParaRPr/>
          </a:p>
          <a:p>
            <a:pPr indent="0" lvl="0" marL="0" rtl="0" algn="l">
              <a:spcBef>
                <a:spcPts val="0"/>
              </a:spcBef>
              <a:spcAft>
                <a:spcPts val="0"/>
              </a:spcAft>
              <a:buSzPts val="1800"/>
              <a:buNone/>
            </a:pPr>
            <a:r>
              <a:rPr lang="en-US"/>
              <a:t>Vår senaste lagsamling i lagboken. ”Allemansrätt” är ingen lag men, man kan dömas enligt miljöbalken.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3" name="Shape 1663"/>
        <p:cNvGrpSpPr/>
        <p:nvPr/>
      </p:nvGrpSpPr>
      <p:grpSpPr>
        <a:xfrm>
          <a:off x="0" y="0"/>
          <a:ext cx="0" cy="0"/>
          <a:chOff x="0" y="0"/>
          <a:chExt cx="0" cy="0"/>
        </a:xfrm>
      </p:grpSpPr>
      <p:sp>
        <p:nvSpPr>
          <p:cNvPr id="1664" name="Google Shape;1664;p2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65" name="Google Shape;166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6" name="Google Shape;1666;p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Tryck mycket på körsätt. Påpeka att ”pumpgasning” drar mycket bensin, och därigenom släpper ut mycket avgaser. Pumpandet förstör också våra leder.</a:t>
            </a:r>
            <a:endParaRPr/>
          </a:p>
          <a:p>
            <a:pPr indent="0" lvl="0" marL="0" rtl="0" algn="l">
              <a:spcBef>
                <a:spcPts val="0"/>
              </a:spcBef>
              <a:spcAft>
                <a:spcPts val="0"/>
              </a:spcAft>
              <a:buSzPts val="1800"/>
              <a:buNone/>
            </a:pPr>
            <a:r>
              <a:rPr lang="en-US"/>
              <a:t>Triboron är en av de smörjmedel som bygger på grundämnet Bor. Då har vi inga utsläpp alls från smörjoljan. En tvåtaktsskoter som körs på det smörjmedlet luktar fyrtaktare.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4" name="Shape 1674"/>
        <p:cNvGrpSpPr/>
        <p:nvPr/>
      </p:nvGrpSpPr>
      <p:grpSpPr>
        <a:xfrm>
          <a:off x="0" y="0"/>
          <a:ext cx="0" cy="0"/>
          <a:chOff x="0" y="0"/>
          <a:chExt cx="0" cy="0"/>
        </a:xfrm>
      </p:grpSpPr>
      <p:sp>
        <p:nvSpPr>
          <p:cNvPr id="1675" name="Google Shape;1675;p2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23. Vilken handling </a:t>
            </a:r>
            <a:r>
              <a:rPr lang="en-US" sz="1000" u="sng">
                <a:solidFill>
                  <a:schemeClr val="dk1"/>
                </a:solidFill>
                <a:highlight>
                  <a:srgbClr val="FFFFFF"/>
                </a:highlight>
                <a:latin typeface="Calibri"/>
                <a:ea typeface="Calibri"/>
                <a:cs typeface="Calibri"/>
                <a:sym typeface="Calibri"/>
              </a:rPr>
              <a:t>måste</a:t>
            </a:r>
            <a:r>
              <a:rPr lang="en-US" sz="1000">
                <a:solidFill>
                  <a:schemeClr val="dk1"/>
                </a:solidFill>
                <a:highlight>
                  <a:srgbClr val="FFFFFF"/>
                </a:highlight>
                <a:latin typeface="Calibri"/>
                <a:ea typeface="Calibri"/>
                <a:cs typeface="Calibri"/>
                <a:sym typeface="Calibri"/>
              </a:rPr>
              <a:t> du alltid ha med dig vid snöskoterfärd?</a:t>
            </a:r>
            <a:endParaRPr/>
          </a:p>
        </p:txBody>
      </p:sp>
      <p:sp>
        <p:nvSpPr>
          <p:cNvPr id="1676" name="Google Shape;1676;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0" name="Shape 1680"/>
        <p:cNvGrpSpPr/>
        <p:nvPr/>
      </p:nvGrpSpPr>
      <p:grpSpPr>
        <a:xfrm>
          <a:off x="0" y="0"/>
          <a:ext cx="0" cy="0"/>
          <a:chOff x="0" y="0"/>
          <a:chExt cx="0" cy="0"/>
        </a:xfrm>
      </p:grpSpPr>
      <p:sp>
        <p:nvSpPr>
          <p:cNvPr id="1681" name="Google Shape;1681;p2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682" name="Google Shape;1682;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3" name="Google Shape;1683;p24:notes"/>
          <p:cNvSpPr txBox="1"/>
          <p:nvPr>
            <p:ph idx="1" type="body"/>
          </p:nvPr>
        </p:nvSpPr>
        <p:spPr>
          <a:xfrm>
            <a:off x="981075" y="4284662"/>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Förklara vem som är huvudman för ledsystemet. Många tror att det är kommunen eller staten som sköter lederna.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Ta upp att en de flesta leder har ett markägaravtal. Påpeka att här har även markägaren sagt att, ”här vill jag ha skotertrafiken”.</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Beskriv de olika formerna av betalleder som finns idag. Diskutera om hur lederna ska finansieras.</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Förklara även att det är ”ditt körsätt som avgör om leden är gropig eller slät”. Beviset finns på öppna områden där alla kör med jämn gas och leden är slät.</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p2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0" name="Google Shape;1690;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6" name="Shape 1716"/>
        <p:cNvGrpSpPr/>
        <p:nvPr/>
      </p:nvGrpSpPr>
      <p:grpSpPr>
        <a:xfrm>
          <a:off x="0" y="0"/>
          <a:ext cx="0" cy="0"/>
          <a:chOff x="0" y="0"/>
          <a:chExt cx="0" cy="0"/>
        </a:xfrm>
      </p:grpSpPr>
      <p:sp>
        <p:nvSpPr>
          <p:cNvPr id="1717" name="Google Shape;1717;p2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18" name="Google Shape;171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9" name="Google Shape;1719;p2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1. Motorkraften överförs från primärvariatorn till sekundärvariatorn via…</a:t>
            </a:r>
            <a:endParaRPr/>
          </a:p>
          <a:p>
            <a:pPr indent="0" lvl="0" marL="0" rtl="0" algn="l">
              <a:spcBef>
                <a:spcPts val="0"/>
              </a:spcBef>
              <a:spcAft>
                <a:spcPts val="0"/>
              </a:spcAft>
              <a:buSzPts val="1800"/>
              <a:buNone/>
            </a:pPr>
            <a:r>
              <a:rPr lang="en-US"/>
              <a:t>Ta hjälp av något försäkringsbolag om du vill förklara tydligare.</a:t>
            </a:r>
            <a:endParaRPr/>
          </a:p>
          <a:p>
            <a:pPr indent="0" lvl="0" marL="0" rtl="0" algn="l">
              <a:spcBef>
                <a:spcPts val="0"/>
              </a:spcBef>
              <a:spcAft>
                <a:spcPts val="0"/>
              </a:spcAft>
              <a:buSzPts val="1800"/>
              <a:buNone/>
            </a:pPr>
            <a:r>
              <a:rPr lang="en-US"/>
              <a:t>Påpeka att det är lag på att man måste ha trafikförsäkring.</a:t>
            </a:r>
            <a:endParaRPr/>
          </a:p>
          <a:p>
            <a:pPr indent="0" lvl="0" marL="0" rtl="0" algn="l">
              <a:spcBef>
                <a:spcPts val="0"/>
              </a:spcBef>
              <a:spcAft>
                <a:spcPts val="0"/>
              </a:spcAft>
              <a:buSzPts val="1800"/>
              <a:buNone/>
            </a:pPr>
            <a:r>
              <a:rPr lang="en-US"/>
              <a:t>Ett bra tips är att ”kolla runt” med många bolag. Det kan skilja väldigt mycket i premier (kostnader).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9" name="Shape 1729"/>
        <p:cNvGrpSpPr/>
        <p:nvPr/>
      </p:nvGrpSpPr>
      <p:grpSpPr>
        <a:xfrm>
          <a:off x="0" y="0"/>
          <a:ext cx="0" cy="0"/>
          <a:chOff x="0" y="0"/>
          <a:chExt cx="0" cy="0"/>
        </a:xfrm>
      </p:grpSpPr>
      <p:sp>
        <p:nvSpPr>
          <p:cNvPr id="1730" name="Google Shape;1730;p2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1" name="Google Shape;173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3" name="Shape 1743"/>
        <p:cNvGrpSpPr/>
        <p:nvPr/>
      </p:nvGrpSpPr>
      <p:grpSpPr>
        <a:xfrm>
          <a:off x="0" y="0"/>
          <a:ext cx="0" cy="0"/>
          <a:chOff x="0" y="0"/>
          <a:chExt cx="0" cy="0"/>
        </a:xfrm>
      </p:grpSpPr>
      <p:sp>
        <p:nvSpPr>
          <p:cNvPr id="1744" name="Google Shape;1744;p2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8. Vad ska den första åtgärden vid start av snöskoter vara?</a:t>
            </a:r>
            <a:endParaRPr/>
          </a:p>
        </p:txBody>
      </p:sp>
      <p:sp>
        <p:nvSpPr>
          <p:cNvPr id="1745" name="Google Shape;174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p3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2" name="Google Shape;175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7" name="Shape 1757"/>
        <p:cNvGrpSpPr/>
        <p:nvPr/>
      </p:nvGrpSpPr>
      <p:grpSpPr>
        <a:xfrm>
          <a:off x="0" y="0"/>
          <a:ext cx="0" cy="0"/>
          <a:chOff x="0" y="0"/>
          <a:chExt cx="0" cy="0"/>
        </a:xfrm>
      </p:grpSpPr>
      <p:sp>
        <p:nvSpPr>
          <p:cNvPr id="1758" name="Google Shape;1758;p3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9" name="Google Shape;175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4" name="Shape 1764"/>
        <p:cNvGrpSpPr/>
        <p:nvPr/>
      </p:nvGrpSpPr>
      <p:grpSpPr>
        <a:xfrm>
          <a:off x="0" y="0"/>
          <a:ext cx="0" cy="0"/>
          <a:chOff x="0" y="0"/>
          <a:chExt cx="0" cy="0"/>
        </a:xfrm>
      </p:grpSpPr>
      <p:sp>
        <p:nvSpPr>
          <p:cNvPr id="1765" name="Google Shape;1765;p3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66" name="Google Shape;176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7" name="Google Shape;1767;p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26. Hur påverkas reaktionstiden av alkohol?</a:t>
            </a:r>
            <a:endParaRPr/>
          </a:p>
          <a:p>
            <a:pPr indent="0" lvl="0" marL="0" rtl="0" algn="l">
              <a:spcBef>
                <a:spcPts val="0"/>
              </a:spcBef>
              <a:spcAft>
                <a:spcPts val="0"/>
              </a:spcAft>
              <a:buSzPts val="1800"/>
              <a:buNone/>
            </a:pPr>
            <a:r>
              <a:rPr lang="en-US"/>
              <a:t>Här berättar du mest från egna erfarenheter.</a:t>
            </a:r>
            <a:endParaRPr/>
          </a:p>
          <a:p>
            <a:pPr indent="0" lvl="0" marL="0" rtl="0" algn="l">
              <a:spcBef>
                <a:spcPts val="0"/>
              </a:spcBef>
              <a:spcAft>
                <a:spcPts val="0"/>
              </a:spcAft>
              <a:buSzPts val="1800"/>
              <a:buNone/>
            </a:pPr>
            <a:r>
              <a:rPr lang="en-US"/>
              <a:t>Påpeka att skare är ”is på snön”, och kan brista på samma sätt som is på vatten. Alltså är låg fart viktigt.</a:t>
            </a:r>
            <a:endParaRPr/>
          </a:p>
          <a:p>
            <a:pPr indent="0" lvl="0" marL="0" rtl="0" algn="l">
              <a:spcBef>
                <a:spcPts val="0"/>
              </a:spcBef>
              <a:spcAft>
                <a:spcPts val="0"/>
              </a:spcAft>
              <a:buSzPts val="1800"/>
              <a:buNone/>
            </a:pPr>
            <a:r>
              <a:rPr lang="en-US"/>
              <a:t>Med is menas här blankis.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2" name="Shape 1772"/>
        <p:cNvGrpSpPr/>
        <p:nvPr/>
      </p:nvGrpSpPr>
      <p:grpSpPr>
        <a:xfrm>
          <a:off x="0" y="0"/>
          <a:ext cx="0" cy="0"/>
          <a:chOff x="0" y="0"/>
          <a:chExt cx="0" cy="0"/>
        </a:xfrm>
      </p:grpSpPr>
      <p:sp>
        <p:nvSpPr>
          <p:cNvPr id="1773" name="Google Shape;1773;p3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 Riskerar den som kör snöskoter alkoholpåverkad, även körkortet för bil?</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15. Vilken myndighet svarar för övervakning av snöskoteråkare, vad gäller nykterhet och hastighet?</a:t>
            </a:r>
            <a:endParaRPr sz="1000">
              <a:solidFill>
                <a:schemeClr val="dk1"/>
              </a:solidFill>
              <a:highlight>
                <a:srgbClr val="FFFFFF"/>
              </a:highlight>
              <a:latin typeface="Calibri"/>
              <a:ea typeface="Calibri"/>
              <a:cs typeface="Calibri"/>
              <a:sym typeface="Calibri"/>
            </a:endParaRPr>
          </a:p>
        </p:txBody>
      </p:sp>
      <p:sp>
        <p:nvSpPr>
          <p:cNvPr id="1774" name="Google Shape;177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0" name="Shape 1780"/>
        <p:cNvGrpSpPr/>
        <p:nvPr/>
      </p:nvGrpSpPr>
      <p:grpSpPr>
        <a:xfrm>
          <a:off x="0" y="0"/>
          <a:ext cx="0" cy="0"/>
          <a:chOff x="0" y="0"/>
          <a:chExt cx="0" cy="0"/>
        </a:xfrm>
      </p:grpSpPr>
      <p:sp>
        <p:nvSpPr>
          <p:cNvPr id="1781" name="Google Shape;1781;p3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782" name="Google Shape;1782;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3" name="Google Shape;1783;p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Frågor som man bl.a. kommer att ställa på SOS-alarm.</a:t>
            </a:r>
            <a:endParaRPr/>
          </a:p>
          <a:p>
            <a:pPr indent="0" lvl="0" marL="0" rtl="0" algn="l">
              <a:spcBef>
                <a:spcPts val="0"/>
              </a:spcBef>
              <a:spcAft>
                <a:spcPts val="0"/>
              </a:spcAft>
              <a:buSzPts val="1800"/>
              <a:buNone/>
            </a:pPr>
            <a:r>
              <a:rPr lang="en-US"/>
              <a:t>GPS har snart alla i en mobiltelefon. Viktigt för att en helikopter ska hitta till platsen.</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0" name="Shape 1790"/>
        <p:cNvGrpSpPr/>
        <p:nvPr/>
      </p:nvGrpSpPr>
      <p:grpSpPr>
        <a:xfrm>
          <a:off x="0" y="0"/>
          <a:ext cx="0" cy="0"/>
          <a:chOff x="0" y="0"/>
          <a:chExt cx="0" cy="0"/>
        </a:xfrm>
      </p:grpSpPr>
      <p:sp>
        <p:nvSpPr>
          <p:cNvPr id="1791" name="Google Shape;1791;p3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17. Vid körning i nedförsbacke bör du ha…</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25. Om du i mörker framför din snöskoter i terräng, men i anslutning till allmän väg, bör du köra på…</a:t>
            </a:r>
            <a:endParaRPr sz="1000">
              <a:solidFill>
                <a:schemeClr val="dk1"/>
              </a:solidFill>
              <a:highlight>
                <a:srgbClr val="FFFFFF"/>
              </a:highlight>
              <a:latin typeface="Calibri"/>
              <a:ea typeface="Calibri"/>
              <a:cs typeface="Calibri"/>
              <a:sym typeface="Calibri"/>
            </a:endParaRPr>
          </a:p>
          <a:p>
            <a:pPr indent="0" lvl="0" marL="0" rtl="0" algn="l">
              <a:lnSpc>
                <a:spcPct val="120000"/>
              </a:lnSpc>
              <a:spcBef>
                <a:spcPts val="0"/>
              </a:spcBef>
              <a:spcAft>
                <a:spcPts val="0"/>
              </a:spcAft>
              <a:buClr>
                <a:schemeClr val="dk1"/>
              </a:buClr>
              <a:buSzPts val="1100"/>
              <a:buFont typeface="Arial"/>
              <a:buNone/>
            </a:pPr>
            <a:r>
              <a:rPr lang="en-US" sz="1000">
                <a:solidFill>
                  <a:schemeClr val="dk1"/>
                </a:solidFill>
                <a:highlight>
                  <a:srgbClr val="FFFFFF"/>
                </a:highlight>
                <a:latin typeface="Calibri"/>
                <a:ea typeface="Calibri"/>
                <a:cs typeface="Calibri"/>
                <a:sym typeface="Calibri"/>
              </a:rPr>
              <a:t>28. Måste man som snöskoterförare stanna när man åker på en skoterled, och ska korsa en väg?</a:t>
            </a:r>
            <a:endParaRPr sz="1000">
              <a:solidFill>
                <a:schemeClr val="dk1"/>
              </a:solidFill>
              <a:highlight>
                <a:srgbClr val="FFFFFF"/>
              </a:highlight>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None/>
            </a:pPr>
            <a:r>
              <a:t/>
            </a:r>
            <a:endParaRPr sz="1000">
              <a:solidFill>
                <a:schemeClr val="dk1"/>
              </a:solidFill>
              <a:highlight>
                <a:srgbClr val="FFFFFF"/>
              </a:highlight>
              <a:latin typeface="Calibri"/>
              <a:ea typeface="Calibri"/>
              <a:cs typeface="Calibri"/>
              <a:sym typeface="Calibri"/>
            </a:endParaRPr>
          </a:p>
        </p:txBody>
      </p:sp>
      <p:sp>
        <p:nvSpPr>
          <p:cNvPr id="1792" name="Google Shape;1792;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9" name="Shape 1799"/>
        <p:cNvGrpSpPr/>
        <p:nvPr/>
      </p:nvGrpSpPr>
      <p:grpSpPr>
        <a:xfrm>
          <a:off x="0" y="0"/>
          <a:ext cx="0" cy="0"/>
          <a:chOff x="0" y="0"/>
          <a:chExt cx="0" cy="0"/>
        </a:xfrm>
      </p:grpSpPr>
      <p:sp>
        <p:nvSpPr>
          <p:cNvPr id="1800" name="Google Shape;1800;p3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01" name="Google Shape;180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2" name="Google Shape;1802;p3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Arbetsmaskinerna har utvecklats mera mot samma som SUV-ar på bilsidan. Stora maffiga maskinen som går väldigt stadigt på leden, och som man även kan dra ett tungt lass med.</a:t>
            </a:r>
            <a:endParaRPr/>
          </a:p>
          <a:p>
            <a:pPr indent="0" lvl="0" marL="0" rtl="0" algn="l">
              <a:spcBef>
                <a:spcPts val="0"/>
              </a:spcBef>
              <a:spcAft>
                <a:spcPts val="0"/>
              </a:spcAft>
              <a:buSzPts val="1800"/>
              <a:buNone/>
            </a:pPr>
            <a:r>
              <a:rPr lang="en-US"/>
              <a:t>För dragförmågan är de oftast utrustade med en bredare matta, 50 cm. Mattan är ofta extra lång för att få ett riktigt bra fäste.</a:t>
            </a:r>
            <a:endParaRPr/>
          </a:p>
          <a:p>
            <a:pPr indent="0" lvl="0" marL="0" rtl="0" algn="l">
              <a:spcBef>
                <a:spcPts val="0"/>
              </a:spcBef>
              <a:spcAft>
                <a:spcPts val="0"/>
              </a:spcAft>
              <a:buSzPts val="1800"/>
              <a:buNone/>
            </a:pPr>
            <a:r>
              <a:rPr lang="en-US"/>
              <a:t>Dagens arbetsmaskiner fungerar också väldigt bra som en bekväm långfärdsmaskin.</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8" name="Shape 1808"/>
        <p:cNvGrpSpPr/>
        <p:nvPr/>
      </p:nvGrpSpPr>
      <p:grpSpPr>
        <a:xfrm>
          <a:off x="0" y="0"/>
          <a:ext cx="0" cy="0"/>
          <a:chOff x="0" y="0"/>
          <a:chExt cx="0" cy="0"/>
        </a:xfrm>
      </p:grpSpPr>
      <p:sp>
        <p:nvSpPr>
          <p:cNvPr id="1809" name="Google Shape;1809;p3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0" name="Google Shape;1810;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7" name="Shape 1817"/>
        <p:cNvGrpSpPr/>
        <p:nvPr/>
      </p:nvGrpSpPr>
      <p:grpSpPr>
        <a:xfrm>
          <a:off x="0" y="0"/>
          <a:ext cx="0" cy="0"/>
          <a:chOff x="0" y="0"/>
          <a:chExt cx="0" cy="0"/>
        </a:xfrm>
      </p:grpSpPr>
      <p:sp>
        <p:nvSpPr>
          <p:cNvPr id="1818" name="Google Shape;1818;p3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19" name="Google Shape;181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0" name="Google Shape;1820;p3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6. Om du är tvungen att köra snöskoter på väg, (oframkomlig terräng, broar m.m.) är den högsta tillåtna hastigheten…?</a:t>
            </a:r>
            <a:endParaRPr/>
          </a:p>
          <a:p>
            <a:pPr indent="0" lvl="0" marL="0" rtl="0" algn="l">
              <a:spcBef>
                <a:spcPts val="0"/>
              </a:spcBef>
              <a:spcAft>
                <a:spcPts val="0"/>
              </a:spcAft>
              <a:buSzPts val="1800"/>
              <a:buNone/>
            </a:pPr>
            <a:r>
              <a:rPr lang="en-US"/>
              <a:t>Sportmaskinen var länge den mest sålda. Den är byggd för ledtrafik. Eftersom man i andra länder endast får köra på led är den fortfarande en av de mest använda. </a:t>
            </a:r>
            <a:endParaRPr/>
          </a:p>
          <a:p>
            <a:pPr indent="0" lvl="0" marL="0" rtl="0" algn="l">
              <a:spcBef>
                <a:spcPts val="0"/>
              </a:spcBef>
              <a:spcAft>
                <a:spcPts val="0"/>
              </a:spcAft>
              <a:buSzPts val="1800"/>
              <a:buNone/>
            </a:pPr>
            <a:r>
              <a:rPr lang="en-US"/>
              <a:t>Sportmaskinen har en kort matta på 38 cm. Bärigheten är inte det viktigaste, utan lätthanterlighet kommer i första rummet.</a:t>
            </a:r>
            <a:endParaRPr/>
          </a:p>
          <a:p>
            <a:pPr indent="0" lvl="0" marL="0" rtl="0" algn="l">
              <a:spcBef>
                <a:spcPts val="0"/>
              </a:spcBef>
              <a:spcAft>
                <a:spcPts val="0"/>
              </a:spcAft>
              <a:buSzPts val="1800"/>
              <a:buNone/>
            </a:pPr>
            <a:r>
              <a:rPr lang="en-US"/>
              <a:t>En kort dyna medger inte passagerare. De flesta sportmaskiner är inte godkända för passagerare. I registreringsbeviset anges om skotern är godkänd för passagerare.</a:t>
            </a:r>
            <a:endParaRPr/>
          </a:p>
          <a:p>
            <a:pPr indent="0" lvl="0" marL="0" rtl="0" algn="l">
              <a:spcBef>
                <a:spcPts val="0"/>
              </a:spcBef>
              <a:spcAft>
                <a:spcPts val="0"/>
              </a:spcAft>
              <a:buSzPts val="1800"/>
              <a:buNone/>
            </a:pPr>
            <a:r>
              <a:rPr lang="en-US"/>
              <a:t>Framdelen är som sagt ungefär lika.</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8" name="Shape 1828"/>
        <p:cNvGrpSpPr/>
        <p:nvPr/>
      </p:nvGrpSpPr>
      <p:grpSpPr>
        <a:xfrm>
          <a:off x="0" y="0"/>
          <a:ext cx="0" cy="0"/>
          <a:chOff x="0" y="0"/>
          <a:chExt cx="0" cy="0"/>
        </a:xfrm>
      </p:grpSpPr>
      <p:sp>
        <p:nvSpPr>
          <p:cNvPr id="1829" name="Google Shape;1829;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0" name="Google Shape;1830;p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Detta är belopp som gäller 2011. Håll koll på eventuella ändringar.</a:t>
            </a:r>
            <a:endParaRPr/>
          </a:p>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7. Hur höga ska träden vara i ett skogsområde för att det ska vara tillåtet att köra där.</a:t>
            </a:r>
            <a:endParaRPr/>
          </a:p>
          <a:p>
            <a:pPr indent="0" lvl="0" marL="0" rtl="0" algn="l">
              <a:spcBef>
                <a:spcPts val="0"/>
              </a:spcBef>
              <a:spcAft>
                <a:spcPts val="0"/>
              </a:spcAft>
              <a:buNone/>
            </a:pPr>
            <a:r>
              <a:t/>
            </a:r>
            <a:endParaRPr/>
          </a:p>
        </p:txBody>
      </p:sp>
      <p:sp>
        <p:nvSpPr>
          <p:cNvPr id="1831" name="Google Shape;1831;p6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8" name="Shape 1838"/>
        <p:cNvGrpSpPr/>
        <p:nvPr/>
      </p:nvGrpSpPr>
      <p:grpSpPr>
        <a:xfrm>
          <a:off x="0" y="0"/>
          <a:ext cx="0" cy="0"/>
          <a:chOff x="0" y="0"/>
          <a:chExt cx="0" cy="0"/>
        </a:xfrm>
      </p:grpSpPr>
      <p:sp>
        <p:nvSpPr>
          <p:cNvPr id="1839" name="Google Shape;1839;p39: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40" name="Google Shape;1840;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1" name="Google Shape;1841;p3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Nu tittar vi på olika maskintyper.</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Touringen är oftast den enda skoter som tillåter passagerare. Påpeka att ryggstödet bak i första hand är för att hindra att passageraren ramlar av. Det förekommer många olyckor  på just det sättet.</a:t>
            </a:r>
            <a:endParaRPr/>
          </a:p>
          <a:p>
            <a:pPr indent="0" lvl="0" marL="0" rtl="0" algn="l">
              <a:spcBef>
                <a:spcPts val="0"/>
              </a:spcBef>
              <a:spcAft>
                <a:spcPts val="0"/>
              </a:spcAft>
              <a:buSzPts val="1800"/>
              <a:buNone/>
            </a:pPr>
            <a:r>
              <a:rPr lang="en-US"/>
              <a:t>Touringen har många ”bekvämlighetsfinesser”, som uppvärmda handtag och i vissa fall dynor. Många elektriska mätare. Nästan alltid elstart och back.</a:t>
            </a:r>
            <a:endParaRPr/>
          </a:p>
          <a:p>
            <a:pPr indent="0" lvl="0" marL="0" rtl="0" algn="l">
              <a:spcBef>
                <a:spcPts val="0"/>
              </a:spcBef>
              <a:spcAft>
                <a:spcPts val="0"/>
              </a:spcAft>
              <a:buSzPts val="1800"/>
              <a:buNone/>
            </a:pPr>
            <a:r>
              <a:rPr lang="en-US"/>
              <a:t>Lite längre, och ibland bredare, matta. Detta främst för bärighet eftersom man ofta färdas två personer på den.</a:t>
            </a:r>
            <a:endParaRPr/>
          </a:p>
          <a:p>
            <a:pPr indent="0" lvl="0" marL="0" rtl="0" algn="l">
              <a:spcBef>
                <a:spcPts val="0"/>
              </a:spcBef>
              <a:spcAft>
                <a:spcPts val="0"/>
              </a:spcAft>
              <a:buSzPts val="1800"/>
              <a:buNone/>
            </a:pPr>
            <a:r>
              <a:rPr lang="en-US"/>
              <a:t>Framdelen med motor och skidor är i stort set densamma, oavsett typ av maskin.</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8" name="Shape 1848"/>
        <p:cNvGrpSpPr/>
        <p:nvPr/>
      </p:nvGrpSpPr>
      <p:grpSpPr>
        <a:xfrm>
          <a:off x="0" y="0"/>
          <a:ext cx="0" cy="0"/>
          <a:chOff x="0" y="0"/>
          <a:chExt cx="0" cy="0"/>
        </a:xfrm>
      </p:grpSpPr>
      <p:sp>
        <p:nvSpPr>
          <p:cNvPr id="1849" name="Google Shape;1849;p4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0" name="Google Shape;1850;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p4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862" name="Google Shape;1862;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3" name="Google Shape;1863;p4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12. Bästa livförsäkringen vid färd över is är…</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15. Vid färd på is över vissa vattendrag och sjöisar ses ofta ”ruskmarkeringar”, vilket innebär:</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SzPts val="1800"/>
              <a:buNone/>
            </a:pPr>
            <a:r>
              <a:rPr lang="en-US"/>
              <a:t>En arbetsmaskin som i första hand är till för att transportera folk. Den har en normalbred matta, 38 cm, och är ofta ”strippad” på alla finesser. Här hart vi en maskin som är tänkt för yrkesfolk som använder snöskotern till vardags. Samer, linjearbetare, lantmätare osv.</a:t>
            </a:r>
            <a:endParaRPr/>
          </a:p>
          <a:p>
            <a:pPr indent="0" lvl="0" marL="0" rtl="0" algn="l">
              <a:spcBef>
                <a:spcPts val="0"/>
              </a:spcBef>
              <a:spcAft>
                <a:spcPts val="0"/>
              </a:spcAft>
              <a:buSzPts val="1800"/>
              <a:buNone/>
            </a:pPr>
            <a:r>
              <a:rPr lang="en-US"/>
              <a:t>Ofta med en lätt och bränslesnål motor. Här är inte kraft och fart särskilt viktigt.</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9" name="Shape 1869"/>
        <p:cNvGrpSpPr/>
        <p:nvPr/>
      </p:nvGrpSpPr>
      <p:grpSpPr>
        <a:xfrm>
          <a:off x="0" y="0"/>
          <a:ext cx="0" cy="0"/>
          <a:chOff x="0" y="0"/>
          <a:chExt cx="0" cy="0"/>
        </a:xfrm>
      </p:grpSpPr>
      <p:sp>
        <p:nvSpPr>
          <p:cNvPr id="1870" name="Google Shape;1870;p4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10. Var placerar man lämpligast små barn, vid färd med snöskoter?</a:t>
            </a:r>
            <a:endParaRPr/>
          </a:p>
        </p:txBody>
      </p:sp>
      <p:sp>
        <p:nvSpPr>
          <p:cNvPr id="1871" name="Google Shape;1871;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p4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0" name="Google Shape;1880;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5" name="Shape 1885"/>
        <p:cNvGrpSpPr/>
        <p:nvPr/>
      </p:nvGrpSpPr>
      <p:grpSpPr>
        <a:xfrm>
          <a:off x="0" y="0"/>
          <a:ext cx="0" cy="0"/>
          <a:chOff x="0" y="0"/>
          <a:chExt cx="0" cy="0"/>
        </a:xfrm>
      </p:grpSpPr>
      <p:sp>
        <p:nvSpPr>
          <p:cNvPr id="1886" name="Google Shape;1886;p4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7" name="Google Shape;1887;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2" name="Shape 1892"/>
        <p:cNvGrpSpPr/>
        <p:nvPr/>
      </p:nvGrpSpPr>
      <p:grpSpPr>
        <a:xfrm>
          <a:off x="0" y="0"/>
          <a:ext cx="0" cy="0"/>
          <a:chOff x="0" y="0"/>
          <a:chExt cx="0" cy="0"/>
        </a:xfrm>
      </p:grpSpPr>
      <p:sp>
        <p:nvSpPr>
          <p:cNvPr id="1893" name="Google Shape;1893;p4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4" name="Google Shape;1894;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0" name="Shape 1900"/>
        <p:cNvGrpSpPr/>
        <p:nvPr/>
      </p:nvGrpSpPr>
      <p:grpSpPr>
        <a:xfrm>
          <a:off x="0" y="0"/>
          <a:ext cx="0" cy="0"/>
          <a:chOff x="0" y="0"/>
          <a:chExt cx="0" cy="0"/>
        </a:xfrm>
      </p:grpSpPr>
      <p:sp>
        <p:nvSpPr>
          <p:cNvPr id="1901" name="Google Shape;1901;p4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2" name="Google Shape;1902;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7" name="Shape 1907"/>
        <p:cNvGrpSpPr/>
        <p:nvPr/>
      </p:nvGrpSpPr>
      <p:grpSpPr>
        <a:xfrm>
          <a:off x="0" y="0"/>
          <a:ext cx="0" cy="0"/>
          <a:chOff x="0" y="0"/>
          <a:chExt cx="0" cy="0"/>
        </a:xfrm>
      </p:grpSpPr>
      <p:sp>
        <p:nvSpPr>
          <p:cNvPr id="1908" name="Google Shape;1908;p55: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09" name="Google Shape;1909;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0" name="Google Shape;1910;p5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Vi dåligt väder, snöstorm, finns det inga alternativ. Ser man nästa ”rödkryss” kan man köra vidare.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8" name="Shape 1918"/>
        <p:cNvGrpSpPr/>
        <p:nvPr/>
      </p:nvGrpSpPr>
      <p:grpSpPr>
        <a:xfrm>
          <a:off x="0" y="0"/>
          <a:ext cx="0" cy="0"/>
          <a:chOff x="0" y="0"/>
          <a:chExt cx="0" cy="0"/>
        </a:xfrm>
      </p:grpSpPr>
      <p:sp>
        <p:nvSpPr>
          <p:cNvPr id="1919" name="Google Shape;1919;p2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20" name="Google Shape;1920;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21" name="Google Shape;1921;p2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En sammanställning av de lagar och regler som nämns i läroboken.</a:t>
            </a:r>
            <a:endParaRPr/>
          </a:p>
          <a:p>
            <a:pPr indent="0" lvl="0" marL="0" rtl="0" algn="l">
              <a:spcBef>
                <a:spcPts val="0"/>
              </a:spcBef>
              <a:spcAft>
                <a:spcPts val="0"/>
              </a:spcAft>
              <a:buSzPts val="1800"/>
              <a:buNone/>
            </a:pPr>
            <a:r>
              <a:rPr lang="en-US"/>
              <a:t>Tryck på detta med lokala föreskrifter. Ta reda på någon speciell regel som gäller i just er kommun.</a:t>
            </a:r>
            <a:endParaRPr/>
          </a:p>
          <a:p>
            <a:pPr indent="0" lvl="0" marL="0" rtl="0" algn="l">
              <a:spcBef>
                <a:spcPts val="0"/>
              </a:spcBef>
              <a:spcAft>
                <a:spcPts val="0"/>
              </a:spcAft>
              <a:buSzPts val="1800"/>
              <a:buNone/>
            </a:pPr>
            <a:r>
              <a:rPr lang="en-US"/>
              <a:t>Man kan visst få parkeringsböter på skotern. Om man parkerat den så att,  ”den utgör fara eller hinder för andra trafikanter”.</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6" name="Shape 1926"/>
        <p:cNvGrpSpPr/>
        <p:nvPr/>
      </p:nvGrpSpPr>
      <p:grpSpPr>
        <a:xfrm>
          <a:off x="0" y="0"/>
          <a:ext cx="0" cy="0"/>
          <a:chOff x="0" y="0"/>
          <a:chExt cx="0" cy="0"/>
        </a:xfrm>
      </p:grpSpPr>
      <p:sp>
        <p:nvSpPr>
          <p:cNvPr id="1927" name="Google Shape;1927;p4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8" name="Google Shape;1928;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7" name="Shape 1937"/>
        <p:cNvGrpSpPr/>
        <p:nvPr/>
      </p:nvGrpSpPr>
      <p:grpSpPr>
        <a:xfrm>
          <a:off x="0" y="0"/>
          <a:ext cx="0" cy="0"/>
          <a:chOff x="0" y="0"/>
          <a:chExt cx="0" cy="0"/>
        </a:xfrm>
      </p:grpSpPr>
      <p:sp>
        <p:nvSpPr>
          <p:cNvPr id="1938" name="Google Shape;1938;p4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13. Bästa sättet att ge första vård på en kylskada är att: </a:t>
            </a:r>
            <a:endParaRPr/>
          </a:p>
        </p:txBody>
      </p:sp>
      <p:sp>
        <p:nvSpPr>
          <p:cNvPr id="1939" name="Google Shape;1939;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4" name="Shape 1944"/>
        <p:cNvGrpSpPr/>
        <p:nvPr/>
      </p:nvGrpSpPr>
      <p:grpSpPr>
        <a:xfrm>
          <a:off x="0" y="0"/>
          <a:ext cx="0" cy="0"/>
          <a:chOff x="0" y="0"/>
          <a:chExt cx="0" cy="0"/>
        </a:xfrm>
      </p:grpSpPr>
      <p:sp>
        <p:nvSpPr>
          <p:cNvPr id="1945" name="Google Shape;1945;p2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6" name="Google Shape;1946;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1" name="Shape 1971"/>
        <p:cNvGrpSpPr/>
        <p:nvPr/>
      </p:nvGrpSpPr>
      <p:grpSpPr>
        <a:xfrm>
          <a:off x="0" y="0"/>
          <a:ext cx="0" cy="0"/>
          <a:chOff x="0" y="0"/>
          <a:chExt cx="0" cy="0"/>
        </a:xfrm>
      </p:grpSpPr>
      <p:sp>
        <p:nvSpPr>
          <p:cNvPr id="1972" name="Google Shape;1972;p50: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1973" name="Google Shape;1973;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4" name="Google Shape;1974;p5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Detta kan hända om man inte kollat gasen.</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Hit brukar man hinna på två timmar. Det innebär att om man exempelvis börjar på fredagskvällen så är det lämpligt att köra hit.</a:t>
            </a:r>
            <a:endParaRPr/>
          </a:p>
          <a:p>
            <a:pPr indent="0" lvl="0" marL="0" rtl="0" algn="l">
              <a:spcBef>
                <a:spcPts val="0"/>
              </a:spcBef>
              <a:spcAft>
                <a:spcPts val="0"/>
              </a:spcAft>
              <a:buSzPts val="1800"/>
              <a:buNone/>
            </a:pPr>
            <a:r>
              <a:rPr lang="en-US"/>
              <a:t>Om man börjar på lördag morgon, så bör det nu vara dags för lunch.</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0" name="Shape 1980"/>
        <p:cNvGrpSpPr/>
        <p:nvPr/>
      </p:nvGrpSpPr>
      <p:grpSpPr>
        <a:xfrm>
          <a:off x="0" y="0"/>
          <a:ext cx="0" cy="0"/>
          <a:chOff x="0" y="0"/>
          <a:chExt cx="0" cy="0"/>
        </a:xfrm>
      </p:grpSpPr>
      <p:sp>
        <p:nvSpPr>
          <p:cNvPr id="1981" name="Google Shape;1981;p5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2" name="Google Shape;1982;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2" name="Shape 2002"/>
        <p:cNvGrpSpPr/>
        <p:nvPr/>
      </p:nvGrpSpPr>
      <p:grpSpPr>
        <a:xfrm>
          <a:off x="0" y="0"/>
          <a:ext cx="0" cy="0"/>
          <a:chOff x="0" y="0"/>
          <a:chExt cx="0" cy="0"/>
        </a:xfrm>
      </p:grpSpPr>
      <p:sp>
        <p:nvSpPr>
          <p:cNvPr id="2003" name="Google Shape;2003;p4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04" name="Google Shape;2004;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1" name="Shape 2011"/>
        <p:cNvGrpSpPr/>
        <p:nvPr/>
      </p:nvGrpSpPr>
      <p:grpSpPr>
        <a:xfrm>
          <a:off x="0" y="0"/>
          <a:ext cx="0" cy="0"/>
          <a:chOff x="0" y="0"/>
          <a:chExt cx="0" cy="0"/>
        </a:xfrm>
      </p:grpSpPr>
      <p:sp>
        <p:nvSpPr>
          <p:cNvPr id="2012" name="Google Shape;2012;p5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13" name="Google Shape;2013;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14" name="Google Shape;2014;p5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Körställningar. Berätta vid vilka olika förhållanden som man använder olika körställningar.</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8" name="Shape 2018"/>
        <p:cNvGrpSpPr/>
        <p:nvPr/>
      </p:nvGrpSpPr>
      <p:grpSpPr>
        <a:xfrm>
          <a:off x="0" y="0"/>
          <a:ext cx="0" cy="0"/>
          <a:chOff x="0" y="0"/>
          <a:chExt cx="0" cy="0"/>
        </a:xfrm>
      </p:grpSpPr>
      <p:sp>
        <p:nvSpPr>
          <p:cNvPr id="2019" name="Google Shape;2019;p5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14. Du transporterar din snöskoter på en släpvagn med kåpa. Vad kräver lagen om fastsättning/förankring av snöskotern?</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24. Du transporterar din snöskoter på en släpvagn med kåpa. Vad kräver lagen om fastsättning/förankring av snöskotern?</a:t>
            </a:r>
            <a:endParaRPr sz="1000">
              <a:solidFill>
                <a:schemeClr val="dk1"/>
              </a:solidFill>
              <a:highlight>
                <a:srgbClr val="FFFFFF"/>
              </a:highlight>
              <a:latin typeface="Calibri"/>
              <a:ea typeface="Calibri"/>
              <a:cs typeface="Calibri"/>
              <a:sym typeface="Calibri"/>
            </a:endParaRPr>
          </a:p>
        </p:txBody>
      </p:sp>
      <p:sp>
        <p:nvSpPr>
          <p:cNvPr id="2020" name="Google Shape;2020;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1" name="Shape 2031"/>
        <p:cNvGrpSpPr/>
        <p:nvPr/>
      </p:nvGrpSpPr>
      <p:grpSpPr>
        <a:xfrm>
          <a:off x="0" y="0"/>
          <a:ext cx="0" cy="0"/>
          <a:chOff x="0" y="0"/>
          <a:chExt cx="0" cy="0"/>
        </a:xfrm>
      </p:grpSpPr>
      <p:sp>
        <p:nvSpPr>
          <p:cNvPr id="2032" name="Google Shape;2032;p5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3" name="Google Shape;2033;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9" name="Shape 2039"/>
        <p:cNvGrpSpPr/>
        <p:nvPr/>
      </p:nvGrpSpPr>
      <p:grpSpPr>
        <a:xfrm>
          <a:off x="0" y="0"/>
          <a:ext cx="0" cy="0"/>
          <a:chOff x="0" y="0"/>
          <a:chExt cx="0" cy="0"/>
        </a:xfrm>
      </p:grpSpPr>
      <p:sp>
        <p:nvSpPr>
          <p:cNvPr id="2040" name="Google Shape;2040;p5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lnSpc>
                <a:spcPct val="120000"/>
              </a:lnSpc>
              <a:spcBef>
                <a:spcPts val="0"/>
              </a:spcBef>
              <a:spcAft>
                <a:spcPts val="0"/>
              </a:spcAft>
              <a:buClr>
                <a:schemeClr val="dk1"/>
              </a:buClr>
              <a:buSzPts val="1100"/>
              <a:buFont typeface="Arial"/>
              <a:buNone/>
            </a:pPr>
            <a:r>
              <a:rPr lang="en-US" sz="1000">
                <a:solidFill>
                  <a:schemeClr val="dk1"/>
                </a:solidFill>
                <a:highlight>
                  <a:srgbClr val="FFFFFF"/>
                </a:highlight>
                <a:latin typeface="Calibri"/>
                <a:ea typeface="Calibri"/>
                <a:cs typeface="Calibri"/>
                <a:sym typeface="Calibri"/>
              </a:rPr>
              <a:t>27. Var kan man säkrast hitta lokala trafikföreskrifter?</a:t>
            </a:r>
            <a:endParaRPr sz="1000">
              <a:solidFill>
                <a:schemeClr val="dk1"/>
              </a:solidFill>
              <a:highlight>
                <a:srgbClr val="FFFFFF"/>
              </a:highlight>
              <a:latin typeface="Calibri"/>
              <a:ea typeface="Calibri"/>
              <a:cs typeface="Calibri"/>
              <a:sym typeface="Calibri"/>
            </a:endParaRPr>
          </a:p>
          <a:p>
            <a:pPr indent="0" lvl="0" marL="0" rtl="0" algn="l">
              <a:lnSpc>
                <a:spcPct val="115000"/>
              </a:lnSpc>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None/>
            </a:pPr>
            <a:r>
              <a:t/>
            </a:r>
            <a:endParaRPr/>
          </a:p>
        </p:txBody>
      </p:sp>
      <p:sp>
        <p:nvSpPr>
          <p:cNvPr id="2041" name="Google Shape;2041;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p5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49" name="Google Shape;204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0" name="Google Shape;2050;p5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Krångliga nya regler. I boken beskrivs vad som gäller.</a:t>
            </a:r>
            <a:endParaRPr/>
          </a:p>
          <a:p>
            <a:pPr indent="0" lvl="0" marL="0" rtl="0" algn="l">
              <a:spcBef>
                <a:spcPts val="0"/>
              </a:spcBef>
              <a:spcAft>
                <a:spcPts val="0"/>
              </a:spcAft>
              <a:buSzPts val="1800"/>
              <a:buNone/>
            </a:pPr>
            <a:r>
              <a:rPr lang="en-US"/>
              <a:t>SSCO har bestämt sig för att lära ut 60 l. Mer bensin på skotern är i stort sett aldrig nödvändigt.</a:t>
            </a:r>
            <a:endParaRPr/>
          </a:p>
          <a:p>
            <a:pPr indent="0" lvl="0" marL="0" rtl="0" algn="l">
              <a:spcBef>
                <a:spcPts val="0"/>
              </a:spcBef>
              <a:spcAft>
                <a:spcPts val="0"/>
              </a:spcAft>
              <a:buSzPts val="1800"/>
              <a:buNone/>
            </a:pPr>
            <a:r>
              <a:rPr lang="en-US"/>
              <a:t>Däremot kan det vara motiverat med ett bränsleförråd på släpen vid fjällturer.</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4" name="Shape 2054"/>
        <p:cNvGrpSpPr/>
        <p:nvPr/>
      </p:nvGrpSpPr>
      <p:grpSpPr>
        <a:xfrm>
          <a:off x="0" y="0"/>
          <a:ext cx="0" cy="0"/>
          <a:chOff x="0" y="0"/>
          <a:chExt cx="0" cy="0"/>
        </a:xfrm>
      </p:grpSpPr>
      <p:sp>
        <p:nvSpPr>
          <p:cNvPr id="2055" name="Google Shape;2055;p5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21. Måste en snöskoter registreras?</a:t>
            </a:r>
            <a:endParaRPr/>
          </a:p>
        </p:txBody>
      </p:sp>
      <p:sp>
        <p:nvSpPr>
          <p:cNvPr id="2056" name="Google Shape;2056;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1" name="Shape 2061"/>
        <p:cNvGrpSpPr/>
        <p:nvPr/>
      </p:nvGrpSpPr>
      <p:grpSpPr>
        <a:xfrm>
          <a:off x="0" y="0"/>
          <a:ext cx="0" cy="0"/>
          <a:chOff x="0" y="0"/>
          <a:chExt cx="0" cy="0"/>
        </a:xfrm>
      </p:grpSpPr>
      <p:sp>
        <p:nvSpPr>
          <p:cNvPr id="2062" name="Google Shape;2062;p5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3" name="Google Shape;2063;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7" name="Shape 2067"/>
        <p:cNvGrpSpPr/>
        <p:nvPr/>
      </p:nvGrpSpPr>
      <p:grpSpPr>
        <a:xfrm>
          <a:off x="0" y="0"/>
          <a:ext cx="0" cy="0"/>
          <a:chOff x="0" y="0"/>
          <a:chExt cx="0" cy="0"/>
        </a:xfrm>
      </p:grpSpPr>
      <p:sp>
        <p:nvSpPr>
          <p:cNvPr id="2068" name="Google Shape;2068;p6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4. Om du är tvungen att köra snöskoter på väg, (oframkomlig terräng, broar m.m.) är den högsta tillåtna hastigheten…?</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 5. Högsta tillåtna hastighet för snöskoter är…</a:t>
            </a:r>
            <a:endParaRPr sz="1000">
              <a:solidFill>
                <a:schemeClr val="dk1"/>
              </a:solidFill>
              <a:highlight>
                <a:srgbClr val="FFFFFF"/>
              </a:highlight>
              <a:latin typeface="Calibri"/>
              <a:ea typeface="Calibri"/>
              <a:cs typeface="Calibri"/>
              <a:sym typeface="Calibri"/>
            </a:endParaRPr>
          </a:p>
        </p:txBody>
      </p:sp>
      <p:sp>
        <p:nvSpPr>
          <p:cNvPr id="2069" name="Google Shape;2069;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4" name="Shape 2074"/>
        <p:cNvGrpSpPr/>
        <p:nvPr/>
      </p:nvGrpSpPr>
      <p:grpSpPr>
        <a:xfrm>
          <a:off x="0" y="0"/>
          <a:ext cx="0" cy="0"/>
          <a:chOff x="0" y="0"/>
          <a:chExt cx="0" cy="0"/>
        </a:xfrm>
      </p:grpSpPr>
      <p:sp>
        <p:nvSpPr>
          <p:cNvPr id="2075" name="Google Shape;2075;p7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9. Vilken försäkring är du som skoterägare skyldig att teckna?</a:t>
            </a:r>
            <a:endParaRPr/>
          </a:p>
        </p:txBody>
      </p:sp>
      <p:sp>
        <p:nvSpPr>
          <p:cNvPr id="2076" name="Google Shape;2076;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0" name="Shape 2080"/>
        <p:cNvGrpSpPr/>
        <p:nvPr/>
      </p:nvGrpSpPr>
      <p:grpSpPr>
        <a:xfrm>
          <a:off x="0" y="0"/>
          <a:ext cx="0" cy="0"/>
          <a:chOff x="0" y="0"/>
          <a:chExt cx="0" cy="0"/>
        </a:xfrm>
      </p:grpSpPr>
      <p:sp>
        <p:nvSpPr>
          <p:cNvPr id="2081" name="Google Shape;2081;p61: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82" name="Google Shape;2082;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83" name="Google Shape;2083;p6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16. Vad gäller för snöskotertrafik på en skoterled?</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23. Har du som snöskoterförare väjningsplikt mot gående, skidåkare, sparkåkare m.fl., i terrängen</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SzPts val="1800"/>
              <a:buNone/>
            </a:pPr>
            <a:r>
              <a:rPr lang="en-US"/>
              <a:t>Påminn om att det är vi som ska hålla av från leden. Inga sura miner. Då håller vi en bra relation till andra i terrängen.</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7" name="Shape 2087"/>
        <p:cNvGrpSpPr/>
        <p:nvPr/>
      </p:nvGrpSpPr>
      <p:grpSpPr>
        <a:xfrm>
          <a:off x="0" y="0"/>
          <a:ext cx="0" cy="0"/>
          <a:chOff x="0" y="0"/>
          <a:chExt cx="0" cy="0"/>
        </a:xfrm>
      </p:grpSpPr>
      <p:sp>
        <p:nvSpPr>
          <p:cNvPr id="2088" name="Google Shape;2088;p6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089" name="Google Shape;2089;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0" name="Google Shape;2090;p6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22.	Vad betyder detta märke?</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SzPts val="1800"/>
              <a:buNone/>
            </a:pPr>
            <a:r>
              <a:rPr lang="en-US" sz="1000">
                <a:solidFill>
                  <a:schemeClr val="dk1"/>
                </a:solidFill>
                <a:highlight>
                  <a:srgbClr val="FFFFFF"/>
                </a:highlight>
                <a:latin typeface="Calibri"/>
                <a:ea typeface="Calibri"/>
                <a:cs typeface="Calibri"/>
                <a:sym typeface="Calibri"/>
              </a:rPr>
              <a:t>24. Hur gör du när du passerar en järnväg?</a:t>
            </a:r>
            <a:endParaRPr/>
          </a:p>
          <a:p>
            <a:pPr indent="0" lvl="0" marL="0" rtl="0" algn="l">
              <a:spcBef>
                <a:spcPts val="0"/>
              </a:spcBef>
              <a:spcAft>
                <a:spcPts val="0"/>
              </a:spcAft>
              <a:buSzPts val="1800"/>
              <a:buNone/>
            </a:pPr>
            <a:r>
              <a:rPr lang="en-US"/>
              <a:t>Lagen säger att vi ska ta alternativ väg när vi träffar renar.</a:t>
            </a:r>
            <a:endParaRPr/>
          </a:p>
          <a:p>
            <a:pPr indent="0" lvl="0" marL="0" rtl="0" algn="l">
              <a:spcBef>
                <a:spcPts val="0"/>
              </a:spcBef>
              <a:spcAft>
                <a:spcPts val="0"/>
              </a:spcAft>
              <a:buSzPts val="1800"/>
              <a:buNone/>
            </a:pPr>
            <a:r>
              <a:rPr lang="en-US"/>
              <a:t>I broschyren ”Renar och snöskotertrafik” sägs vad samerna har för uppfattning. På provet gäller lagen. I verkligheten gäller broschyren.</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7" name="Shape 2107"/>
        <p:cNvGrpSpPr/>
        <p:nvPr/>
      </p:nvGrpSpPr>
      <p:grpSpPr>
        <a:xfrm>
          <a:off x="0" y="0"/>
          <a:ext cx="0" cy="0"/>
          <a:chOff x="0" y="0"/>
          <a:chExt cx="0" cy="0"/>
        </a:xfrm>
      </p:grpSpPr>
      <p:sp>
        <p:nvSpPr>
          <p:cNvPr id="2108" name="Google Shape;2108;p6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9" name="Google Shape;2109;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3" name="Shape 2113"/>
        <p:cNvGrpSpPr/>
        <p:nvPr/>
      </p:nvGrpSpPr>
      <p:grpSpPr>
        <a:xfrm>
          <a:off x="0" y="0"/>
          <a:ext cx="0" cy="0"/>
          <a:chOff x="0" y="0"/>
          <a:chExt cx="0" cy="0"/>
        </a:xfrm>
      </p:grpSpPr>
      <p:sp>
        <p:nvSpPr>
          <p:cNvPr id="2114" name="Google Shape;2114;p6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1. Vad ska man som snökoterförare göra om renar befinner sig i färdvägen?</a:t>
            </a:r>
            <a:endParaRPr/>
          </a:p>
        </p:txBody>
      </p:sp>
      <p:sp>
        <p:nvSpPr>
          <p:cNvPr id="2115" name="Google Shape;2115;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0" name="Shape 2120"/>
        <p:cNvGrpSpPr/>
        <p:nvPr/>
      </p:nvGrpSpPr>
      <p:grpSpPr>
        <a:xfrm>
          <a:off x="0" y="0"/>
          <a:ext cx="0" cy="0"/>
          <a:chOff x="0" y="0"/>
          <a:chExt cx="0" cy="0"/>
        </a:xfrm>
      </p:grpSpPr>
      <p:sp>
        <p:nvSpPr>
          <p:cNvPr id="2121" name="Google Shape;2121;p6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2" name="Google Shape;2122;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7" name="Shape 2127"/>
        <p:cNvGrpSpPr/>
        <p:nvPr/>
      </p:nvGrpSpPr>
      <p:grpSpPr>
        <a:xfrm>
          <a:off x="0" y="0"/>
          <a:ext cx="0" cy="0"/>
          <a:chOff x="0" y="0"/>
          <a:chExt cx="0" cy="0"/>
        </a:xfrm>
      </p:grpSpPr>
      <p:sp>
        <p:nvSpPr>
          <p:cNvPr id="2128" name="Google Shape;2128;g3f845609ace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9" name="Google Shape;2129;g3f845609ace_0_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1" name="Shape 2141"/>
        <p:cNvGrpSpPr/>
        <p:nvPr/>
      </p:nvGrpSpPr>
      <p:grpSpPr>
        <a:xfrm>
          <a:off x="0" y="0"/>
          <a:ext cx="0" cy="0"/>
          <a:chOff x="0" y="0"/>
          <a:chExt cx="0" cy="0"/>
        </a:xfrm>
      </p:grpSpPr>
      <p:sp>
        <p:nvSpPr>
          <p:cNvPr id="2142" name="Google Shape;2142;p6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3" name="Google Shape;2143;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8" name="Shape 2148"/>
        <p:cNvGrpSpPr/>
        <p:nvPr/>
      </p:nvGrpSpPr>
      <p:grpSpPr>
        <a:xfrm>
          <a:off x="0" y="0"/>
          <a:ext cx="0" cy="0"/>
          <a:chOff x="0" y="0"/>
          <a:chExt cx="0" cy="0"/>
        </a:xfrm>
      </p:grpSpPr>
      <p:sp>
        <p:nvSpPr>
          <p:cNvPr id="2149" name="Google Shape;2149;g7595701b7e_1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50" name="Google Shape;2150;g7595701b7e_1_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1" name="Google Shape;2151;g7595701b7e_1_7:notes"/>
          <p:cNvSpPr txBox="1"/>
          <p:nvPr>
            <p:ph idx="12" type="sldNum"/>
          </p:nvPr>
        </p:nvSpPr>
        <p:spPr>
          <a:xfrm>
            <a:off x="3886200" y="8686800"/>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6" name="Shape 2156"/>
        <p:cNvGrpSpPr/>
        <p:nvPr/>
      </p:nvGrpSpPr>
      <p:grpSpPr>
        <a:xfrm>
          <a:off x="0" y="0"/>
          <a:ext cx="0" cy="0"/>
          <a:chOff x="0" y="0"/>
          <a:chExt cx="0" cy="0"/>
        </a:xfrm>
      </p:grpSpPr>
      <p:sp>
        <p:nvSpPr>
          <p:cNvPr id="2157" name="Google Shape;2157;p7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11. Kan en skoterförare dömas för vårdslöshet i trafik, även om han/hon bara kör i terräng?</a:t>
            </a:r>
            <a:endParaRPr/>
          </a:p>
        </p:txBody>
      </p:sp>
      <p:sp>
        <p:nvSpPr>
          <p:cNvPr id="2158" name="Google Shape;2158;p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p7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2. Är det tillåtet att medföra vapen på snöskoter?</a:t>
            </a:r>
            <a:endParaRPr sz="1000">
              <a:solidFill>
                <a:schemeClr val="dk1"/>
              </a:solidFill>
              <a:highlight>
                <a:srgbClr val="FFFFFF"/>
              </a:highlight>
              <a:latin typeface="Calibri"/>
              <a:ea typeface="Calibri"/>
              <a:cs typeface="Calibri"/>
              <a:sym typeface="Calibri"/>
            </a:endParaRPr>
          </a:p>
          <a:p>
            <a:pPr indent="0" lvl="0" marL="0" rtl="0" algn="l">
              <a:spcBef>
                <a:spcPts val="0"/>
              </a:spcBef>
              <a:spcAft>
                <a:spcPts val="0"/>
              </a:spcAft>
              <a:buNone/>
            </a:pPr>
            <a:r>
              <a:rPr lang="en-US" sz="1000">
                <a:solidFill>
                  <a:schemeClr val="dk1"/>
                </a:solidFill>
                <a:highlight>
                  <a:srgbClr val="FFFFFF"/>
                </a:highlight>
                <a:latin typeface="Calibri"/>
                <a:ea typeface="Calibri"/>
                <a:cs typeface="Calibri"/>
                <a:sym typeface="Calibri"/>
              </a:rPr>
              <a:t>18. Är det tillåtet att spåra vilda djur med snöskoter?</a:t>
            </a:r>
            <a:endParaRPr sz="1000">
              <a:solidFill>
                <a:schemeClr val="dk1"/>
              </a:solidFill>
              <a:highlight>
                <a:srgbClr val="FFFFFF"/>
              </a:highlight>
              <a:latin typeface="Calibri"/>
              <a:ea typeface="Calibri"/>
              <a:cs typeface="Calibri"/>
              <a:sym typeface="Calibri"/>
            </a:endParaRPr>
          </a:p>
        </p:txBody>
      </p:sp>
      <p:sp>
        <p:nvSpPr>
          <p:cNvPr id="2165" name="Google Shape;2165;p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0" name="Shape 2170"/>
        <p:cNvGrpSpPr/>
        <p:nvPr/>
      </p:nvGrpSpPr>
      <p:grpSpPr>
        <a:xfrm>
          <a:off x="0" y="0"/>
          <a:ext cx="0" cy="0"/>
          <a:chOff x="0" y="0"/>
          <a:chExt cx="0" cy="0"/>
        </a:xfrm>
      </p:grpSpPr>
      <p:sp>
        <p:nvSpPr>
          <p:cNvPr id="2171" name="Google Shape;2171;p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2" name="Google Shape;2172;p7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Här berättar du om en lämplig färdväg i detta scenario. Här kan du även påminna om dumheten med att köra under hängdrivor.</a:t>
            </a:r>
            <a:endParaRPr/>
          </a:p>
          <a:p>
            <a:pPr indent="0" lvl="0" marL="0" rtl="0" algn="l">
              <a:spcBef>
                <a:spcPts val="0"/>
              </a:spcBef>
              <a:spcAft>
                <a:spcPts val="0"/>
              </a:spcAft>
              <a:buSzPts val="1800"/>
              <a:buNone/>
            </a:pPr>
            <a:r>
              <a:rPr lang="en-US"/>
              <a:t>Ta upp att det är viktigt med lavinutbildning om man tänker åka utanför ledsystemet i fjällen. Berätta om att det i Kanada är krav i vissa områden för att få åka in där.</a:t>
            </a:r>
            <a:endParaRPr/>
          </a:p>
        </p:txBody>
      </p:sp>
      <p:sp>
        <p:nvSpPr>
          <p:cNvPr id="2173" name="Google Shape;2173;p72: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7" name="Shape 2177"/>
        <p:cNvGrpSpPr/>
        <p:nvPr/>
      </p:nvGrpSpPr>
      <p:grpSpPr>
        <a:xfrm>
          <a:off x="0" y="0"/>
          <a:ext cx="0" cy="0"/>
          <a:chOff x="0" y="0"/>
          <a:chExt cx="0" cy="0"/>
        </a:xfrm>
      </p:grpSpPr>
      <p:sp>
        <p:nvSpPr>
          <p:cNvPr id="2178" name="Google Shape;2178;p73: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179" name="Google Shape;2179;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0" name="Google Shape;2180;p7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Många har inte klart för sig att mattan drivs med hjälp av en kedja.</a:t>
            </a:r>
            <a:endParaRPr/>
          </a:p>
          <a:p>
            <a:pPr indent="0" lvl="0" marL="0" rtl="0" algn="l">
              <a:spcBef>
                <a:spcPts val="0"/>
              </a:spcBef>
              <a:spcAft>
                <a:spcPts val="0"/>
              </a:spcAft>
              <a:buSzPts val="1800"/>
              <a:buNone/>
            </a:pPr>
            <a:r>
              <a:rPr lang="en-US"/>
              <a:t>Påpeka det viktiga med att byta den olja som är i kedjehuset. Byter man inte denna regelbundet (en gång/år), så kommer kedjan att nötas ut snabbt.</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5" name="Shape 2185"/>
        <p:cNvGrpSpPr/>
        <p:nvPr/>
      </p:nvGrpSpPr>
      <p:grpSpPr>
        <a:xfrm>
          <a:off x="0" y="0"/>
          <a:ext cx="0" cy="0"/>
          <a:chOff x="0" y="0"/>
          <a:chExt cx="0" cy="0"/>
        </a:xfrm>
      </p:grpSpPr>
      <p:sp>
        <p:nvSpPr>
          <p:cNvPr id="2186" name="Google Shape;2186;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7" name="Google Shape;2187;p7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Om det är aktuellt.</a:t>
            </a:r>
            <a:endParaRPr/>
          </a:p>
          <a:p>
            <a:pPr indent="0" lvl="0" marL="0" rtl="0" algn="l">
              <a:spcBef>
                <a:spcPts val="0"/>
              </a:spcBef>
              <a:spcAft>
                <a:spcPts val="0"/>
              </a:spcAft>
              <a:buSzPts val="1800"/>
              <a:buNone/>
            </a:pPr>
            <a:r>
              <a:t/>
            </a:r>
            <a:endParaRPr/>
          </a:p>
          <a:p>
            <a:pPr indent="0" lvl="0" marL="0" rtl="0" algn="ctr">
              <a:spcBef>
                <a:spcPts val="0"/>
              </a:spcBef>
              <a:spcAft>
                <a:spcPts val="0"/>
              </a:spcAft>
              <a:buSzPts val="3600"/>
              <a:buNone/>
            </a:pPr>
            <a:r>
              <a:rPr b="1" lang="en-US" sz="3600"/>
              <a:t>Lycka till!</a:t>
            </a:r>
            <a:endParaRPr/>
          </a:p>
        </p:txBody>
      </p:sp>
      <p:sp>
        <p:nvSpPr>
          <p:cNvPr id="2188" name="Google Shape;2188;p74: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5" name="Shape 2195"/>
        <p:cNvGrpSpPr/>
        <p:nvPr/>
      </p:nvGrpSpPr>
      <p:grpSpPr>
        <a:xfrm>
          <a:off x="0" y="0"/>
          <a:ext cx="0" cy="0"/>
          <a:chOff x="0" y="0"/>
          <a:chExt cx="0" cy="0"/>
        </a:xfrm>
      </p:grpSpPr>
      <p:sp>
        <p:nvSpPr>
          <p:cNvPr id="2196" name="Google Shape;2196;p76: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fld id="{00000000-1234-1234-1234-123412341234}" type="slidenum">
              <a:rPr b="0" i="0" lang="en-US" sz="1200" u="none">
                <a:solidFill>
                  <a:schemeClr val="dk1"/>
                </a:solidFill>
                <a:latin typeface="Times New Roman"/>
                <a:ea typeface="Times New Roman"/>
                <a:cs typeface="Times New Roman"/>
                <a:sym typeface="Times New Roman"/>
              </a:rPr>
              <a:t>‹#›</a:t>
            </a:fld>
            <a:endParaRPr/>
          </a:p>
        </p:txBody>
      </p:sp>
      <p:sp>
        <p:nvSpPr>
          <p:cNvPr id="2197" name="Google Shape;2197;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98" name="Google Shape;2198;p7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Påpeka att bomull är helt förkastligt närmast huden. Bomull blir fuktigt och kyler därför. Glöm inte att det ofta är bomull i många strumpor och sockar.</a:t>
            </a:r>
            <a:endParaRPr/>
          </a:p>
          <a:p>
            <a:pPr indent="0" lvl="0" marL="0" rtl="0" algn="l">
              <a:spcBef>
                <a:spcPts val="0"/>
              </a:spcBef>
              <a:spcAft>
                <a:spcPts val="0"/>
              </a:spcAft>
              <a:buSzPts val="1800"/>
              <a:buNone/>
            </a:pPr>
            <a:r>
              <a:rPr lang="en-US"/>
              <a:t>Fleece tar inte upp vatten pga. täta fibrer, till skillnad från exempelvis ylle som suger åt sig väta.</a:t>
            </a:r>
            <a:endParaRPr/>
          </a:p>
          <a:p>
            <a:pPr indent="0" lvl="0" marL="0" rtl="0" algn="l">
              <a:spcBef>
                <a:spcPts val="0"/>
              </a:spcBef>
              <a:spcAft>
                <a:spcPts val="0"/>
              </a:spcAft>
              <a:buSzPts val="1800"/>
              <a:buNone/>
            </a:pPr>
            <a:r>
              <a:rPr lang="en-US"/>
              <a:t>Gore-Tex är ett firmanamn. Fine-Tex, Pro-Tex osv. är andra benämningar på samma sak. Släpper väta inifrån, men inte utifrån  =  vattentätt. Släpper luft inifrån men inte utifrån  = vindtätt.</a:t>
            </a:r>
            <a:endParaRPr/>
          </a:p>
          <a:p>
            <a:pPr indent="0" lvl="0" marL="0" rtl="0" algn="l">
              <a:spcBef>
                <a:spcPts val="0"/>
              </a:spcBef>
              <a:spcAft>
                <a:spcPts val="0"/>
              </a:spcAft>
              <a:buSzPts val="1800"/>
              <a:buNone/>
            </a:pPr>
            <a:r>
              <a:rPr lang="en-US"/>
              <a:t>Skoterkläder har oftast ett eget värmande lager. Det behövs om man minns den förra bilden med kyleffekt.</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3" name="Shape 2203"/>
        <p:cNvGrpSpPr/>
        <p:nvPr/>
      </p:nvGrpSpPr>
      <p:grpSpPr>
        <a:xfrm>
          <a:off x="0" y="0"/>
          <a:ext cx="0" cy="0"/>
          <a:chOff x="0" y="0"/>
          <a:chExt cx="0" cy="0"/>
        </a:xfrm>
      </p:grpSpPr>
      <p:sp>
        <p:nvSpPr>
          <p:cNvPr id="2204" name="Google Shape;2204;p77: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200"/>
              <a:buFont typeface="Times New Roman"/>
              <a:buNone/>
            </a:pPr>
            <a:fld id="{00000000-1234-1234-1234-123412341234}" type="slidenum">
              <a:rPr b="0" i="0" lang="en-US" sz="1200" u="none">
                <a:solidFill>
                  <a:schemeClr val="dk1"/>
                </a:solidFill>
                <a:latin typeface="Times New Roman"/>
                <a:ea typeface="Times New Roman"/>
                <a:cs typeface="Times New Roman"/>
                <a:sym typeface="Times New Roman"/>
              </a:rPr>
              <a:t>‹#›</a:t>
            </a:fld>
            <a:endParaRPr/>
          </a:p>
        </p:txBody>
      </p:sp>
      <p:sp>
        <p:nvSpPr>
          <p:cNvPr id="2205" name="Google Shape;2205;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06" name="Google Shape;2206;p7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Gå igenom denna.</a:t>
            </a:r>
            <a:endParaRPr/>
          </a:p>
          <a:p>
            <a:pPr indent="0" lvl="0" marL="0" rtl="0" algn="l">
              <a:spcBef>
                <a:spcPts val="0"/>
              </a:spcBef>
              <a:spcAft>
                <a:spcPts val="0"/>
              </a:spcAft>
              <a:buSzPts val="1800"/>
              <a:buNone/>
            </a:pPr>
            <a:r>
              <a:rPr lang="en-US"/>
              <a:t>Tryck extra på att det är vanligt med ett gasreglage som ”hakar upp sig”. På skotern ligger ju alltid växeln i. Det betyder att om gasen hakar sig sticker skotern iväg.</a:t>
            </a:r>
            <a:endParaRPr/>
          </a:p>
          <a:p>
            <a:pPr indent="0" lvl="0" marL="0" rtl="0" algn="l">
              <a:spcBef>
                <a:spcPts val="0"/>
              </a:spcBef>
              <a:spcAft>
                <a:spcPts val="0"/>
              </a:spcAft>
              <a:buSzPts val="1800"/>
              <a:buNone/>
            </a:pPr>
            <a:r>
              <a:rPr lang="en-US"/>
              <a:t>Byt variatorrem i tid! Att byta rem i terrängen kan vara svårt. Har man bytt i tid så har man även en bra extrarem.</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1" name="Shape 2211"/>
        <p:cNvGrpSpPr/>
        <p:nvPr/>
      </p:nvGrpSpPr>
      <p:grpSpPr>
        <a:xfrm>
          <a:off x="0" y="0"/>
          <a:ext cx="0" cy="0"/>
          <a:chOff x="0" y="0"/>
          <a:chExt cx="0" cy="0"/>
        </a:xfrm>
      </p:grpSpPr>
      <p:sp>
        <p:nvSpPr>
          <p:cNvPr id="2212" name="Google Shape;2212;p78:notes"/>
          <p:cNvSpPr txBox="1"/>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a:solidFill>
                  <a:srgbClr val="000000"/>
                </a:solidFill>
                <a:latin typeface="Times New Roman"/>
                <a:ea typeface="Times New Roman"/>
                <a:cs typeface="Times New Roman"/>
                <a:sym typeface="Times New Roman"/>
              </a:rPr>
              <a:t>‹#›</a:t>
            </a:fld>
            <a:endParaRPr/>
          </a:p>
        </p:txBody>
      </p:sp>
      <p:sp>
        <p:nvSpPr>
          <p:cNvPr id="2213" name="Google Shape;2213;p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4" name="Google Shape;2214;p7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VIMS är fyra viktiga saker vi måste tänka på innan snöskoterturen.</a:t>
            </a:r>
            <a:endParaRPr/>
          </a:p>
          <a:p>
            <a:pPr indent="0" lvl="0" marL="0" rtl="0" algn="l">
              <a:spcBef>
                <a:spcPts val="0"/>
              </a:spcBef>
              <a:spcAft>
                <a:spcPts val="0"/>
              </a:spcAft>
              <a:buSzPts val="1800"/>
              <a:buNone/>
            </a:pPr>
            <a:r>
              <a:rPr lang="en-US"/>
              <a:t>Håll koll på vädret även i hemtrakterna. Det är inte bara i fjällen som det är viktigt.</a:t>
            </a:r>
            <a:endParaRPr/>
          </a:p>
          <a:p>
            <a:pPr indent="0" lvl="0" marL="0" rtl="0" algn="l">
              <a:spcBef>
                <a:spcPts val="0"/>
              </a:spcBef>
              <a:spcAft>
                <a:spcPts val="0"/>
              </a:spcAft>
              <a:buSzPts val="1800"/>
              <a:buNone/>
            </a:pPr>
            <a:r>
              <a:rPr lang="en-US"/>
              <a:t>”ID-handling kan numera utgöras av det förarbevis som ni tar”.</a:t>
            </a:r>
            <a:endParaRPr/>
          </a:p>
          <a:p>
            <a:pPr indent="0" lvl="0" marL="0" rtl="0" algn="l">
              <a:spcBef>
                <a:spcPts val="0"/>
              </a:spcBef>
              <a:spcAft>
                <a:spcPts val="0"/>
              </a:spcAft>
              <a:buSzPts val="1800"/>
              <a:buNone/>
            </a:pPr>
            <a:r>
              <a:rPr lang="en-US"/>
              <a:t>”Glöm aldrig att berätta för någon att du ska ut på skotertur, och ungefär var du tänker åka”.</a:t>
            </a:r>
            <a:endParaRPr/>
          </a:p>
          <a:p>
            <a:pPr indent="0" lvl="0" marL="0" rtl="0" algn="l">
              <a:spcBef>
                <a:spcPts val="0"/>
              </a:spcBef>
              <a:spcAft>
                <a:spcPts val="0"/>
              </a:spcAft>
              <a:buSzPts val="1800"/>
              <a:buNone/>
            </a:pPr>
            <a:r>
              <a:rPr lang="en-US"/>
              <a:t>Kolla igenom skotern innan du åker. Gärna efter en ”checklista”. (Nästa bild)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15" name="Shape 15"/>
        <p:cNvGrpSpPr/>
        <p:nvPr/>
      </p:nvGrpSpPr>
      <p:grpSpPr>
        <a:xfrm>
          <a:off x="0" y="0"/>
          <a:ext cx="0" cy="0"/>
          <a:chOff x="0" y="0"/>
          <a:chExt cx="0" cy="0"/>
        </a:xfrm>
      </p:grpSpPr>
      <p:sp>
        <p:nvSpPr>
          <p:cNvPr id="16" name="Google Shape;16;p2"/>
          <p:cNvSpPr txBox="1"/>
          <p:nvPr>
            <p:ph idx="1" type="body"/>
          </p:nvPr>
        </p:nvSpPr>
        <p:spPr>
          <a:xfrm>
            <a:off x="457200" y="1524000"/>
            <a:ext cx="822960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600"/>
              </a:spcBef>
              <a:spcAft>
                <a:spcPts val="0"/>
              </a:spcAft>
              <a:buSzPts val="1530"/>
              <a:buChar char="⚫"/>
              <a:defRPr/>
            </a:lvl1pPr>
            <a:lvl2pPr indent="-325755" lvl="1" marL="914400" algn="l">
              <a:spcBef>
                <a:spcPts val="300"/>
              </a:spcBef>
              <a:spcAft>
                <a:spcPts val="0"/>
              </a:spcAft>
              <a:buSzPts val="1530"/>
              <a:buChar char="⚫"/>
              <a:defRPr/>
            </a:lvl2pPr>
            <a:lvl3pPr indent="-325755" lvl="2" marL="1371600" algn="l">
              <a:spcBef>
                <a:spcPts val="300"/>
              </a:spcBef>
              <a:spcAft>
                <a:spcPts val="0"/>
              </a:spcAft>
              <a:buSzPts val="1530"/>
              <a:buChar char="⚫"/>
              <a:defRPr/>
            </a:lvl3pPr>
            <a:lvl4pPr indent="-325755" lvl="3" marL="1828800" algn="l">
              <a:spcBef>
                <a:spcPts val="300"/>
              </a:spcBef>
              <a:spcAft>
                <a:spcPts val="0"/>
              </a:spcAft>
              <a:buSzPts val="1530"/>
              <a:buChar char="⚫"/>
              <a:defRPr/>
            </a:lvl4pPr>
            <a:lvl5pPr indent="-325755" lvl="4" marL="2286000" algn="l">
              <a:spcBef>
                <a:spcPts val="338"/>
              </a:spcBef>
              <a:spcAft>
                <a:spcPts val="0"/>
              </a:spcAft>
              <a:buSzPts val="1530"/>
              <a:buChar char="⚫"/>
              <a:defRPr/>
            </a:lvl5pPr>
            <a:lvl6pPr indent="-325755" lvl="5" marL="2743200" algn="l">
              <a:spcBef>
                <a:spcPts val="340"/>
              </a:spcBef>
              <a:spcAft>
                <a:spcPts val="0"/>
              </a:spcAft>
              <a:buSzPts val="1530"/>
              <a:buChar char="🖙"/>
              <a:defRPr/>
            </a:lvl6pPr>
            <a:lvl7pPr indent="-325755" lvl="6" marL="3200400" algn="l">
              <a:spcBef>
                <a:spcPts val="340"/>
              </a:spcBef>
              <a:spcAft>
                <a:spcPts val="0"/>
              </a:spcAft>
              <a:buSzPts val="1530"/>
              <a:buChar char="🖙"/>
              <a:defRPr/>
            </a:lvl7pPr>
            <a:lvl8pPr indent="-325755" lvl="7" marL="3657600" algn="l">
              <a:spcBef>
                <a:spcPts val="340"/>
              </a:spcBef>
              <a:spcAft>
                <a:spcPts val="0"/>
              </a:spcAft>
              <a:buSzPts val="1530"/>
              <a:buChar char="🖙"/>
              <a:defRPr/>
            </a:lvl8pPr>
            <a:lvl9pPr indent="-325755" lvl="8" marL="4114800" algn="l">
              <a:spcBef>
                <a:spcPts val="340"/>
              </a:spcBef>
              <a:spcAft>
                <a:spcPts val="0"/>
              </a:spcAft>
              <a:buSzPts val="1530"/>
              <a:buChar char="🖙"/>
              <a:defRPr/>
            </a:lvl9pPr>
          </a:lstStyle>
          <a:p/>
        </p:txBody>
      </p:sp>
      <p:sp>
        <p:nvSpPr>
          <p:cNvPr id="17" name="Google Shape;17;p2"/>
          <p:cNvSpPr txBox="1"/>
          <p:nvPr>
            <p:ph type="title"/>
          </p:nvPr>
        </p:nvSpPr>
        <p:spPr>
          <a:xfrm>
            <a:off x="457200" y="152400"/>
            <a:ext cx="8229600" cy="1219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0" type="dt"/>
          </p:nvPr>
        </p:nvSpPr>
        <p:spPr>
          <a:xfrm>
            <a:off x="5791200" y="6203950"/>
            <a:ext cx="25908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
          <p:cNvSpPr txBox="1"/>
          <p:nvPr>
            <p:ph idx="11" type="ftr"/>
          </p:nvPr>
        </p:nvSpPr>
        <p:spPr>
          <a:xfrm>
            <a:off x="2133600" y="6203950"/>
            <a:ext cx="35814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
          <p:cNvSpPr txBox="1"/>
          <p:nvPr>
            <p:ph idx="12" type="sldNum"/>
          </p:nvPr>
        </p:nvSpPr>
        <p:spPr>
          <a:xfrm>
            <a:off x="8410575" y="6181725"/>
            <a:ext cx="609600" cy="457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21" name="Shape 21"/>
        <p:cNvGrpSpPr/>
        <p:nvPr/>
      </p:nvGrpSpPr>
      <p:grpSpPr>
        <a:xfrm>
          <a:off x="0" y="0"/>
          <a:ext cx="0" cy="0"/>
          <a:chOff x="0" y="0"/>
          <a:chExt cx="0" cy="0"/>
        </a:xfrm>
      </p:grpSpPr>
      <p:sp>
        <p:nvSpPr>
          <p:cNvPr id="22" name="Google Shape;22;p3"/>
          <p:cNvSpPr txBox="1"/>
          <p:nvPr>
            <p:ph type="title"/>
          </p:nvPr>
        </p:nvSpPr>
        <p:spPr>
          <a:xfrm rot="5400000">
            <a:off x="4732337" y="2171700"/>
            <a:ext cx="5851525" cy="2057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25755" lvl="0" marL="457200" algn="l">
              <a:spcBef>
                <a:spcPts val="600"/>
              </a:spcBef>
              <a:spcAft>
                <a:spcPts val="0"/>
              </a:spcAft>
              <a:buSzPts val="1530"/>
              <a:buChar char="⚫"/>
              <a:defRPr/>
            </a:lvl1pPr>
            <a:lvl2pPr indent="-325755" lvl="1" marL="914400" algn="l">
              <a:spcBef>
                <a:spcPts val="300"/>
              </a:spcBef>
              <a:spcAft>
                <a:spcPts val="0"/>
              </a:spcAft>
              <a:buSzPts val="1530"/>
              <a:buChar char="⚫"/>
              <a:defRPr/>
            </a:lvl2pPr>
            <a:lvl3pPr indent="-325755" lvl="2" marL="1371600" algn="l">
              <a:spcBef>
                <a:spcPts val="300"/>
              </a:spcBef>
              <a:spcAft>
                <a:spcPts val="0"/>
              </a:spcAft>
              <a:buSzPts val="1530"/>
              <a:buChar char="⚫"/>
              <a:defRPr/>
            </a:lvl3pPr>
            <a:lvl4pPr indent="-325755" lvl="3" marL="1828800" algn="l">
              <a:spcBef>
                <a:spcPts val="300"/>
              </a:spcBef>
              <a:spcAft>
                <a:spcPts val="0"/>
              </a:spcAft>
              <a:buSzPts val="1530"/>
              <a:buChar char="⚫"/>
              <a:defRPr/>
            </a:lvl4pPr>
            <a:lvl5pPr indent="-325755" lvl="4" marL="2286000" algn="l">
              <a:spcBef>
                <a:spcPts val="338"/>
              </a:spcBef>
              <a:spcAft>
                <a:spcPts val="0"/>
              </a:spcAft>
              <a:buSzPts val="1530"/>
              <a:buChar char="⚫"/>
              <a:defRPr/>
            </a:lvl5pPr>
            <a:lvl6pPr indent="-325755" lvl="5" marL="2743200" algn="l">
              <a:spcBef>
                <a:spcPts val="340"/>
              </a:spcBef>
              <a:spcAft>
                <a:spcPts val="0"/>
              </a:spcAft>
              <a:buSzPts val="1530"/>
              <a:buChar char="🖙"/>
              <a:defRPr/>
            </a:lvl6pPr>
            <a:lvl7pPr indent="-325755" lvl="6" marL="3200400" algn="l">
              <a:spcBef>
                <a:spcPts val="340"/>
              </a:spcBef>
              <a:spcAft>
                <a:spcPts val="0"/>
              </a:spcAft>
              <a:buSzPts val="1530"/>
              <a:buChar char="🖙"/>
              <a:defRPr/>
            </a:lvl7pPr>
            <a:lvl8pPr indent="-325755" lvl="7" marL="3657600" algn="l">
              <a:spcBef>
                <a:spcPts val="340"/>
              </a:spcBef>
              <a:spcAft>
                <a:spcPts val="0"/>
              </a:spcAft>
              <a:buSzPts val="1530"/>
              <a:buChar char="🖙"/>
              <a:defRPr/>
            </a:lvl8pPr>
            <a:lvl9pPr indent="-325755" lvl="8" marL="4114800" algn="l">
              <a:spcBef>
                <a:spcPts val="340"/>
              </a:spcBef>
              <a:spcAft>
                <a:spcPts val="0"/>
              </a:spcAft>
              <a:buSzPts val="1530"/>
              <a:buChar char="🖙"/>
              <a:defRPr/>
            </a:lvl9pPr>
          </a:lstStyle>
          <a:p/>
        </p:txBody>
      </p:sp>
      <p:sp>
        <p:nvSpPr>
          <p:cNvPr id="24" name="Google Shape;24;p3"/>
          <p:cNvSpPr txBox="1"/>
          <p:nvPr>
            <p:ph idx="10" type="dt"/>
          </p:nvPr>
        </p:nvSpPr>
        <p:spPr>
          <a:xfrm>
            <a:off x="5791200" y="6203950"/>
            <a:ext cx="25908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3"/>
          <p:cNvSpPr txBox="1"/>
          <p:nvPr>
            <p:ph idx="11" type="ftr"/>
          </p:nvPr>
        </p:nvSpPr>
        <p:spPr>
          <a:xfrm>
            <a:off x="2133600" y="6203950"/>
            <a:ext cx="35814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
          <p:cNvSpPr txBox="1"/>
          <p:nvPr>
            <p:ph idx="12" type="sldNum"/>
          </p:nvPr>
        </p:nvSpPr>
        <p:spPr>
          <a:xfrm>
            <a:off x="8410575" y="6181725"/>
            <a:ext cx="609600" cy="457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27" name="Shape 27"/>
        <p:cNvGrpSpPr/>
        <p:nvPr/>
      </p:nvGrpSpPr>
      <p:grpSpPr>
        <a:xfrm>
          <a:off x="0" y="0"/>
          <a:ext cx="0" cy="0"/>
          <a:chOff x="0" y="0"/>
          <a:chExt cx="0" cy="0"/>
        </a:xfrm>
      </p:grpSpPr>
      <p:sp>
        <p:nvSpPr>
          <p:cNvPr id="28" name="Google Shape;28;p4"/>
          <p:cNvSpPr txBox="1"/>
          <p:nvPr>
            <p:ph type="title"/>
          </p:nvPr>
        </p:nvSpPr>
        <p:spPr>
          <a:xfrm>
            <a:off x="457200" y="152400"/>
            <a:ext cx="8229600" cy="1219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 type="body"/>
          </p:nvPr>
        </p:nvSpPr>
        <p:spPr>
          <a:xfrm rot="5400000">
            <a:off x="2232819" y="-327819"/>
            <a:ext cx="4678362" cy="8229600"/>
          </a:xfrm>
          <a:prstGeom prst="rect">
            <a:avLst/>
          </a:prstGeom>
          <a:noFill/>
          <a:ln>
            <a:noFill/>
          </a:ln>
        </p:spPr>
        <p:txBody>
          <a:bodyPr anchorCtr="0" anchor="t" bIns="45700" lIns="91425" spcFirstLastPara="1" rIns="91425" wrap="square" tIns="45700">
            <a:noAutofit/>
          </a:bodyPr>
          <a:lstStyle>
            <a:lvl1pPr indent="-325755" lvl="0" marL="457200" algn="l">
              <a:spcBef>
                <a:spcPts val="600"/>
              </a:spcBef>
              <a:spcAft>
                <a:spcPts val="0"/>
              </a:spcAft>
              <a:buSzPts val="1530"/>
              <a:buChar char="⚫"/>
              <a:defRPr/>
            </a:lvl1pPr>
            <a:lvl2pPr indent="-325755" lvl="1" marL="914400" algn="l">
              <a:spcBef>
                <a:spcPts val="300"/>
              </a:spcBef>
              <a:spcAft>
                <a:spcPts val="0"/>
              </a:spcAft>
              <a:buSzPts val="1530"/>
              <a:buChar char="⚫"/>
              <a:defRPr/>
            </a:lvl2pPr>
            <a:lvl3pPr indent="-325755" lvl="2" marL="1371600" algn="l">
              <a:spcBef>
                <a:spcPts val="300"/>
              </a:spcBef>
              <a:spcAft>
                <a:spcPts val="0"/>
              </a:spcAft>
              <a:buSzPts val="1530"/>
              <a:buChar char="⚫"/>
              <a:defRPr/>
            </a:lvl3pPr>
            <a:lvl4pPr indent="-325755" lvl="3" marL="1828800" algn="l">
              <a:spcBef>
                <a:spcPts val="300"/>
              </a:spcBef>
              <a:spcAft>
                <a:spcPts val="0"/>
              </a:spcAft>
              <a:buSzPts val="1530"/>
              <a:buChar char="⚫"/>
              <a:defRPr/>
            </a:lvl4pPr>
            <a:lvl5pPr indent="-325755" lvl="4" marL="2286000" algn="l">
              <a:spcBef>
                <a:spcPts val="338"/>
              </a:spcBef>
              <a:spcAft>
                <a:spcPts val="0"/>
              </a:spcAft>
              <a:buSzPts val="1530"/>
              <a:buChar char="⚫"/>
              <a:defRPr/>
            </a:lvl5pPr>
            <a:lvl6pPr indent="-325755" lvl="5" marL="2743200" algn="l">
              <a:spcBef>
                <a:spcPts val="340"/>
              </a:spcBef>
              <a:spcAft>
                <a:spcPts val="0"/>
              </a:spcAft>
              <a:buSzPts val="1530"/>
              <a:buChar char="🖙"/>
              <a:defRPr/>
            </a:lvl6pPr>
            <a:lvl7pPr indent="-325755" lvl="6" marL="3200400" algn="l">
              <a:spcBef>
                <a:spcPts val="340"/>
              </a:spcBef>
              <a:spcAft>
                <a:spcPts val="0"/>
              </a:spcAft>
              <a:buSzPts val="1530"/>
              <a:buChar char="🖙"/>
              <a:defRPr/>
            </a:lvl7pPr>
            <a:lvl8pPr indent="-325755" lvl="7" marL="3657600" algn="l">
              <a:spcBef>
                <a:spcPts val="340"/>
              </a:spcBef>
              <a:spcAft>
                <a:spcPts val="0"/>
              </a:spcAft>
              <a:buSzPts val="1530"/>
              <a:buChar char="🖙"/>
              <a:defRPr/>
            </a:lvl8pPr>
            <a:lvl9pPr indent="-325755" lvl="8" marL="4114800" algn="l">
              <a:spcBef>
                <a:spcPts val="340"/>
              </a:spcBef>
              <a:spcAft>
                <a:spcPts val="0"/>
              </a:spcAft>
              <a:buSzPts val="1530"/>
              <a:buChar char="🖙"/>
              <a:defRPr/>
            </a:lvl9pPr>
          </a:lstStyle>
          <a:p/>
        </p:txBody>
      </p:sp>
      <p:sp>
        <p:nvSpPr>
          <p:cNvPr id="30" name="Google Shape;30;p4"/>
          <p:cNvSpPr txBox="1"/>
          <p:nvPr>
            <p:ph idx="10" type="dt"/>
          </p:nvPr>
        </p:nvSpPr>
        <p:spPr>
          <a:xfrm>
            <a:off x="5791200" y="6203950"/>
            <a:ext cx="25908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
          <p:cNvSpPr txBox="1"/>
          <p:nvPr>
            <p:ph idx="11" type="ftr"/>
          </p:nvPr>
        </p:nvSpPr>
        <p:spPr>
          <a:xfrm>
            <a:off x="2133600" y="6203950"/>
            <a:ext cx="35814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
          <p:cNvSpPr txBox="1"/>
          <p:nvPr>
            <p:ph idx="12" type="sldNum"/>
          </p:nvPr>
        </p:nvSpPr>
        <p:spPr>
          <a:xfrm>
            <a:off x="8410575" y="6181725"/>
            <a:ext cx="609600" cy="457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ed bildtext" type="picTx">
  <p:cSld name="PICTURE_WITH_CAPTION_TEXT">
    <p:spTree>
      <p:nvGrpSpPr>
        <p:cNvPr id="33" name="Shape 33"/>
        <p:cNvGrpSpPr/>
        <p:nvPr/>
      </p:nvGrpSpPr>
      <p:grpSpPr>
        <a:xfrm>
          <a:off x="0" y="0"/>
          <a:ext cx="0" cy="0"/>
          <a:chOff x="0" y="0"/>
          <a:chExt cx="0" cy="0"/>
        </a:xfrm>
      </p:grpSpPr>
      <p:sp>
        <p:nvSpPr>
          <p:cNvPr id="34" name="Google Shape;34;p5"/>
          <p:cNvSpPr txBox="1"/>
          <p:nvPr>
            <p:ph type="title"/>
          </p:nvPr>
        </p:nvSpPr>
        <p:spPr>
          <a:xfrm>
            <a:off x="6629400" y="457200"/>
            <a:ext cx="2057400" cy="1066800"/>
          </a:xfrm>
          <a:prstGeom prst="rect">
            <a:avLst/>
          </a:prstGeom>
          <a:noFill/>
          <a:ln>
            <a:noFill/>
          </a:ln>
        </p:spPr>
        <p:txBody>
          <a:bodyPr anchorCtr="0" anchor="b" bIns="45700" lIns="91425" spcFirstLastPara="1" rIns="91425" wrap="square" tIns="91425">
            <a:noAutofit/>
          </a:bodyPr>
          <a:lstStyle>
            <a:lvl1pPr lvl="0" algn="l">
              <a:spcBef>
                <a:spcPts val="0"/>
              </a:spcBef>
              <a:spcAft>
                <a:spcPts val="0"/>
              </a:spcAft>
              <a:buClr>
                <a:schemeClr val="lt2"/>
              </a:buClr>
              <a:buSzPts val="1800"/>
              <a:buFont typeface="Constantia"/>
              <a:buNone/>
              <a:defRPr b="1" sz="1800">
                <a:solidFill>
                  <a:schemeClr val="lt2"/>
                </a:solidFill>
                <a:latin typeface="Constantia"/>
                <a:ea typeface="Constantia"/>
                <a:cs typeface="Constantia"/>
                <a:sym typeface="Constant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p:nvPr>
            <p:ph idx="2" type="pic"/>
          </p:nvPr>
        </p:nvSpPr>
        <p:spPr>
          <a:xfrm>
            <a:off x="457200" y="457200"/>
            <a:ext cx="6019800" cy="5562600"/>
          </a:xfrm>
          <a:prstGeom prst="rect">
            <a:avLst/>
          </a:prstGeom>
          <a:solidFill>
            <a:srgbClr val="FFFDEB"/>
          </a:solidFill>
          <a:ln>
            <a:noFill/>
          </a:ln>
          <a:effectLst>
            <a:outerShdw blurRad="88900" sx="103000" rotWithShape="0" algn="ctr" sy="103000">
              <a:srgbClr val="000000">
                <a:alpha val="31765"/>
              </a:srgbClr>
            </a:outerShdw>
          </a:effectLst>
        </p:spPr>
        <p:txBody>
          <a:bodyPr anchorCtr="0" anchor="t" bIns="45700" lIns="91425" spcFirstLastPara="1" rIns="91425" wrap="square" tIns="45700">
            <a:noAutofit/>
          </a:bodyPr>
          <a:lstStyle>
            <a:lvl1pPr lvl="0" marR="0" rtl="0" algn="l">
              <a:spcBef>
                <a:spcPts val="600"/>
              </a:spcBef>
              <a:spcAft>
                <a:spcPts val="0"/>
              </a:spcAft>
              <a:buClr>
                <a:schemeClr val="accent2"/>
              </a:buClr>
              <a:buSzPts val="272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300"/>
              </a:spcBef>
              <a:spcAft>
                <a:spcPts val="0"/>
              </a:spcAft>
              <a:buClr>
                <a:srgbClr val="D6903D"/>
              </a:buClr>
              <a:buSzPts val="2040"/>
              <a:buFont typeface="Noto Sans Symbols"/>
              <a:buChar char="⚫"/>
              <a:defRPr b="0" i="0" sz="2400" u="none" cap="none" strike="noStrike">
                <a:solidFill>
                  <a:schemeClr val="lt2"/>
                </a:solidFill>
                <a:latin typeface="Constantia"/>
                <a:ea typeface="Constantia"/>
                <a:cs typeface="Constantia"/>
                <a:sym typeface="Constantia"/>
              </a:defRPr>
            </a:lvl2pPr>
            <a:lvl3pPr lvl="2" marR="0" rtl="0" algn="l">
              <a:spcBef>
                <a:spcPts val="300"/>
              </a:spcBef>
              <a:spcAft>
                <a:spcPts val="0"/>
              </a:spcAft>
              <a:buClr>
                <a:srgbClr val="B37732"/>
              </a:buClr>
              <a:buSzPts val="1785"/>
              <a:buFont typeface="Noto Sans Symbols"/>
              <a:buChar char="⚫"/>
              <a:defRPr b="0" i="0" sz="2100" u="none" cap="none" strike="noStrike">
                <a:solidFill>
                  <a:schemeClr val="lt1"/>
                </a:solidFill>
                <a:latin typeface="Constantia"/>
                <a:ea typeface="Constantia"/>
                <a:cs typeface="Constantia"/>
                <a:sym typeface="Constantia"/>
              </a:defRPr>
            </a:lvl3pPr>
            <a:lvl4pPr lvl="3" marR="0" rtl="0" algn="l">
              <a:spcBef>
                <a:spcPts val="300"/>
              </a:spcBef>
              <a:spcAft>
                <a:spcPts val="0"/>
              </a:spcAft>
              <a:buClr>
                <a:srgbClr val="D6903D"/>
              </a:buClr>
              <a:buSzPts val="1615"/>
              <a:buFont typeface="Noto Sans Symbols"/>
              <a:buChar char="⚫"/>
              <a:defRPr b="0" i="0" sz="1900" u="none" cap="none" strike="noStrike">
                <a:solidFill>
                  <a:schemeClr val="lt1"/>
                </a:solidFill>
                <a:latin typeface="Constantia"/>
                <a:ea typeface="Constantia"/>
                <a:cs typeface="Constantia"/>
                <a:sym typeface="Constantia"/>
              </a:defRPr>
            </a:lvl4pPr>
            <a:lvl5pPr lvl="4" marR="0" rtl="0" algn="l">
              <a:spcBef>
                <a:spcPts val="338"/>
              </a:spcBef>
              <a:spcAft>
                <a:spcPts val="0"/>
              </a:spcAft>
              <a:buClr>
                <a:srgbClr val="D6903D"/>
              </a:buClr>
              <a:buSzPts val="1360"/>
              <a:buFont typeface="Noto Sans Symbols"/>
              <a:buChar char="⚫"/>
              <a:defRPr b="0" i="0" sz="1600" u="none" cap="none" strike="noStrike">
                <a:solidFill>
                  <a:schemeClr val="lt1"/>
                </a:solidFill>
                <a:latin typeface="Constantia"/>
                <a:ea typeface="Constantia"/>
                <a:cs typeface="Constantia"/>
                <a:sym typeface="Constantia"/>
              </a:defRPr>
            </a:lvl5pPr>
            <a:lvl6pPr lvl="5" marR="0" rtl="0" algn="l">
              <a:spcBef>
                <a:spcPts val="340"/>
              </a:spcBef>
              <a:spcAft>
                <a:spcPts val="0"/>
              </a:spcAft>
              <a:buClr>
                <a:srgbClr val="D58F3E"/>
              </a:buClr>
              <a:buSzPts val="1445"/>
              <a:buFont typeface="Noto Sans Symbols"/>
              <a:buChar char="🖙"/>
              <a:defRPr b="0" i="0" sz="1700" u="none" cap="none" strike="noStrike">
                <a:solidFill>
                  <a:schemeClr val="lt1"/>
                </a:solidFill>
                <a:latin typeface="Constantia"/>
                <a:ea typeface="Constantia"/>
                <a:cs typeface="Constantia"/>
                <a:sym typeface="Constantia"/>
              </a:defRPr>
            </a:lvl6pPr>
            <a:lvl7pPr lvl="6" marR="0" rtl="0" algn="l">
              <a:spcBef>
                <a:spcPts val="340"/>
              </a:spcBef>
              <a:spcAft>
                <a:spcPts val="0"/>
              </a:spcAft>
              <a:buClr>
                <a:srgbClr val="D58F3E"/>
              </a:buClr>
              <a:buSzPts val="1360"/>
              <a:buFont typeface="Noto Sans Symbols"/>
              <a:buChar char="🖙"/>
              <a:defRPr b="0" i="0" sz="1600" u="none" cap="none" strike="noStrike">
                <a:solidFill>
                  <a:schemeClr val="lt1"/>
                </a:solidFill>
                <a:latin typeface="Constantia"/>
                <a:ea typeface="Constantia"/>
                <a:cs typeface="Constantia"/>
                <a:sym typeface="Constantia"/>
              </a:defRPr>
            </a:lvl7pPr>
            <a:lvl8pPr lvl="7" marR="0" rtl="0" algn="l">
              <a:spcBef>
                <a:spcPts val="340"/>
              </a:spcBef>
              <a:spcAft>
                <a:spcPts val="0"/>
              </a:spcAft>
              <a:buClr>
                <a:srgbClr val="D58F3E"/>
              </a:buClr>
              <a:buSzPts val="1275"/>
              <a:buFont typeface="Noto Sans Symbols"/>
              <a:buChar char="🖙"/>
              <a:defRPr b="0" i="0" sz="1500" u="none" cap="none" strike="noStrike">
                <a:solidFill>
                  <a:schemeClr val="lt1"/>
                </a:solidFill>
                <a:latin typeface="Constantia"/>
                <a:ea typeface="Constantia"/>
                <a:cs typeface="Constantia"/>
                <a:sym typeface="Constantia"/>
              </a:defRPr>
            </a:lvl8pPr>
            <a:lvl9pPr lvl="8" marR="0" rtl="0" algn="l">
              <a:spcBef>
                <a:spcPts val="340"/>
              </a:spcBef>
              <a:spcAft>
                <a:spcPts val="0"/>
              </a:spcAft>
              <a:buClr>
                <a:srgbClr val="D58F3E"/>
              </a:buClr>
              <a:buSzPts val="1275"/>
              <a:buFont typeface="Noto Sans Symbols"/>
              <a:buChar char="🖙"/>
              <a:defRPr b="0" i="0" sz="1500" u="none" cap="none" strike="noStrike">
                <a:solidFill>
                  <a:schemeClr val="lt1"/>
                </a:solidFill>
                <a:latin typeface="Constantia"/>
                <a:ea typeface="Constantia"/>
                <a:cs typeface="Constantia"/>
                <a:sym typeface="Constantia"/>
              </a:defRPr>
            </a:lvl9pPr>
          </a:lstStyle>
          <a:p/>
        </p:txBody>
      </p:sp>
      <p:sp>
        <p:nvSpPr>
          <p:cNvPr id="36" name="Google Shape;36;p5"/>
          <p:cNvSpPr txBox="1"/>
          <p:nvPr>
            <p:ph idx="1" type="body"/>
          </p:nvPr>
        </p:nvSpPr>
        <p:spPr>
          <a:xfrm>
            <a:off x="6629400" y="1600200"/>
            <a:ext cx="2057400" cy="4419600"/>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600"/>
              </a:spcBef>
              <a:spcAft>
                <a:spcPts val="0"/>
              </a:spcAft>
              <a:buSzPts val="1360"/>
              <a:buFont typeface="Constantia"/>
              <a:buNone/>
              <a:defRPr b="0" sz="1600">
                <a:solidFill>
                  <a:schemeClr val="lt2"/>
                </a:solidFill>
              </a:defRPr>
            </a:lvl1pPr>
            <a:lvl2pPr indent="-293370" lvl="1" marL="914400" algn="l">
              <a:spcBef>
                <a:spcPts val="1000"/>
              </a:spcBef>
              <a:spcAft>
                <a:spcPts val="0"/>
              </a:spcAft>
              <a:buSzPts val="1020"/>
              <a:buChar char="⚫"/>
              <a:defRPr sz="1200"/>
            </a:lvl2pPr>
            <a:lvl3pPr indent="-282575" lvl="2" marL="1371600" algn="l">
              <a:spcBef>
                <a:spcPts val="300"/>
              </a:spcBef>
              <a:spcAft>
                <a:spcPts val="0"/>
              </a:spcAft>
              <a:buSzPts val="850"/>
              <a:buChar char="⚫"/>
              <a:defRPr sz="1000"/>
            </a:lvl3pPr>
            <a:lvl4pPr indent="-277177" lvl="3" marL="1828800" algn="l">
              <a:spcBef>
                <a:spcPts val="300"/>
              </a:spcBef>
              <a:spcAft>
                <a:spcPts val="0"/>
              </a:spcAft>
              <a:buSzPts val="765"/>
              <a:buChar char="⚫"/>
              <a:defRPr sz="900"/>
            </a:lvl4pPr>
            <a:lvl5pPr indent="-277177" lvl="4" marL="2286000" algn="l">
              <a:spcBef>
                <a:spcPts val="338"/>
              </a:spcBef>
              <a:spcAft>
                <a:spcPts val="0"/>
              </a:spcAft>
              <a:buSzPts val="765"/>
              <a:buChar char="⚫"/>
              <a:defRPr sz="900"/>
            </a:lvl5pPr>
            <a:lvl6pPr indent="-325755" lvl="5" marL="2743200" algn="l">
              <a:spcBef>
                <a:spcPts val="340"/>
              </a:spcBef>
              <a:spcAft>
                <a:spcPts val="0"/>
              </a:spcAft>
              <a:buSzPts val="1530"/>
              <a:buChar char="🖙"/>
              <a:defRPr/>
            </a:lvl6pPr>
            <a:lvl7pPr indent="-325755" lvl="6" marL="3200400" algn="l">
              <a:spcBef>
                <a:spcPts val="340"/>
              </a:spcBef>
              <a:spcAft>
                <a:spcPts val="0"/>
              </a:spcAft>
              <a:buSzPts val="1530"/>
              <a:buChar char="🖙"/>
              <a:defRPr/>
            </a:lvl7pPr>
            <a:lvl8pPr indent="-325755" lvl="7" marL="3657600" algn="l">
              <a:spcBef>
                <a:spcPts val="340"/>
              </a:spcBef>
              <a:spcAft>
                <a:spcPts val="0"/>
              </a:spcAft>
              <a:buSzPts val="1530"/>
              <a:buChar char="🖙"/>
              <a:defRPr/>
            </a:lvl8pPr>
            <a:lvl9pPr indent="-325755" lvl="8" marL="4114800" algn="l">
              <a:spcBef>
                <a:spcPts val="340"/>
              </a:spcBef>
              <a:spcAft>
                <a:spcPts val="0"/>
              </a:spcAft>
              <a:buSzPts val="1530"/>
              <a:buChar char="🖙"/>
              <a:defRPr/>
            </a:lvl9pPr>
          </a:lstStyle>
          <a:p/>
        </p:txBody>
      </p:sp>
      <p:sp>
        <p:nvSpPr>
          <p:cNvPr id="37" name="Google Shape;37;p5"/>
          <p:cNvSpPr txBox="1"/>
          <p:nvPr>
            <p:ph idx="10" type="dt"/>
          </p:nvPr>
        </p:nvSpPr>
        <p:spPr>
          <a:xfrm>
            <a:off x="5791200" y="6203950"/>
            <a:ext cx="25908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1" type="ftr"/>
          </p:nvPr>
        </p:nvSpPr>
        <p:spPr>
          <a:xfrm>
            <a:off x="2133600" y="6203950"/>
            <a:ext cx="35814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
          <p:cNvSpPr txBox="1"/>
          <p:nvPr>
            <p:ph idx="12" type="sldNum"/>
          </p:nvPr>
        </p:nvSpPr>
        <p:spPr>
          <a:xfrm>
            <a:off x="8410575" y="6181725"/>
            <a:ext cx="609600" cy="457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40" name="Shape 40"/>
        <p:cNvGrpSpPr/>
        <p:nvPr/>
      </p:nvGrpSpPr>
      <p:grpSpPr>
        <a:xfrm>
          <a:off x="0" y="0"/>
          <a:ext cx="0" cy="0"/>
          <a:chOff x="0" y="0"/>
          <a:chExt cx="0" cy="0"/>
        </a:xfrm>
      </p:grpSpPr>
      <p:sp>
        <p:nvSpPr>
          <p:cNvPr id="41" name="Google Shape;41;p6"/>
          <p:cNvSpPr txBox="1"/>
          <p:nvPr>
            <p:ph idx="1" type="body"/>
          </p:nvPr>
        </p:nvSpPr>
        <p:spPr>
          <a:xfrm>
            <a:off x="457200" y="457200"/>
            <a:ext cx="6248400" cy="5715000"/>
          </a:xfrm>
          <a:prstGeom prst="rect">
            <a:avLst/>
          </a:prstGeom>
          <a:noFill/>
          <a:ln>
            <a:noFill/>
          </a:ln>
        </p:spPr>
        <p:txBody>
          <a:bodyPr anchorCtr="0" anchor="t" bIns="45700" lIns="91425" spcFirstLastPara="1" rIns="91425" wrap="square" tIns="45700">
            <a:noAutofit/>
          </a:bodyPr>
          <a:lstStyle>
            <a:lvl1pPr indent="-325755" lvl="0" marL="457200" algn="l">
              <a:spcBef>
                <a:spcPts val="600"/>
              </a:spcBef>
              <a:spcAft>
                <a:spcPts val="0"/>
              </a:spcAft>
              <a:buSzPts val="1530"/>
              <a:buChar char="⚫"/>
              <a:defRPr/>
            </a:lvl1pPr>
            <a:lvl2pPr indent="-325755" lvl="1" marL="914400" algn="l">
              <a:spcBef>
                <a:spcPts val="300"/>
              </a:spcBef>
              <a:spcAft>
                <a:spcPts val="0"/>
              </a:spcAft>
              <a:buSzPts val="1530"/>
              <a:buChar char="⚫"/>
              <a:defRPr/>
            </a:lvl2pPr>
            <a:lvl3pPr indent="-325755" lvl="2" marL="1371600" algn="l">
              <a:spcBef>
                <a:spcPts val="300"/>
              </a:spcBef>
              <a:spcAft>
                <a:spcPts val="0"/>
              </a:spcAft>
              <a:buSzPts val="1530"/>
              <a:buChar char="⚫"/>
              <a:defRPr/>
            </a:lvl3pPr>
            <a:lvl4pPr indent="-325755" lvl="3" marL="1828800" algn="l">
              <a:spcBef>
                <a:spcPts val="300"/>
              </a:spcBef>
              <a:spcAft>
                <a:spcPts val="0"/>
              </a:spcAft>
              <a:buSzPts val="1530"/>
              <a:buChar char="⚫"/>
              <a:defRPr/>
            </a:lvl4pPr>
            <a:lvl5pPr indent="-325755" lvl="4" marL="2286000" algn="l">
              <a:spcBef>
                <a:spcPts val="338"/>
              </a:spcBef>
              <a:spcAft>
                <a:spcPts val="0"/>
              </a:spcAft>
              <a:buSzPts val="1530"/>
              <a:buChar char="⚫"/>
              <a:defRPr/>
            </a:lvl5pPr>
            <a:lvl6pPr indent="-325755" lvl="5" marL="2743200" algn="l">
              <a:spcBef>
                <a:spcPts val="340"/>
              </a:spcBef>
              <a:spcAft>
                <a:spcPts val="0"/>
              </a:spcAft>
              <a:buSzPts val="1530"/>
              <a:buChar char="🖙"/>
              <a:defRPr/>
            </a:lvl6pPr>
            <a:lvl7pPr indent="-325755" lvl="6" marL="3200400" algn="l">
              <a:spcBef>
                <a:spcPts val="340"/>
              </a:spcBef>
              <a:spcAft>
                <a:spcPts val="0"/>
              </a:spcAft>
              <a:buSzPts val="1530"/>
              <a:buChar char="🖙"/>
              <a:defRPr/>
            </a:lvl7pPr>
            <a:lvl8pPr indent="-325755" lvl="7" marL="3657600" algn="l">
              <a:spcBef>
                <a:spcPts val="340"/>
              </a:spcBef>
              <a:spcAft>
                <a:spcPts val="0"/>
              </a:spcAft>
              <a:buSzPts val="1530"/>
              <a:buChar char="🖙"/>
              <a:defRPr/>
            </a:lvl8pPr>
            <a:lvl9pPr indent="-325755" lvl="8" marL="4114800" algn="l">
              <a:spcBef>
                <a:spcPts val="340"/>
              </a:spcBef>
              <a:spcAft>
                <a:spcPts val="0"/>
              </a:spcAft>
              <a:buSzPts val="1530"/>
              <a:buChar char="🖙"/>
              <a:defRPr/>
            </a:lvl9pPr>
          </a:lstStyle>
          <a:p/>
        </p:txBody>
      </p:sp>
      <p:sp>
        <p:nvSpPr>
          <p:cNvPr id="42" name="Google Shape;42;p6"/>
          <p:cNvSpPr txBox="1"/>
          <p:nvPr>
            <p:ph idx="2" type="body"/>
          </p:nvPr>
        </p:nvSpPr>
        <p:spPr>
          <a:xfrm>
            <a:off x="6781800" y="1600200"/>
            <a:ext cx="1984248" cy="3733800"/>
          </a:xfrm>
          <a:prstGeom prst="rect">
            <a:avLst/>
          </a:prstGeom>
          <a:noFill/>
          <a:ln>
            <a:noFill/>
          </a:ln>
        </p:spPr>
        <p:txBody>
          <a:bodyPr anchorCtr="0" anchor="t" bIns="45700" lIns="91425" spcFirstLastPara="1" rIns="91425" wrap="square" tIns="45700">
            <a:noAutofit/>
          </a:bodyPr>
          <a:lstStyle>
            <a:lvl1pPr indent="-228600" lvl="0" marL="457200" algn="l">
              <a:lnSpc>
                <a:spcPct val="125000"/>
              </a:lnSpc>
              <a:spcBef>
                <a:spcPts val="600"/>
              </a:spcBef>
              <a:spcAft>
                <a:spcPts val="0"/>
              </a:spcAft>
              <a:buSzPts val="1360"/>
              <a:buNone/>
              <a:defRPr sz="1600">
                <a:solidFill>
                  <a:schemeClr val="lt2"/>
                </a:solidFill>
              </a:defRPr>
            </a:lvl1pPr>
            <a:lvl2pPr indent="-228600" lvl="1" marL="914400" algn="l">
              <a:spcBef>
                <a:spcPts val="1000"/>
              </a:spcBef>
              <a:spcAft>
                <a:spcPts val="0"/>
              </a:spcAft>
              <a:buSzPts val="1020"/>
              <a:buNone/>
              <a:defRPr sz="1200"/>
            </a:lvl2pPr>
            <a:lvl3pPr indent="-228600" lvl="2" marL="1371600" algn="l">
              <a:spcBef>
                <a:spcPts val="300"/>
              </a:spcBef>
              <a:spcAft>
                <a:spcPts val="0"/>
              </a:spcAft>
              <a:buSzPts val="850"/>
              <a:buNone/>
              <a:defRPr sz="1000"/>
            </a:lvl3pPr>
            <a:lvl4pPr indent="-228600" lvl="3" marL="1828800" algn="l">
              <a:spcBef>
                <a:spcPts val="300"/>
              </a:spcBef>
              <a:spcAft>
                <a:spcPts val="0"/>
              </a:spcAft>
              <a:buSzPts val="765"/>
              <a:buNone/>
              <a:defRPr sz="900"/>
            </a:lvl4pPr>
            <a:lvl5pPr indent="-228600" lvl="4" marL="2286000" algn="l">
              <a:spcBef>
                <a:spcPts val="338"/>
              </a:spcBef>
              <a:spcAft>
                <a:spcPts val="0"/>
              </a:spcAft>
              <a:buSzPts val="765"/>
              <a:buNone/>
              <a:defRPr sz="900"/>
            </a:lvl5pPr>
            <a:lvl6pPr indent="-325755" lvl="5" marL="2743200" algn="l">
              <a:spcBef>
                <a:spcPts val="340"/>
              </a:spcBef>
              <a:spcAft>
                <a:spcPts val="0"/>
              </a:spcAft>
              <a:buSzPts val="1530"/>
              <a:buChar char="🖙"/>
              <a:defRPr/>
            </a:lvl6pPr>
            <a:lvl7pPr indent="-325755" lvl="6" marL="3200400" algn="l">
              <a:spcBef>
                <a:spcPts val="340"/>
              </a:spcBef>
              <a:spcAft>
                <a:spcPts val="0"/>
              </a:spcAft>
              <a:buSzPts val="1530"/>
              <a:buChar char="🖙"/>
              <a:defRPr/>
            </a:lvl7pPr>
            <a:lvl8pPr indent="-325755" lvl="7" marL="3657600" algn="l">
              <a:spcBef>
                <a:spcPts val="340"/>
              </a:spcBef>
              <a:spcAft>
                <a:spcPts val="0"/>
              </a:spcAft>
              <a:buSzPts val="1530"/>
              <a:buChar char="🖙"/>
              <a:defRPr/>
            </a:lvl8pPr>
            <a:lvl9pPr indent="-325755" lvl="8" marL="4114800" algn="l">
              <a:spcBef>
                <a:spcPts val="340"/>
              </a:spcBef>
              <a:spcAft>
                <a:spcPts val="0"/>
              </a:spcAft>
              <a:buSzPts val="1530"/>
              <a:buChar char="🖙"/>
              <a:defRPr/>
            </a:lvl9pPr>
          </a:lstStyle>
          <a:p/>
        </p:txBody>
      </p:sp>
      <p:sp>
        <p:nvSpPr>
          <p:cNvPr id="43" name="Google Shape;43;p6"/>
          <p:cNvSpPr txBox="1"/>
          <p:nvPr>
            <p:ph type="title"/>
          </p:nvPr>
        </p:nvSpPr>
        <p:spPr>
          <a:xfrm>
            <a:off x="6781800" y="457200"/>
            <a:ext cx="1981200" cy="1066800"/>
          </a:xfrm>
          <a:prstGeom prst="rect">
            <a:avLst/>
          </a:prstGeom>
          <a:noFill/>
          <a:ln>
            <a:noFill/>
          </a:ln>
        </p:spPr>
        <p:txBody>
          <a:bodyPr anchorCtr="0" anchor="b" bIns="45700" lIns="91425" spcFirstLastPara="1" rIns="91425" wrap="square" tIns="91425">
            <a:noAutofit/>
          </a:bodyPr>
          <a:lstStyle>
            <a:lvl1pPr lvl="0" algn="l">
              <a:spcBef>
                <a:spcPts val="0"/>
              </a:spcBef>
              <a:spcAft>
                <a:spcPts val="0"/>
              </a:spcAft>
              <a:buClr>
                <a:schemeClr val="lt2"/>
              </a:buClr>
              <a:buSzPts val="1800"/>
              <a:buFont typeface="Constantia"/>
              <a:buNone/>
              <a:defRPr b="1" sz="1800">
                <a:solidFill>
                  <a:schemeClr val="lt2"/>
                </a:solidFill>
                <a:latin typeface="Constantia"/>
                <a:ea typeface="Constantia"/>
                <a:cs typeface="Constantia"/>
                <a:sym typeface="Constanti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0" type="dt"/>
          </p:nvPr>
        </p:nvSpPr>
        <p:spPr>
          <a:xfrm>
            <a:off x="5791200" y="6203950"/>
            <a:ext cx="25908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2133600" y="6203950"/>
            <a:ext cx="35814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410575" y="6181725"/>
            <a:ext cx="609600" cy="457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47" name="Shape 47"/>
        <p:cNvGrpSpPr/>
        <p:nvPr/>
      </p:nvGrpSpPr>
      <p:grpSpPr>
        <a:xfrm>
          <a:off x="0" y="0"/>
          <a:ext cx="0" cy="0"/>
          <a:chOff x="0" y="0"/>
          <a:chExt cx="0" cy="0"/>
        </a:xfrm>
      </p:grpSpPr>
      <p:sp>
        <p:nvSpPr>
          <p:cNvPr id="48" name="Google Shape;48;p7"/>
          <p:cNvSpPr txBox="1"/>
          <p:nvPr>
            <p:ph idx="10" type="dt"/>
          </p:nvPr>
        </p:nvSpPr>
        <p:spPr>
          <a:xfrm>
            <a:off x="5791200" y="6203950"/>
            <a:ext cx="25908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1" type="ftr"/>
          </p:nvPr>
        </p:nvSpPr>
        <p:spPr>
          <a:xfrm>
            <a:off x="2133600" y="6203950"/>
            <a:ext cx="35814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2" type="sldNum"/>
          </p:nvPr>
        </p:nvSpPr>
        <p:spPr>
          <a:xfrm>
            <a:off x="8410575" y="6181725"/>
            <a:ext cx="609600" cy="457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51" name="Shape 51"/>
        <p:cNvGrpSpPr/>
        <p:nvPr/>
      </p:nvGrpSpPr>
      <p:grpSpPr>
        <a:xfrm>
          <a:off x="0" y="0"/>
          <a:ext cx="0" cy="0"/>
          <a:chOff x="0" y="0"/>
          <a:chExt cx="0" cy="0"/>
        </a:xfrm>
      </p:grpSpPr>
      <p:sp>
        <p:nvSpPr>
          <p:cNvPr id="52" name="Google Shape;52;p8"/>
          <p:cNvSpPr txBox="1"/>
          <p:nvPr>
            <p:ph type="title"/>
          </p:nvPr>
        </p:nvSpPr>
        <p:spPr>
          <a:xfrm>
            <a:off x="457200" y="152400"/>
            <a:ext cx="8229600" cy="1219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0" type="dt"/>
          </p:nvPr>
        </p:nvSpPr>
        <p:spPr>
          <a:xfrm>
            <a:off x="5791200" y="6203950"/>
            <a:ext cx="25908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1" type="ftr"/>
          </p:nvPr>
        </p:nvSpPr>
        <p:spPr>
          <a:xfrm>
            <a:off x="2133600" y="6203950"/>
            <a:ext cx="35814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2" type="sldNum"/>
          </p:nvPr>
        </p:nvSpPr>
        <p:spPr>
          <a:xfrm>
            <a:off x="8410575" y="6181725"/>
            <a:ext cx="609600" cy="457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56" name="Shape 56"/>
        <p:cNvGrpSpPr/>
        <p:nvPr/>
      </p:nvGrpSpPr>
      <p:grpSpPr>
        <a:xfrm>
          <a:off x="0" y="0"/>
          <a:ext cx="0" cy="0"/>
          <a:chOff x="0" y="0"/>
          <a:chExt cx="0" cy="0"/>
        </a:xfrm>
      </p:grpSpPr>
      <p:sp>
        <p:nvSpPr>
          <p:cNvPr id="57" name="Google Shape;57;p9"/>
          <p:cNvSpPr txBox="1"/>
          <p:nvPr>
            <p:ph type="title"/>
          </p:nvPr>
        </p:nvSpPr>
        <p:spPr>
          <a:xfrm>
            <a:off x="457200" y="152400"/>
            <a:ext cx="8229600" cy="1219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9"/>
          <p:cNvSpPr txBox="1"/>
          <p:nvPr>
            <p:ph idx="1" type="body"/>
          </p:nvPr>
        </p:nvSpPr>
        <p:spPr>
          <a:xfrm>
            <a:off x="457200" y="1524000"/>
            <a:ext cx="4059936" cy="4572000"/>
          </a:xfrm>
          <a:prstGeom prst="rect">
            <a:avLst/>
          </a:prstGeom>
          <a:noFill/>
          <a:ln>
            <a:noFill/>
          </a:ln>
        </p:spPr>
        <p:txBody>
          <a:bodyPr anchorCtr="0" anchor="t" bIns="45700" lIns="91425" spcFirstLastPara="1" rIns="91425" wrap="square" tIns="45700">
            <a:noAutofit/>
          </a:bodyPr>
          <a:lstStyle>
            <a:lvl1pPr indent="-325755" lvl="0" marL="457200" algn="l">
              <a:spcBef>
                <a:spcPts val="600"/>
              </a:spcBef>
              <a:spcAft>
                <a:spcPts val="0"/>
              </a:spcAft>
              <a:buSzPts val="1530"/>
              <a:buChar char="⚫"/>
              <a:defRPr/>
            </a:lvl1pPr>
            <a:lvl2pPr indent="-325755" lvl="1" marL="914400" algn="l">
              <a:spcBef>
                <a:spcPts val="300"/>
              </a:spcBef>
              <a:spcAft>
                <a:spcPts val="0"/>
              </a:spcAft>
              <a:buSzPts val="1530"/>
              <a:buChar char="⚫"/>
              <a:defRPr/>
            </a:lvl2pPr>
            <a:lvl3pPr indent="-325755" lvl="2" marL="1371600" algn="l">
              <a:spcBef>
                <a:spcPts val="300"/>
              </a:spcBef>
              <a:spcAft>
                <a:spcPts val="0"/>
              </a:spcAft>
              <a:buSzPts val="1530"/>
              <a:buChar char="⚫"/>
              <a:defRPr/>
            </a:lvl3pPr>
            <a:lvl4pPr indent="-325755" lvl="3" marL="1828800" algn="l">
              <a:spcBef>
                <a:spcPts val="300"/>
              </a:spcBef>
              <a:spcAft>
                <a:spcPts val="0"/>
              </a:spcAft>
              <a:buSzPts val="1530"/>
              <a:buChar char="⚫"/>
              <a:defRPr/>
            </a:lvl4pPr>
            <a:lvl5pPr indent="-325755" lvl="4" marL="2286000" algn="l">
              <a:spcBef>
                <a:spcPts val="338"/>
              </a:spcBef>
              <a:spcAft>
                <a:spcPts val="0"/>
              </a:spcAft>
              <a:buSzPts val="1530"/>
              <a:buChar char="⚫"/>
              <a:defRPr/>
            </a:lvl5pPr>
            <a:lvl6pPr indent="-325755" lvl="5" marL="2743200" algn="l">
              <a:spcBef>
                <a:spcPts val="340"/>
              </a:spcBef>
              <a:spcAft>
                <a:spcPts val="0"/>
              </a:spcAft>
              <a:buSzPts val="1530"/>
              <a:buChar char="🖙"/>
              <a:defRPr/>
            </a:lvl6pPr>
            <a:lvl7pPr indent="-325755" lvl="6" marL="3200400" algn="l">
              <a:spcBef>
                <a:spcPts val="340"/>
              </a:spcBef>
              <a:spcAft>
                <a:spcPts val="0"/>
              </a:spcAft>
              <a:buSzPts val="1530"/>
              <a:buChar char="🖙"/>
              <a:defRPr/>
            </a:lvl7pPr>
            <a:lvl8pPr indent="-325755" lvl="7" marL="3657600" algn="l">
              <a:spcBef>
                <a:spcPts val="340"/>
              </a:spcBef>
              <a:spcAft>
                <a:spcPts val="0"/>
              </a:spcAft>
              <a:buSzPts val="1530"/>
              <a:buChar char="🖙"/>
              <a:defRPr/>
            </a:lvl8pPr>
            <a:lvl9pPr indent="-325755" lvl="8" marL="4114800" algn="l">
              <a:spcBef>
                <a:spcPts val="340"/>
              </a:spcBef>
              <a:spcAft>
                <a:spcPts val="0"/>
              </a:spcAft>
              <a:buSzPts val="1530"/>
              <a:buChar char="🖙"/>
              <a:defRPr/>
            </a:lvl9pPr>
          </a:lstStyle>
          <a:p/>
        </p:txBody>
      </p:sp>
      <p:sp>
        <p:nvSpPr>
          <p:cNvPr id="59" name="Google Shape;59;p9"/>
          <p:cNvSpPr txBox="1"/>
          <p:nvPr>
            <p:ph idx="2" type="body"/>
          </p:nvPr>
        </p:nvSpPr>
        <p:spPr>
          <a:xfrm>
            <a:off x="4648200" y="1524000"/>
            <a:ext cx="4059936" cy="4572000"/>
          </a:xfrm>
          <a:prstGeom prst="rect">
            <a:avLst/>
          </a:prstGeom>
          <a:noFill/>
          <a:ln>
            <a:noFill/>
          </a:ln>
        </p:spPr>
        <p:txBody>
          <a:bodyPr anchorCtr="0" anchor="t" bIns="45700" lIns="91425" spcFirstLastPara="1" rIns="91425" wrap="square" tIns="45700">
            <a:noAutofit/>
          </a:bodyPr>
          <a:lstStyle>
            <a:lvl1pPr indent="-325755" lvl="0" marL="457200" algn="l">
              <a:spcBef>
                <a:spcPts val="600"/>
              </a:spcBef>
              <a:spcAft>
                <a:spcPts val="0"/>
              </a:spcAft>
              <a:buSzPts val="1530"/>
              <a:buChar char="⚫"/>
              <a:defRPr/>
            </a:lvl1pPr>
            <a:lvl2pPr indent="-325755" lvl="1" marL="914400" algn="l">
              <a:spcBef>
                <a:spcPts val="300"/>
              </a:spcBef>
              <a:spcAft>
                <a:spcPts val="0"/>
              </a:spcAft>
              <a:buSzPts val="1530"/>
              <a:buChar char="⚫"/>
              <a:defRPr/>
            </a:lvl2pPr>
            <a:lvl3pPr indent="-325755" lvl="2" marL="1371600" algn="l">
              <a:spcBef>
                <a:spcPts val="300"/>
              </a:spcBef>
              <a:spcAft>
                <a:spcPts val="0"/>
              </a:spcAft>
              <a:buSzPts val="1530"/>
              <a:buChar char="⚫"/>
              <a:defRPr/>
            </a:lvl3pPr>
            <a:lvl4pPr indent="-325755" lvl="3" marL="1828800" algn="l">
              <a:spcBef>
                <a:spcPts val="300"/>
              </a:spcBef>
              <a:spcAft>
                <a:spcPts val="0"/>
              </a:spcAft>
              <a:buSzPts val="1530"/>
              <a:buChar char="⚫"/>
              <a:defRPr/>
            </a:lvl4pPr>
            <a:lvl5pPr indent="-325755" lvl="4" marL="2286000" algn="l">
              <a:spcBef>
                <a:spcPts val="338"/>
              </a:spcBef>
              <a:spcAft>
                <a:spcPts val="0"/>
              </a:spcAft>
              <a:buSzPts val="1530"/>
              <a:buChar char="⚫"/>
              <a:defRPr/>
            </a:lvl5pPr>
            <a:lvl6pPr indent="-325755" lvl="5" marL="2743200" algn="l">
              <a:spcBef>
                <a:spcPts val="340"/>
              </a:spcBef>
              <a:spcAft>
                <a:spcPts val="0"/>
              </a:spcAft>
              <a:buSzPts val="1530"/>
              <a:buChar char="🖙"/>
              <a:defRPr/>
            </a:lvl6pPr>
            <a:lvl7pPr indent="-325755" lvl="6" marL="3200400" algn="l">
              <a:spcBef>
                <a:spcPts val="340"/>
              </a:spcBef>
              <a:spcAft>
                <a:spcPts val="0"/>
              </a:spcAft>
              <a:buSzPts val="1530"/>
              <a:buChar char="🖙"/>
              <a:defRPr/>
            </a:lvl7pPr>
            <a:lvl8pPr indent="-325755" lvl="7" marL="3657600" algn="l">
              <a:spcBef>
                <a:spcPts val="340"/>
              </a:spcBef>
              <a:spcAft>
                <a:spcPts val="0"/>
              </a:spcAft>
              <a:buSzPts val="1530"/>
              <a:buChar char="🖙"/>
              <a:defRPr/>
            </a:lvl8pPr>
            <a:lvl9pPr indent="-325755" lvl="8" marL="4114800" algn="l">
              <a:spcBef>
                <a:spcPts val="340"/>
              </a:spcBef>
              <a:spcAft>
                <a:spcPts val="0"/>
              </a:spcAft>
              <a:buSzPts val="1530"/>
              <a:buChar char="🖙"/>
              <a:defRPr/>
            </a:lvl9pPr>
          </a:lstStyle>
          <a:p/>
        </p:txBody>
      </p:sp>
      <p:sp>
        <p:nvSpPr>
          <p:cNvPr id="60" name="Google Shape;60;p9"/>
          <p:cNvSpPr txBox="1"/>
          <p:nvPr>
            <p:ph idx="10" type="dt"/>
          </p:nvPr>
        </p:nvSpPr>
        <p:spPr>
          <a:xfrm>
            <a:off x="5791200" y="6203950"/>
            <a:ext cx="25908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1" type="ftr"/>
          </p:nvPr>
        </p:nvSpPr>
        <p:spPr>
          <a:xfrm>
            <a:off x="2133600" y="6203950"/>
            <a:ext cx="3581400" cy="38417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2" type="sldNum"/>
          </p:nvPr>
        </p:nvSpPr>
        <p:spPr>
          <a:xfrm>
            <a:off x="8410575" y="6181725"/>
            <a:ext cx="609600" cy="457200"/>
          </a:xfrm>
          <a:prstGeom prst="rect">
            <a:avLst/>
          </a:prstGeom>
          <a:noFill/>
          <a:ln>
            <a:noFill/>
          </a:ln>
        </p:spPr>
        <p:txBody>
          <a:bodyPr anchorCtr="0" anchor="ctr" bIns="0" lIns="0" spcFirstLastPara="1" rIns="0" wrap="square" tIns="0">
            <a:noAutofit/>
          </a:bodyPr>
          <a:lstStyle>
            <a:lvl1pPr indent="0" lvl="0"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chemeClr val="lt2"/>
              </a:buClr>
              <a:buSzPts val="1600"/>
              <a:buFont typeface="Times New Roman"/>
              <a:buNone/>
              <a:defRPr b="0" i="0" sz="1600" u="none">
                <a:solidFill>
                  <a:schemeClr val="lt2"/>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71" name="Shape 71"/>
        <p:cNvGrpSpPr/>
        <p:nvPr/>
      </p:nvGrpSpPr>
      <p:grpSpPr>
        <a:xfrm>
          <a:off x="0" y="0"/>
          <a:ext cx="0" cy="0"/>
          <a:chOff x="0" y="0"/>
          <a:chExt cx="0" cy="0"/>
        </a:xfrm>
      </p:grpSpPr>
      <p:sp>
        <p:nvSpPr>
          <p:cNvPr id="72" name="Google Shape;72;p11"/>
          <p:cNvSpPr txBox="1"/>
          <p:nvPr>
            <p:ph type="title"/>
          </p:nvPr>
        </p:nvSpPr>
        <p:spPr>
          <a:xfrm>
            <a:off x="457200" y="155448"/>
            <a:ext cx="8229600" cy="1252728"/>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lvl1pPr indent="-320040" lvl="0" marL="457200" algn="l">
              <a:spcBef>
                <a:spcPts val="0"/>
              </a:spcBef>
              <a:spcAft>
                <a:spcPts val="0"/>
              </a:spcAft>
              <a:buSzPts val="1440"/>
              <a:buChar char="◼"/>
              <a:defRPr/>
            </a:lvl1pPr>
            <a:lvl2pPr indent="-331470"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 name="Google Shape;74;p11"/>
          <p:cNvSpPr txBox="1"/>
          <p:nvPr>
            <p:ph idx="10" type="dt"/>
          </p:nvPr>
        </p:nvSpPr>
        <p:spPr>
          <a:xfrm>
            <a:off x="457200" y="6477000"/>
            <a:ext cx="2133600" cy="274637"/>
          </a:xfrm>
          <a:prstGeom prst="rect">
            <a:avLst/>
          </a:prstGeom>
          <a:noFill/>
          <a:ln>
            <a:noFill/>
          </a:ln>
        </p:spPr>
        <p:txBody>
          <a:bodyPr anchorCtr="0" anchor="b" bIns="0" lIns="109725"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2640012" y="6477000"/>
            <a:ext cx="5508625" cy="274637"/>
          </a:xfrm>
          <a:prstGeom prst="rect">
            <a:avLst/>
          </a:prstGeom>
          <a:noFill/>
          <a:ln>
            <a:noFill/>
          </a:ln>
        </p:spPr>
        <p:txBody>
          <a:bodyPr anchorCtr="0" anchor="b" bIns="0" lIns="45700"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204200" y="6477000"/>
            <a:ext cx="733425" cy="274637"/>
          </a:xfrm>
          <a:prstGeom prst="rect">
            <a:avLst/>
          </a:prstGeom>
          <a:noFill/>
          <a:ln>
            <a:noFill/>
          </a:ln>
        </p:spPr>
        <p:txBody>
          <a:bodyPr anchorCtr="0" anchor="b" bIns="0" lIns="91425" spcFirstLastPara="1" rIns="91425" wrap="square" tIns="45700">
            <a:noAutofit/>
          </a:bodyPr>
          <a:lstStyle>
            <a:lvl1pPr indent="0" lvl="0"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77" name="Shape 77"/>
        <p:cNvGrpSpPr/>
        <p:nvPr/>
      </p:nvGrpSpPr>
      <p:grpSpPr>
        <a:xfrm>
          <a:off x="0" y="0"/>
          <a:ext cx="0" cy="0"/>
          <a:chOff x="0" y="0"/>
          <a:chExt cx="0" cy="0"/>
        </a:xfrm>
      </p:grpSpPr>
      <p:sp>
        <p:nvSpPr>
          <p:cNvPr id="78" name="Google Shape;78;p12"/>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 type="body"/>
          </p:nvPr>
        </p:nvSpPr>
        <p:spPr>
          <a:xfrm rot="5400000">
            <a:off x="2259012" y="-26988"/>
            <a:ext cx="4625975" cy="8229600"/>
          </a:xfrm>
          <a:prstGeom prst="rect">
            <a:avLst/>
          </a:prstGeom>
          <a:noFill/>
          <a:ln>
            <a:noFill/>
          </a:ln>
        </p:spPr>
        <p:txBody>
          <a:bodyPr anchorCtr="0" anchor="t" bIns="45700" lIns="54850" spcFirstLastPara="1" rIns="91425" wrap="square" tIns="91425">
            <a:noAutofit/>
          </a:bodyPr>
          <a:lstStyle>
            <a:lvl1pPr indent="-320040" lvl="0" marL="457200" algn="l">
              <a:spcBef>
                <a:spcPts val="0"/>
              </a:spcBef>
              <a:spcAft>
                <a:spcPts val="0"/>
              </a:spcAft>
              <a:buSzPts val="1440"/>
              <a:buChar char="◼"/>
              <a:defRPr/>
            </a:lvl1pPr>
            <a:lvl2pPr indent="-331470" lvl="1" marL="914400" algn="l">
              <a:spcBef>
                <a:spcPts val="360"/>
              </a:spcBef>
              <a:spcAft>
                <a:spcPts val="0"/>
              </a:spcAft>
              <a:buSzPts val="162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0" name="Google Shape;80;p12"/>
          <p:cNvSpPr txBox="1"/>
          <p:nvPr>
            <p:ph idx="10" type="dt"/>
          </p:nvPr>
        </p:nvSpPr>
        <p:spPr>
          <a:xfrm>
            <a:off x="457200" y="6477000"/>
            <a:ext cx="2133600" cy="274637"/>
          </a:xfrm>
          <a:prstGeom prst="rect">
            <a:avLst/>
          </a:prstGeom>
          <a:noFill/>
          <a:ln>
            <a:noFill/>
          </a:ln>
        </p:spPr>
        <p:txBody>
          <a:bodyPr anchorCtr="0" anchor="b" bIns="0" lIns="109725"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2640012" y="6477000"/>
            <a:ext cx="5508625" cy="274637"/>
          </a:xfrm>
          <a:prstGeom prst="rect">
            <a:avLst/>
          </a:prstGeom>
          <a:noFill/>
          <a:ln>
            <a:noFill/>
          </a:ln>
        </p:spPr>
        <p:txBody>
          <a:bodyPr anchorCtr="0" anchor="b" bIns="0" lIns="45700"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204200" y="6477000"/>
            <a:ext cx="733425" cy="274637"/>
          </a:xfrm>
          <a:prstGeom prst="rect">
            <a:avLst/>
          </a:prstGeom>
          <a:noFill/>
          <a:ln>
            <a:noFill/>
          </a:ln>
        </p:spPr>
        <p:txBody>
          <a:bodyPr anchorCtr="0" anchor="b" bIns="0" lIns="91425" spcFirstLastPara="1" rIns="91425" wrap="square" tIns="45700">
            <a:noAutofit/>
          </a:bodyPr>
          <a:lstStyle>
            <a:lvl1pPr indent="0" lvl="0"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83" name="Shape 83"/>
        <p:cNvGrpSpPr/>
        <p:nvPr/>
      </p:nvGrpSpPr>
      <p:grpSpPr>
        <a:xfrm>
          <a:off x="0" y="0"/>
          <a:ext cx="0" cy="0"/>
          <a:chOff x="0" y="0"/>
          <a:chExt cx="0" cy="0"/>
        </a:xfrm>
      </p:grpSpPr>
      <p:sp>
        <p:nvSpPr>
          <p:cNvPr id="84" name="Google Shape;84;p13"/>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3"/>
          <p:cNvSpPr txBox="1"/>
          <p:nvPr>
            <p:ph idx="10" type="dt"/>
          </p:nvPr>
        </p:nvSpPr>
        <p:spPr>
          <a:xfrm>
            <a:off x="457200" y="6477000"/>
            <a:ext cx="2133600" cy="274637"/>
          </a:xfrm>
          <a:prstGeom prst="rect">
            <a:avLst/>
          </a:prstGeom>
          <a:noFill/>
          <a:ln>
            <a:noFill/>
          </a:ln>
        </p:spPr>
        <p:txBody>
          <a:bodyPr anchorCtr="0" anchor="b" bIns="0" lIns="109725"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3"/>
          <p:cNvSpPr txBox="1"/>
          <p:nvPr>
            <p:ph idx="11" type="ftr"/>
          </p:nvPr>
        </p:nvSpPr>
        <p:spPr>
          <a:xfrm>
            <a:off x="2640012" y="6477000"/>
            <a:ext cx="5508625" cy="274637"/>
          </a:xfrm>
          <a:prstGeom prst="rect">
            <a:avLst/>
          </a:prstGeom>
          <a:noFill/>
          <a:ln>
            <a:noFill/>
          </a:ln>
        </p:spPr>
        <p:txBody>
          <a:bodyPr anchorCtr="0" anchor="b" bIns="0" lIns="45700"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3"/>
          <p:cNvSpPr txBox="1"/>
          <p:nvPr>
            <p:ph idx="12" type="sldNum"/>
          </p:nvPr>
        </p:nvSpPr>
        <p:spPr>
          <a:xfrm>
            <a:off x="8204200" y="6477000"/>
            <a:ext cx="733425" cy="274637"/>
          </a:xfrm>
          <a:prstGeom prst="rect">
            <a:avLst/>
          </a:prstGeom>
          <a:noFill/>
          <a:ln>
            <a:noFill/>
          </a:ln>
        </p:spPr>
        <p:txBody>
          <a:bodyPr anchorCtr="0" anchor="b" bIns="0" lIns="91425" spcFirstLastPara="1" rIns="91425" wrap="square" tIns="45700">
            <a:noAutofit/>
          </a:bodyPr>
          <a:lstStyle>
            <a:lvl1pPr indent="0" lvl="0"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88" name="Shape 88"/>
        <p:cNvGrpSpPr/>
        <p:nvPr/>
      </p:nvGrpSpPr>
      <p:grpSpPr>
        <a:xfrm>
          <a:off x="0" y="0"/>
          <a:ext cx="0" cy="0"/>
          <a:chOff x="0" y="0"/>
          <a:chExt cx="0" cy="0"/>
        </a:xfrm>
      </p:grpSpPr>
      <p:sp>
        <p:nvSpPr>
          <p:cNvPr id="89" name="Google Shape;89;p14"/>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4"/>
          <p:cNvSpPr txBox="1"/>
          <p:nvPr>
            <p:ph idx="1" type="body"/>
          </p:nvPr>
        </p:nvSpPr>
        <p:spPr>
          <a:xfrm>
            <a:off x="457200" y="1698987"/>
            <a:ext cx="4040188" cy="715355"/>
          </a:xfrm>
          <a:prstGeom prst="rect">
            <a:avLst/>
          </a:prstGeom>
          <a:noFill/>
          <a:ln>
            <a:noFill/>
          </a:ln>
        </p:spPr>
        <p:txBody>
          <a:bodyPr anchorCtr="0" anchor="ctr" bIns="45700" lIns="146300" spcFirstLastPara="1" rIns="91425" wrap="square" tIns="91425">
            <a:noAutofit/>
          </a:bodyPr>
          <a:lstStyle>
            <a:lvl1pPr indent="-228600" lvl="0" marL="457200" algn="l">
              <a:spcBef>
                <a:spcPts val="0"/>
              </a:spcBef>
              <a:spcAft>
                <a:spcPts val="0"/>
              </a:spcAft>
              <a:buSzPts val="1840"/>
              <a:buNone/>
              <a:defRPr b="1" sz="2300" cap="none"/>
            </a:lvl1pPr>
            <a:lvl2pPr indent="-228600" lvl="1" marL="914400" algn="l">
              <a:spcBef>
                <a:spcPts val="400"/>
              </a:spcBef>
              <a:spcAft>
                <a:spcPts val="0"/>
              </a:spcAft>
              <a:buSzPts val="18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91" name="Google Shape;91;p14"/>
          <p:cNvSpPr txBox="1"/>
          <p:nvPr>
            <p:ph idx="2" type="body"/>
          </p:nvPr>
        </p:nvSpPr>
        <p:spPr>
          <a:xfrm>
            <a:off x="457200" y="2449512"/>
            <a:ext cx="4040188" cy="3951288"/>
          </a:xfrm>
          <a:prstGeom prst="rect">
            <a:avLst/>
          </a:prstGeom>
          <a:noFill/>
          <a:ln>
            <a:noFill/>
          </a:ln>
        </p:spPr>
        <p:txBody>
          <a:bodyPr anchorCtr="0" anchor="t" bIns="45700" lIns="54850" spcFirstLastPara="1" rIns="91425" wrap="square" tIns="91425">
            <a:noAutofit/>
          </a:bodyPr>
          <a:lstStyle>
            <a:lvl1pPr indent="-350520" lvl="0" marL="457200" algn="l">
              <a:spcBef>
                <a:spcPts val="0"/>
              </a:spcBef>
              <a:spcAft>
                <a:spcPts val="0"/>
              </a:spcAft>
              <a:buSzPts val="1920"/>
              <a:buChar char="◼"/>
              <a:defRPr sz="2400"/>
            </a:lvl1pPr>
            <a:lvl2pPr indent="-342900" lvl="1" marL="914400" algn="l">
              <a:spcBef>
                <a:spcPts val="400"/>
              </a:spcBef>
              <a:spcAft>
                <a:spcPts val="0"/>
              </a:spcAft>
              <a:buSzPts val="18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92" name="Google Shape;92;p14"/>
          <p:cNvSpPr txBox="1"/>
          <p:nvPr>
            <p:ph idx="3" type="body"/>
          </p:nvPr>
        </p:nvSpPr>
        <p:spPr>
          <a:xfrm>
            <a:off x="4645025" y="1698987"/>
            <a:ext cx="4041775" cy="715355"/>
          </a:xfrm>
          <a:prstGeom prst="rect">
            <a:avLst/>
          </a:prstGeom>
          <a:noFill/>
          <a:ln>
            <a:noFill/>
          </a:ln>
        </p:spPr>
        <p:txBody>
          <a:bodyPr anchorCtr="0" anchor="ctr" bIns="45700" lIns="146300" spcFirstLastPara="1" rIns="91425" wrap="square" tIns="91425">
            <a:noAutofit/>
          </a:bodyPr>
          <a:lstStyle>
            <a:lvl1pPr indent="-228600" lvl="0" marL="457200" algn="l">
              <a:spcBef>
                <a:spcPts val="0"/>
              </a:spcBef>
              <a:spcAft>
                <a:spcPts val="0"/>
              </a:spcAft>
              <a:buSzPts val="1840"/>
              <a:buNone/>
              <a:defRPr b="1" sz="2300" cap="none"/>
            </a:lvl1pPr>
            <a:lvl2pPr indent="-228600" lvl="1" marL="914400" algn="l">
              <a:spcBef>
                <a:spcPts val="400"/>
              </a:spcBef>
              <a:spcAft>
                <a:spcPts val="0"/>
              </a:spcAft>
              <a:buSzPts val="18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93" name="Google Shape;93;p14"/>
          <p:cNvSpPr txBox="1"/>
          <p:nvPr>
            <p:ph idx="4" type="body"/>
          </p:nvPr>
        </p:nvSpPr>
        <p:spPr>
          <a:xfrm>
            <a:off x="4645025" y="2449512"/>
            <a:ext cx="4041775" cy="3951288"/>
          </a:xfrm>
          <a:prstGeom prst="rect">
            <a:avLst/>
          </a:prstGeom>
          <a:noFill/>
          <a:ln>
            <a:noFill/>
          </a:ln>
        </p:spPr>
        <p:txBody>
          <a:bodyPr anchorCtr="0" anchor="t" bIns="45700" lIns="54850" spcFirstLastPara="1" rIns="91425" wrap="square" tIns="91425">
            <a:noAutofit/>
          </a:bodyPr>
          <a:lstStyle>
            <a:lvl1pPr indent="-350520" lvl="0" marL="457200" algn="l">
              <a:spcBef>
                <a:spcPts val="0"/>
              </a:spcBef>
              <a:spcAft>
                <a:spcPts val="0"/>
              </a:spcAft>
              <a:buSzPts val="1920"/>
              <a:buChar char="◼"/>
              <a:defRPr sz="2400"/>
            </a:lvl1pPr>
            <a:lvl2pPr indent="-342900" lvl="1" marL="914400" algn="l">
              <a:spcBef>
                <a:spcPts val="400"/>
              </a:spcBef>
              <a:spcAft>
                <a:spcPts val="0"/>
              </a:spcAft>
              <a:buSzPts val="1800"/>
              <a:buChar char="▪"/>
              <a:defRPr sz="2000"/>
            </a:lvl2pPr>
            <a:lvl3pPr indent="-342900" lvl="2" marL="1371600" algn="l">
              <a:spcBef>
                <a:spcPts val="360"/>
              </a:spcBef>
              <a:spcAft>
                <a:spcPts val="0"/>
              </a:spcAft>
              <a:buSzPts val="180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94" name="Google Shape;94;p14"/>
          <p:cNvSpPr txBox="1"/>
          <p:nvPr>
            <p:ph idx="10" type="dt"/>
          </p:nvPr>
        </p:nvSpPr>
        <p:spPr>
          <a:xfrm>
            <a:off x="457200" y="6477000"/>
            <a:ext cx="2133600" cy="274637"/>
          </a:xfrm>
          <a:prstGeom prst="rect">
            <a:avLst/>
          </a:prstGeom>
          <a:noFill/>
          <a:ln>
            <a:noFill/>
          </a:ln>
        </p:spPr>
        <p:txBody>
          <a:bodyPr anchorCtr="0" anchor="b" bIns="0" lIns="109725"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4"/>
          <p:cNvSpPr txBox="1"/>
          <p:nvPr>
            <p:ph idx="11" type="ftr"/>
          </p:nvPr>
        </p:nvSpPr>
        <p:spPr>
          <a:xfrm>
            <a:off x="2640012" y="6477000"/>
            <a:ext cx="5508625" cy="274637"/>
          </a:xfrm>
          <a:prstGeom prst="rect">
            <a:avLst/>
          </a:prstGeom>
          <a:noFill/>
          <a:ln>
            <a:noFill/>
          </a:ln>
        </p:spPr>
        <p:txBody>
          <a:bodyPr anchorCtr="0" anchor="b" bIns="0" lIns="45700"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4"/>
          <p:cNvSpPr txBox="1"/>
          <p:nvPr>
            <p:ph idx="12" type="sldNum"/>
          </p:nvPr>
        </p:nvSpPr>
        <p:spPr>
          <a:xfrm>
            <a:off x="8204200" y="6477000"/>
            <a:ext cx="733425" cy="274637"/>
          </a:xfrm>
          <a:prstGeom prst="rect">
            <a:avLst/>
          </a:prstGeom>
          <a:noFill/>
          <a:ln>
            <a:noFill/>
          </a:ln>
        </p:spPr>
        <p:txBody>
          <a:bodyPr anchorCtr="0" anchor="b" bIns="0" lIns="91425" spcFirstLastPara="1" rIns="91425" wrap="square" tIns="45700">
            <a:noAutofit/>
          </a:bodyPr>
          <a:lstStyle>
            <a:lvl1pPr indent="0" lvl="0"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97" name="Shape 97"/>
        <p:cNvGrpSpPr/>
        <p:nvPr/>
      </p:nvGrpSpPr>
      <p:grpSpPr>
        <a:xfrm>
          <a:off x="0" y="0"/>
          <a:ext cx="0" cy="0"/>
          <a:chOff x="0" y="0"/>
          <a:chExt cx="0" cy="0"/>
        </a:xfrm>
      </p:grpSpPr>
      <p:sp>
        <p:nvSpPr>
          <p:cNvPr id="98" name="Google Shape;98;p15"/>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5"/>
          <p:cNvSpPr txBox="1"/>
          <p:nvPr>
            <p:ph idx="1" type="body"/>
          </p:nvPr>
        </p:nvSpPr>
        <p:spPr>
          <a:xfrm>
            <a:off x="457200" y="1773936"/>
            <a:ext cx="4038600" cy="4623816"/>
          </a:xfrm>
          <a:prstGeom prst="rect">
            <a:avLst/>
          </a:prstGeom>
          <a:noFill/>
          <a:ln>
            <a:noFill/>
          </a:ln>
        </p:spPr>
        <p:txBody>
          <a:bodyPr anchorCtr="0" anchor="t" bIns="45700" lIns="91425" spcFirstLastPara="1" rIns="91425" wrap="square" tIns="91425">
            <a:noAutofit/>
          </a:bodyPr>
          <a:lstStyle>
            <a:lvl1pPr indent="-370840" lvl="0" marL="457200" algn="l">
              <a:spcBef>
                <a:spcPts val="0"/>
              </a:spcBef>
              <a:spcAft>
                <a:spcPts val="0"/>
              </a:spcAft>
              <a:buSzPts val="2240"/>
              <a:buChar char="◼"/>
              <a:defRPr sz="2800"/>
            </a:lvl1pPr>
            <a:lvl2pPr indent="-365760" lvl="1" marL="914400" algn="l">
              <a:spcBef>
                <a:spcPts val="480"/>
              </a:spcBef>
              <a:spcAft>
                <a:spcPts val="0"/>
              </a:spcAft>
              <a:buSzPts val="216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00" name="Google Shape;100;p15"/>
          <p:cNvSpPr txBox="1"/>
          <p:nvPr>
            <p:ph idx="2" type="body"/>
          </p:nvPr>
        </p:nvSpPr>
        <p:spPr>
          <a:xfrm>
            <a:off x="4648200" y="1773936"/>
            <a:ext cx="4038600" cy="4623816"/>
          </a:xfrm>
          <a:prstGeom prst="rect">
            <a:avLst/>
          </a:prstGeom>
          <a:noFill/>
          <a:ln>
            <a:noFill/>
          </a:ln>
        </p:spPr>
        <p:txBody>
          <a:bodyPr anchorCtr="0" anchor="t" bIns="45700" lIns="54850" spcFirstLastPara="1" rIns="91425" wrap="square" tIns="91425">
            <a:noAutofit/>
          </a:bodyPr>
          <a:lstStyle>
            <a:lvl1pPr indent="-370840" lvl="0" marL="457200" algn="l">
              <a:spcBef>
                <a:spcPts val="0"/>
              </a:spcBef>
              <a:spcAft>
                <a:spcPts val="0"/>
              </a:spcAft>
              <a:buSzPts val="2240"/>
              <a:buChar char="◼"/>
              <a:defRPr sz="2800"/>
            </a:lvl1pPr>
            <a:lvl2pPr indent="-365760" lvl="1" marL="914400" algn="l">
              <a:spcBef>
                <a:spcPts val="480"/>
              </a:spcBef>
              <a:spcAft>
                <a:spcPts val="0"/>
              </a:spcAft>
              <a:buSzPts val="216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101" name="Google Shape;101;p15"/>
          <p:cNvSpPr txBox="1"/>
          <p:nvPr>
            <p:ph idx="10" type="dt"/>
          </p:nvPr>
        </p:nvSpPr>
        <p:spPr>
          <a:xfrm>
            <a:off x="457200" y="6477000"/>
            <a:ext cx="2133600" cy="274637"/>
          </a:xfrm>
          <a:prstGeom prst="rect">
            <a:avLst/>
          </a:prstGeom>
          <a:noFill/>
          <a:ln>
            <a:noFill/>
          </a:ln>
        </p:spPr>
        <p:txBody>
          <a:bodyPr anchorCtr="0" anchor="b" bIns="0" lIns="109725"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5"/>
          <p:cNvSpPr txBox="1"/>
          <p:nvPr>
            <p:ph idx="11" type="ftr"/>
          </p:nvPr>
        </p:nvSpPr>
        <p:spPr>
          <a:xfrm>
            <a:off x="2640012" y="6477000"/>
            <a:ext cx="5508625" cy="274637"/>
          </a:xfrm>
          <a:prstGeom prst="rect">
            <a:avLst/>
          </a:prstGeom>
          <a:noFill/>
          <a:ln>
            <a:noFill/>
          </a:ln>
        </p:spPr>
        <p:txBody>
          <a:bodyPr anchorCtr="0" anchor="b" bIns="0" lIns="45700" spcFirstLastPara="1" rIns="457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5"/>
          <p:cNvSpPr txBox="1"/>
          <p:nvPr>
            <p:ph idx="12" type="sldNum"/>
          </p:nvPr>
        </p:nvSpPr>
        <p:spPr>
          <a:xfrm>
            <a:off x="8204200" y="6477000"/>
            <a:ext cx="733425" cy="274637"/>
          </a:xfrm>
          <a:prstGeom prst="rect">
            <a:avLst/>
          </a:prstGeom>
          <a:noFill/>
          <a:ln>
            <a:noFill/>
          </a:ln>
        </p:spPr>
        <p:txBody>
          <a:bodyPr anchorCtr="0" anchor="b" bIns="0" lIns="91425" spcFirstLastPara="1" rIns="91425" wrap="square" tIns="45700">
            <a:noAutofit/>
          </a:bodyPr>
          <a:lstStyle>
            <a:lvl1pPr indent="0" lvl="0"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114" name="Shape 114"/>
        <p:cNvGrpSpPr/>
        <p:nvPr/>
      </p:nvGrpSpPr>
      <p:grpSpPr>
        <a:xfrm>
          <a:off x="0" y="0"/>
          <a:ext cx="0" cy="0"/>
          <a:chOff x="0" y="0"/>
          <a:chExt cx="0" cy="0"/>
        </a:xfrm>
      </p:grpSpPr>
      <p:sp>
        <p:nvSpPr>
          <p:cNvPr id="115" name="Google Shape;115;p17"/>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7"/>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17" name="Google Shape;117;p17"/>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400"/>
              </a:spcBef>
              <a:spcAft>
                <a:spcPts val="0"/>
              </a:spcAft>
              <a:buClr>
                <a:schemeClr val="accent1"/>
              </a:buClr>
              <a:buSzPts val="1836"/>
              <a:buFont typeface="Noto Sans Symbols"/>
              <a:buChar char="🞂"/>
              <a:defRPr b="0" i="0" sz="2700" u="none" cap="none" strike="noStrike">
                <a:solidFill>
                  <a:schemeClr val="dk1"/>
                </a:solidFill>
                <a:latin typeface="Lucida Sans"/>
                <a:ea typeface="Lucida Sans"/>
                <a:cs typeface="Lucida Sans"/>
                <a:sym typeface="Lucida Sans"/>
              </a:defRPr>
            </a:lvl1pPr>
            <a:lvl2pPr lvl="1" marR="0" rtl="0" algn="l">
              <a:spcBef>
                <a:spcPts val="325"/>
              </a:spcBef>
              <a:spcAft>
                <a:spcPts val="0"/>
              </a:spcAft>
              <a:buClr>
                <a:schemeClr val="accent1"/>
              </a:buClr>
              <a:buSzPts val="2300"/>
              <a:buFont typeface="Verdana"/>
              <a:buChar char="◦"/>
              <a:defRPr b="0" i="0" sz="2300" u="none" cap="none" strike="noStrike">
                <a:solidFill>
                  <a:schemeClr val="dk1"/>
                </a:solidFill>
                <a:latin typeface="Lucida Sans"/>
                <a:ea typeface="Lucida Sans"/>
                <a:cs typeface="Lucida Sans"/>
                <a:sym typeface="Lucida Sans"/>
              </a:defRPr>
            </a:lvl2pPr>
            <a:lvl3pPr lvl="2"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Lucida Sans"/>
                <a:ea typeface="Lucida Sans"/>
                <a:cs typeface="Lucida Sans"/>
                <a:sym typeface="Lucida Sans"/>
              </a:defRPr>
            </a:lvl3pPr>
            <a:lvl4pPr lvl="3"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Lucida Sans"/>
                <a:ea typeface="Lucida Sans"/>
                <a:cs typeface="Lucida Sans"/>
                <a:sym typeface="Lucida Sans"/>
              </a:defRPr>
            </a:lvl4pPr>
            <a:lvl5pPr lvl="4"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Lucida Sans"/>
                <a:ea typeface="Lucida Sans"/>
                <a:cs typeface="Lucida Sans"/>
                <a:sym typeface="Lucida Sans"/>
              </a:defRPr>
            </a:lvl5pPr>
            <a:lvl6pPr lvl="5"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Lucida Sans"/>
                <a:ea typeface="Lucida Sans"/>
                <a:cs typeface="Lucida Sans"/>
                <a:sym typeface="Lucida Sans"/>
              </a:defRPr>
            </a:lvl6pPr>
            <a:lvl7pPr lvl="6"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7pPr>
            <a:lvl8pPr lvl="7"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8pPr>
            <a:lvl9pPr lvl="8"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9pPr>
          </a:lstStyle>
          <a:p/>
        </p:txBody>
      </p:sp>
      <p:sp>
        <p:nvSpPr>
          <p:cNvPr id="118" name="Google Shape;118;p17"/>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17"/>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7"/>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innehåll" type="txAndObj">
  <p:cSld name="TEXT_AND_OBJECT">
    <p:spTree>
      <p:nvGrpSpPr>
        <p:cNvPr id="121" name="Shape 121"/>
        <p:cNvGrpSpPr/>
        <p:nvPr/>
      </p:nvGrpSpPr>
      <p:grpSpPr>
        <a:xfrm>
          <a:off x="0" y="0"/>
          <a:ext cx="0" cy="0"/>
          <a:chOff x="0" y="0"/>
          <a:chExt cx="0" cy="0"/>
        </a:xfrm>
      </p:grpSpPr>
      <p:sp>
        <p:nvSpPr>
          <p:cNvPr id="122" name="Google Shape;122;p18"/>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8"/>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24" name="Google Shape;124;p18"/>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25" name="Google Shape;125;p18"/>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18"/>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18"/>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128" name="Shape 128"/>
        <p:cNvGrpSpPr/>
        <p:nvPr/>
      </p:nvGrpSpPr>
      <p:grpSpPr>
        <a:xfrm>
          <a:off x="0" y="0"/>
          <a:ext cx="0" cy="0"/>
          <a:chOff x="0" y="0"/>
          <a:chExt cx="0" cy="0"/>
        </a:xfrm>
      </p:grpSpPr>
      <p:sp>
        <p:nvSpPr>
          <p:cNvPr id="129" name="Google Shape;129;p19"/>
          <p:cNvSpPr txBox="1"/>
          <p:nvPr>
            <p:ph idx="1" type="body"/>
          </p:nvPr>
        </p:nvSpPr>
        <p:spPr>
          <a:xfrm>
            <a:off x="457200" y="1481137"/>
            <a:ext cx="8229600" cy="4525962"/>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30" name="Google Shape;130;p1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9"/>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19"/>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19"/>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ClipArt och text" type="clipArtAndTx">
  <p:cSld name="CLIPART_AND_TEXT">
    <p:spTree>
      <p:nvGrpSpPr>
        <p:cNvPr id="134" name="Shape 134"/>
        <p:cNvGrpSpPr/>
        <p:nvPr/>
      </p:nvGrpSpPr>
      <p:grpSpPr>
        <a:xfrm>
          <a:off x="0" y="0"/>
          <a:ext cx="0" cy="0"/>
          <a:chOff x="0" y="0"/>
          <a:chExt cx="0" cy="0"/>
        </a:xfrm>
      </p:grpSpPr>
      <p:sp>
        <p:nvSpPr>
          <p:cNvPr id="135" name="Google Shape;135;p20"/>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0"/>
          <p:cNvSpPr/>
          <p:nvPr>
            <p:ph idx="2" type="clipArt"/>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400"/>
              </a:spcBef>
              <a:spcAft>
                <a:spcPts val="0"/>
              </a:spcAft>
              <a:buClr>
                <a:schemeClr val="accent1"/>
              </a:buClr>
              <a:buSzPts val="1836"/>
              <a:buFont typeface="Noto Sans Symbols"/>
              <a:buChar char="🞂"/>
              <a:defRPr sz="2700">
                <a:solidFill>
                  <a:schemeClr val="dk1"/>
                </a:solidFill>
                <a:latin typeface="Lucida Sans"/>
                <a:ea typeface="Lucida Sans"/>
                <a:cs typeface="Lucida Sans"/>
                <a:sym typeface="Lucida Sans"/>
              </a:defRPr>
            </a:lvl1pPr>
            <a:lvl2pPr lvl="1" marR="0" rtl="0" algn="l">
              <a:spcBef>
                <a:spcPts val="325"/>
              </a:spcBef>
              <a:spcAft>
                <a:spcPts val="0"/>
              </a:spcAft>
              <a:buClr>
                <a:schemeClr val="accent1"/>
              </a:buClr>
              <a:buSzPts val="2300"/>
              <a:buFont typeface="Verdana"/>
              <a:buChar char="◦"/>
              <a:defRPr b="0" i="0" sz="2300" u="none" cap="none" strike="noStrike">
                <a:solidFill>
                  <a:schemeClr val="dk1"/>
                </a:solidFill>
                <a:latin typeface="Lucida Sans"/>
                <a:ea typeface="Lucida Sans"/>
                <a:cs typeface="Lucida Sans"/>
                <a:sym typeface="Lucida Sans"/>
              </a:defRPr>
            </a:lvl2pPr>
            <a:lvl3pPr lvl="2"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Lucida Sans"/>
                <a:ea typeface="Lucida Sans"/>
                <a:cs typeface="Lucida Sans"/>
                <a:sym typeface="Lucida Sans"/>
              </a:defRPr>
            </a:lvl3pPr>
            <a:lvl4pPr lvl="3"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Lucida Sans"/>
                <a:ea typeface="Lucida Sans"/>
                <a:cs typeface="Lucida Sans"/>
                <a:sym typeface="Lucida Sans"/>
              </a:defRPr>
            </a:lvl4pPr>
            <a:lvl5pPr lvl="4"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Lucida Sans"/>
                <a:ea typeface="Lucida Sans"/>
                <a:cs typeface="Lucida Sans"/>
                <a:sym typeface="Lucida Sans"/>
              </a:defRPr>
            </a:lvl5pPr>
            <a:lvl6pPr lvl="5"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Lucida Sans"/>
                <a:ea typeface="Lucida Sans"/>
                <a:cs typeface="Lucida Sans"/>
                <a:sym typeface="Lucida Sans"/>
              </a:defRPr>
            </a:lvl6pPr>
            <a:lvl7pPr lvl="6"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7pPr>
            <a:lvl8pPr lvl="7"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8pPr>
            <a:lvl9pPr lvl="8"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9pPr>
          </a:lstStyle>
          <a:p/>
        </p:txBody>
      </p:sp>
      <p:sp>
        <p:nvSpPr>
          <p:cNvPr id="137" name="Google Shape;137;p20"/>
          <p:cNvSpPr txBox="1"/>
          <p:nvPr>
            <p:ph idx="1"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38" name="Google Shape;138;p20"/>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0"/>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20"/>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över text" type="objOverTx">
  <p:cSld name="OBJECT_OVER_TEXT">
    <p:spTree>
      <p:nvGrpSpPr>
        <p:cNvPr id="141" name="Shape 141"/>
        <p:cNvGrpSpPr/>
        <p:nvPr/>
      </p:nvGrpSpPr>
      <p:grpSpPr>
        <a:xfrm>
          <a:off x="0" y="0"/>
          <a:ext cx="0" cy="0"/>
          <a:chOff x="0" y="0"/>
          <a:chExt cx="0" cy="0"/>
        </a:xfrm>
      </p:grpSpPr>
      <p:sp>
        <p:nvSpPr>
          <p:cNvPr id="142" name="Google Shape;142;p21"/>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1"/>
          <p:cNvSpPr txBox="1"/>
          <p:nvPr>
            <p:ph idx="1" type="body"/>
          </p:nvPr>
        </p:nvSpPr>
        <p:spPr>
          <a:xfrm>
            <a:off x="685800" y="1981200"/>
            <a:ext cx="7772400" cy="19812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44" name="Google Shape;144;p21"/>
          <p:cNvSpPr txBox="1"/>
          <p:nvPr>
            <p:ph idx="2" type="body"/>
          </p:nvPr>
        </p:nvSpPr>
        <p:spPr>
          <a:xfrm>
            <a:off x="685800" y="4114800"/>
            <a:ext cx="7772400" cy="19812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45" name="Google Shape;145;p21"/>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21"/>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21"/>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tabell" type="tbl">
  <p:cSld name="TABLE">
    <p:spTree>
      <p:nvGrpSpPr>
        <p:cNvPr id="148" name="Shape 148"/>
        <p:cNvGrpSpPr/>
        <p:nvPr/>
      </p:nvGrpSpPr>
      <p:grpSpPr>
        <a:xfrm>
          <a:off x="0" y="0"/>
          <a:ext cx="0" cy="0"/>
          <a:chOff x="0" y="0"/>
          <a:chExt cx="0" cy="0"/>
        </a:xfrm>
      </p:grpSpPr>
      <p:sp>
        <p:nvSpPr>
          <p:cNvPr id="149" name="Google Shape;149;p22"/>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2"/>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2"/>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22"/>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innehåll och text" type="objAndTx">
  <p:cSld name="OBJECT_AND_TEXT">
    <p:spTree>
      <p:nvGrpSpPr>
        <p:cNvPr id="153" name="Shape 153"/>
        <p:cNvGrpSpPr/>
        <p:nvPr/>
      </p:nvGrpSpPr>
      <p:grpSpPr>
        <a:xfrm>
          <a:off x="0" y="0"/>
          <a:ext cx="0" cy="0"/>
          <a:chOff x="0" y="0"/>
          <a:chExt cx="0" cy="0"/>
        </a:xfrm>
      </p:grpSpPr>
      <p:sp>
        <p:nvSpPr>
          <p:cNvPr id="154" name="Google Shape;154;p23"/>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3"/>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56" name="Google Shape;156;p23"/>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57" name="Google Shape;157;p23"/>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23"/>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p23"/>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text över innehåll" type="txOverObj">
  <p:cSld name="TEXT_OVER_OBJECT">
    <p:spTree>
      <p:nvGrpSpPr>
        <p:cNvPr id="160" name="Shape 160"/>
        <p:cNvGrpSpPr/>
        <p:nvPr/>
      </p:nvGrpSpPr>
      <p:grpSpPr>
        <a:xfrm>
          <a:off x="0" y="0"/>
          <a:ext cx="0" cy="0"/>
          <a:chOff x="0" y="0"/>
          <a:chExt cx="0" cy="0"/>
        </a:xfrm>
      </p:grpSpPr>
      <p:sp>
        <p:nvSpPr>
          <p:cNvPr id="161" name="Google Shape;161;p24"/>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24"/>
          <p:cNvSpPr txBox="1"/>
          <p:nvPr>
            <p:ph idx="1" type="body"/>
          </p:nvPr>
        </p:nvSpPr>
        <p:spPr>
          <a:xfrm>
            <a:off x="685800" y="1981200"/>
            <a:ext cx="7772400" cy="19812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63" name="Google Shape;163;p24"/>
          <p:cNvSpPr txBox="1"/>
          <p:nvPr>
            <p:ph idx="2" type="body"/>
          </p:nvPr>
        </p:nvSpPr>
        <p:spPr>
          <a:xfrm>
            <a:off x="685800" y="4114800"/>
            <a:ext cx="7772400" cy="19812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64" name="Google Shape;164;p24"/>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24"/>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24"/>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167" name="Shape 167"/>
        <p:cNvGrpSpPr/>
        <p:nvPr/>
      </p:nvGrpSpPr>
      <p:grpSpPr>
        <a:xfrm>
          <a:off x="0" y="0"/>
          <a:ext cx="0" cy="0"/>
          <a:chOff x="0" y="0"/>
          <a:chExt cx="0" cy="0"/>
        </a:xfrm>
      </p:grpSpPr>
      <p:sp>
        <p:nvSpPr>
          <p:cNvPr id="168" name="Google Shape;168;p25"/>
          <p:cNvSpPr txBox="1"/>
          <p:nvPr>
            <p:ph type="title"/>
          </p:nvPr>
        </p:nvSpPr>
        <p:spPr>
          <a:xfrm rot="5400000">
            <a:off x="4936367" y="2182285"/>
            <a:ext cx="5592761" cy="17774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25"/>
          <p:cNvSpPr txBox="1"/>
          <p:nvPr>
            <p:ph idx="1" type="body"/>
          </p:nvPr>
        </p:nvSpPr>
        <p:spPr>
          <a:xfrm rot="5400000">
            <a:off x="823120" y="-91279"/>
            <a:ext cx="5592760" cy="63246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70" name="Google Shape;170;p25"/>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25"/>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25"/>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173" name="Shape 173"/>
        <p:cNvGrpSpPr/>
        <p:nvPr/>
      </p:nvGrpSpPr>
      <p:grpSpPr>
        <a:xfrm>
          <a:off x="0" y="0"/>
          <a:ext cx="0" cy="0"/>
          <a:chOff x="0" y="0"/>
          <a:chExt cx="0" cy="0"/>
        </a:xfrm>
      </p:grpSpPr>
      <p:sp>
        <p:nvSpPr>
          <p:cNvPr id="174" name="Google Shape;174;p2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26"/>
          <p:cNvSpPr txBox="1"/>
          <p:nvPr>
            <p:ph idx="1" type="body"/>
          </p:nvPr>
        </p:nvSpPr>
        <p:spPr>
          <a:xfrm rot="5400000">
            <a:off x="2378964" y="-440436"/>
            <a:ext cx="4386071" cy="82296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176" name="Google Shape;176;p26"/>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26"/>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p26"/>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179" name="Shape 179"/>
        <p:cNvGrpSpPr/>
        <p:nvPr/>
      </p:nvGrpSpPr>
      <p:grpSpPr>
        <a:xfrm>
          <a:off x="0" y="0"/>
          <a:ext cx="0" cy="0"/>
          <a:chOff x="0" y="0"/>
          <a:chExt cx="0" cy="0"/>
        </a:xfrm>
      </p:grpSpPr>
      <p:sp>
        <p:nvSpPr>
          <p:cNvPr id="180" name="Google Shape;180;p27"/>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27"/>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2" name="Google Shape;182;p27"/>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194" name="Shape 194"/>
        <p:cNvGrpSpPr/>
        <p:nvPr/>
      </p:nvGrpSpPr>
      <p:grpSpPr>
        <a:xfrm>
          <a:off x="0" y="0"/>
          <a:ext cx="0" cy="0"/>
          <a:chOff x="0" y="0"/>
          <a:chExt cx="0" cy="0"/>
        </a:xfrm>
      </p:grpSpPr>
      <p:sp>
        <p:nvSpPr>
          <p:cNvPr id="195" name="Google Shape;195;p29"/>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6" name="Google Shape;196;p29"/>
          <p:cNvSpPr txBox="1"/>
          <p:nvPr>
            <p:ph idx="1" type="body"/>
          </p:nvPr>
        </p:nvSpPr>
        <p:spPr>
          <a:xfrm>
            <a:off x="1435608" y="1524000"/>
            <a:ext cx="3657600" cy="4663440"/>
          </a:xfrm>
          <a:prstGeom prst="rect">
            <a:avLst/>
          </a:prstGeom>
          <a:noFill/>
          <a:ln>
            <a:noFill/>
          </a:ln>
        </p:spPr>
        <p:txBody>
          <a:bodyPr anchorCtr="0" anchor="t" bIns="45700" lIns="91425" spcFirstLastPara="1" rIns="91425" wrap="square" tIns="45700">
            <a:noAutofit/>
          </a:bodyPr>
          <a:lstStyle>
            <a:lvl1pPr indent="-370840" lvl="0" marL="457200" algn="l">
              <a:spcBef>
                <a:spcPts val="600"/>
              </a:spcBef>
              <a:spcAft>
                <a:spcPts val="0"/>
              </a:spcAft>
              <a:buSzPts val="2240"/>
              <a:buChar char="⚫"/>
              <a:defRPr sz="2800"/>
            </a:lvl1pPr>
            <a:lvl2pPr indent="-381000" lvl="1" marL="914400" algn="l">
              <a:spcBef>
                <a:spcPts val="55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97" name="Google Shape;197;p29"/>
          <p:cNvSpPr txBox="1"/>
          <p:nvPr>
            <p:ph idx="2" type="body"/>
          </p:nvPr>
        </p:nvSpPr>
        <p:spPr>
          <a:xfrm>
            <a:off x="5276088" y="1524000"/>
            <a:ext cx="3657600" cy="4663440"/>
          </a:xfrm>
          <a:prstGeom prst="rect">
            <a:avLst/>
          </a:prstGeom>
          <a:noFill/>
          <a:ln>
            <a:noFill/>
          </a:ln>
        </p:spPr>
        <p:txBody>
          <a:bodyPr anchorCtr="0" anchor="t" bIns="45700" lIns="91425" spcFirstLastPara="1" rIns="91425" wrap="square" tIns="45700">
            <a:noAutofit/>
          </a:bodyPr>
          <a:lstStyle>
            <a:lvl1pPr indent="-370840" lvl="0" marL="457200" algn="l">
              <a:spcBef>
                <a:spcPts val="600"/>
              </a:spcBef>
              <a:spcAft>
                <a:spcPts val="0"/>
              </a:spcAft>
              <a:buSzPts val="2240"/>
              <a:buChar char="⚫"/>
              <a:defRPr sz="2800"/>
            </a:lvl1pPr>
            <a:lvl2pPr indent="-381000" lvl="1" marL="914400" algn="l">
              <a:spcBef>
                <a:spcPts val="550"/>
              </a:spcBef>
              <a:spcAft>
                <a:spcPts val="0"/>
              </a:spcAft>
              <a:buSzPts val="2400"/>
              <a:buChar char="◦"/>
              <a:defRPr sz="2400"/>
            </a:lvl2pPr>
            <a:lvl3pPr indent="-355600" lvl="2" marL="1371600" algn="l">
              <a:spcBef>
                <a:spcPts val="400"/>
              </a:spcBef>
              <a:spcAft>
                <a:spcPts val="0"/>
              </a:spcAft>
              <a:buSzPts val="20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98" name="Google Shape;198;p29"/>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9" name="Google Shape;199;p29"/>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29"/>
          <p:cNvSpPr txBox="1"/>
          <p:nvPr>
            <p:ph idx="12" type="sldNum"/>
          </p:nvPr>
        </p:nvSpPr>
        <p:spPr>
          <a:xfrm>
            <a:off x="8613775" y="6305550"/>
            <a:ext cx="457200" cy="47625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201" name="Shape 201"/>
        <p:cNvGrpSpPr/>
        <p:nvPr/>
      </p:nvGrpSpPr>
      <p:grpSpPr>
        <a:xfrm>
          <a:off x="0" y="0"/>
          <a:ext cx="0" cy="0"/>
          <a:chOff x="0" y="0"/>
          <a:chExt cx="0" cy="0"/>
        </a:xfrm>
      </p:grpSpPr>
      <p:sp>
        <p:nvSpPr>
          <p:cNvPr id="202" name="Google Shape;202;p30"/>
          <p:cNvSpPr txBox="1"/>
          <p:nvPr>
            <p:ph type="title"/>
          </p:nvPr>
        </p:nvSpPr>
        <p:spPr>
          <a:xfrm>
            <a:off x="1435100" y="274637"/>
            <a:ext cx="749935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30"/>
          <p:cNvSpPr txBox="1"/>
          <p:nvPr>
            <p:ph idx="1" type="body"/>
          </p:nvPr>
        </p:nvSpPr>
        <p:spPr>
          <a:xfrm>
            <a:off x="1435100" y="1447800"/>
            <a:ext cx="7499350" cy="4800600"/>
          </a:xfrm>
          <a:prstGeom prst="rect">
            <a:avLst/>
          </a:prstGeom>
          <a:noFill/>
          <a:ln>
            <a:noFill/>
          </a:ln>
        </p:spPr>
        <p:txBody>
          <a:bodyPr anchorCtr="0" anchor="t" bIns="45700" lIns="91425" spcFirstLastPara="1" rIns="91425" wrap="square" tIns="45700">
            <a:noAutofit/>
          </a:bodyPr>
          <a:lstStyle>
            <a:lvl1pPr indent="-320040" lvl="0" marL="457200" algn="l">
              <a:spcBef>
                <a:spcPts val="600"/>
              </a:spcBef>
              <a:spcAft>
                <a:spcPts val="0"/>
              </a:spcAft>
              <a:buSzPts val="1440"/>
              <a:buChar char="⚫"/>
              <a:defRPr/>
            </a:lvl1pPr>
            <a:lvl2pPr indent="-342900" lvl="1" marL="914400" algn="l">
              <a:spcBef>
                <a:spcPts val="55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04" name="Google Shape;204;p30"/>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30"/>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30"/>
          <p:cNvSpPr txBox="1"/>
          <p:nvPr>
            <p:ph idx="12" type="sldNum"/>
          </p:nvPr>
        </p:nvSpPr>
        <p:spPr>
          <a:xfrm>
            <a:off x="8613775" y="6305550"/>
            <a:ext cx="457200" cy="47625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ClipArt och text" type="clipArtAndTx">
  <p:cSld name="CLIPART_AND_TEXT">
    <p:spTree>
      <p:nvGrpSpPr>
        <p:cNvPr id="207" name="Shape 207"/>
        <p:cNvGrpSpPr/>
        <p:nvPr/>
      </p:nvGrpSpPr>
      <p:grpSpPr>
        <a:xfrm>
          <a:off x="0" y="0"/>
          <a:ext cx="0" cy="0"/>
          <a:chOff x="0" y="0"/>
          <a:chExt cx="0" cy="0"/>
        </a:xfrm>
      </p:grpSpPr>
      <p:sp>
        <p:nvSpPr>
          <p:cNvPr id="208" name="Google Shape;208;p31"/>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p31"/>
          <p:cNvSpPr/>
          <p:nvPr>
            <p:ph idx="2" type="clipArt"/>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lvl="1" marR="0" rtl="0" algn="l">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lvl="2" marR="0" rtl="0" algn="l">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lvl="3" marR="0" rtl="0" algn="l">
              <a:spcBef>
                <a:spcPts val="400"/>
              </a:spcBef>
              <a:spcAft>
                <a:spcPts val="0"/>
              </a:spcAft>
              <a:buClr>
                <a:srgbClr val="C32D2E"/>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lvl="4" marR="0" rtl="0" algn="l">
              <a:spcBef>
                <a:spcPts val="400"/>
              </a:spcBef>
              <a:spcAft>
                <a:spcPts val="0"/>
              </a:spcAft>
              <a:buClr>
                <a:srgbClr val="84AA33"/>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lvl="5"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lvl="6"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lvl="7"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lvl="8"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210" name="Google Shape;210;p31"/>
          <p:cNvSpPr txBox="1"/>
          <p:nvPr>
            <p:ph idx="1"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20040" lvl="0" marL="457200" algn="l">
              <a:spcBef>
                <a:spcPts val="600"/>
              </a:spcBef>
              <a:spcAft>
                <a:spcPts val="0"/>
              </a:spcAft>
              <a:buSzPts val="1440"/>
              <a:buChar char="⚫"/>
              <a:defRPr/>
            </a:lvl1pPr>
            <a:lvl2pPr indent="-342900" lvl="1" marL="914400" algn="l">
              <a:spcBef>
                <a:spcPts val="55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11" name="Google Shape;211;p31"/>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p31"/>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3" name="Google Shape;213;p31"/>
          <p:cNvSpPr txBox="1"/>
          <p:nvPr>
            <p:ph idx="12" type="sldNum"/>
          </p:nvPr>
        </p:nvSpPr>
        <p:spPr>
          <a:xfrm>
            <a:off x="8613775" y="6305550"/>
            <a:ext cx="457200" cy="47625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214" name="Shape 214"/>
        <p:cNvGrpSpPr/>
        <p:nvPr/>
      </p:nvGrpSpPr>
      <p:grpSpPr>
        <a:xfrm>
          <a:off x="0" y="0"/>
          <a:ext cx="0" cy="0"/>
          <a:chOff x="0" y="0"/>
          <a:chExt cx="0" cy="0"/>
        </a:xfrm>
      </p:grpSpPr>
      <p:sp>
        <p:nvSpPr>
          <p:cNvPr id="215" name="Google Shape;215;p32"/>
          <p:cNvSpPr txBox="1"/>
          <p:nvPr>
            <p:ph type="title"/>
          </p:nvPr>
        </p:nvSpPr>
        <p:spPr>
          <a:xfrm rot="5400000">
            <a:off x="4846637" y="2286002"/>
            <a:ext cx="5851525" cy="1828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32"/>
          <p:cNvSpPr txBox="1"/>
          <p:nvPr>
            <p:ph idx="1" type="body"/>
          </p:nvPr>
        </p:nvSpPr>
        <p:spPr>
          <a:xfrm rot="5400000">
            <a:off x="998537" y="419103"/>
            <a:ext cx="5851525" cy="5562600"/>
          </a:xfrm>
          <a:prstGeom prst="rect">
            <a:avLst/>
          </a:prstGeom>
          <a:noFill/>
          <a:ln>
            <a:noFill/>
          </a:ln>
        </p:spPr>
        <p:txBody>
          <a:bodyPr anchorCtr="0" anchor="t" bIns="45700" lIns="91425" spcFirstLastPara="1" rIns="91425" wrap="square" tIns="45700">
            <a:noAutofit/>
          </a:bodyPr>
          <a:lstStyle>
            <a:lvl1pPr indent="-320040" lvl="0" marL="457200" algn="l">
              <a:spcBef>
                <a:spcPts val="600"/>
              </a:spcBef>
              <a:spcAft>
                <a:spcPts val="0"/>
              </a:spcAft>
              <a:buSzPts val="1440"/>
              <a:buChar char="⚫"/>
              <a:defRPr/>
            </a:lvl1pPr>
            <a:lvl2pPr indent="-342900" lvl="1" marL="914400" algn="l">
              <a:spcBef>
                <a:spcPts val="55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17" name="Google Shape;217;p32"/>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8" name="Google Shape;218;p32"/>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p32"/>
          <p:cNvSpPr txBox="1"/>
          <p:nvPr>
            <p:ph idx="12" type="sldNum"/>
          </p:nvPr>
        </p:nvSpPr>
        <p:spPr>
          <a:xfrm>
            <a:off x="8613775" y="6305550"/>
            <a:ext cx="457200" cy="47625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220" name="Shape 220"/>
        <p:cNvGrpSpPr/>
        <p:nvPr/>
      </p:nvGrpSpPr>
      <p:grpSpPr>
        <a:xfrm>
          <a:off x="0" y="0"/>
          <a:ext cx="0" cy="0"/>
          <a:chOff x="0" y="0"/>
          <a:chExt cx="0" cy="0"/>
        </a:xfrm>
      </p:grpSpPr>
      <p:sp>
        <p:nvSpPr>
          <p:cNvPr id="221" name="Google Shape;221;p33"/>
          <p:cNvSpPr txBox="1"/>
          <p:nvPr>
            <p:ph type="title"/>
          </p:nvPr>
        </p:nvSpPr>
        <p:spPr>
          <a:xfrm>
            <a:off x="1435100" y="274637"/>
            <a:ext cx="749935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p33"/>
          <p:cNvSpPr txBox="1"/>
          <p:nvPr>
            <p:ph idx="1" type="body"/>
          </p:nvPr>
        </p:nvSpPr>
        <p:spPr>
          <a:xfrm rot="5400000">
            <a:off x="2784475" y="98425"/>
            <a:ext cx="4800600" cy="7499350"/>
          </a:xfrm>
          <a:prstGeom prst="rect">
            <a:avLst/>
          </a:prstGeom>
          <a:noFill/>
          <a:ln>
            <a:noFill/>
          </a:ln>
        </p:spPr>
        <p:txBody>
          <a:bodyPr anchorCtr="0" anchor="t" bIns="45700" lIns="91425" spcFirstLastPara="1" rIns="91425" wrap="square" tIns="45700">
            <a:noAutofit/>
          </a:bodyPr>
          <a:lstStyle>
            <a:lvl1pPr indent="-320040" lvl="0" marL="457200" algn="l">
              <a:spcBef>
                <a:spcPts val="600"/>
              </a:spcBef>
              <a:spcAft>
                <a:spcPts val="0"/>
              </a:spcAft>
              <a:buSzPts val="1440"/>
              <a:buChar char="⚫"/>
              <a:defRPr/>
            </a:lvl1pPr>
            <a:lvl2pPr indent="-342900" lvl="1" marL="914400" algn="l">
              <a:spcBef>
                <a:spcPts val="55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223" name="Google Shape;223;p33"/>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4" name="Google Shape;224;p33"/>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5" name="Google Shape;225;p33"/>
          <p:cNvSpPr txBox="1"/>
          <p:nvPr>
            <p:ph idx="12" type="sldNum"/>
          </p:nvPr>
        </p:nvSpPr>
        <p:spPr>
          <a:xfrm>
            <a:off x="8613775" y="6305550"/>
            <a:ext cx="457200" cy="47625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226" name="Shape 226"/>
        <p:cNvGrpSpPr/>
        <p:nvPr/>
      </p:nvGrpSpPr>
      <p:grpSpPr>
        <a:xfrm>
          <a:off x="0" y="0"/>
          <a:ext cx="0" cy="0"/>
          <a:chOff x="0" y="0"/>
          <a:chExt cx="0" cy="0"/>
        </a:xfrm>
      </p:grpSpPr>
      <p:sp>
        <p:nvSpPr>
          <p:cNvPr id="227" name="Google Shape;227;p34"/>
          <p:cNvSpPr txBox="1"/>
          <p:nvPr>
            <p:ph type="title"/>
          </p:nvPr>
        </p:nvSpPr>
        <p:spPr>
          <a:xfrm>
            <a:off x="1435608" y="274320"/>
            <a:ext cx="749808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p34"/>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9" name="Google Shape;229;p34"/>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0" name="Google Shape;230;p34"/>
          <p:cNvSpPr txBox="1"/>
          <p:nvPr>
            <p:ph idx="12" type="sldNum"/>
          </p:nvPr>
        </p:nvSpPr>
        <p:spPr>
          <a:xfrm>
            <a:off x="8613775" y="6305550"/>
            <a:ext cx="457200" cy="476250"/>
          </a:xfrm>
          <a:prstGeom prst="rect">
            <a:avLst/>
          </a:prstGeom>
          <a:noFill/>
          <a:ln>
            <a:noFill/>
          </a:ln>
        </p:spPr>
        <p:txBody>
          <a:bodyPr anchorCtr="0" anchor="b" bIns="45700" lIns="91425" spcFirstLastPara="1" rIns="91425" wrap="square" tIns="45700">
            <a:noAutofit/>
          </a:bodyPr>
          <a:lstStyle>
            <a:lvl1pPr indent="0" lvl="0"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239" name="Shape 239"/>
        <p:cNvGrpSpPr/>
        <p:nvPr/>
      </p:nvGrpSpPr>
      <p:grpSpPr>
        <a:xfrm>
          <a:off x="0" y="0"/>
          <a:ext cx="0" cy="0"/>
          <a:chOff x="0" y="0"/>
          <a:chExt cx="0" cy="0"/>
        </a:xfrm>
      </p:grpSpPr>
      <p:sp>
        <p:nvSpPr>
          <p:cNvPr id="240" name="Google Shape;240;p36"/>
          <p:cNvSpPr txBox="1"/>
          <p:nvPr>
            <p:ph type="title"/>
          </p:nvPr>
        </p:nvSpPr>
        <p:spPr>
          <a:xfrm>
            <a:off x="503237" y="4986337"/>
            <a:ext cx="8183562" cy="10509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1" name="Google Shape;241;p36"/>
          <p:cNvSpPr txBox="1"/>
          <p:nvPr>
            <p:ph idx="1" type="body"/>
          </p:nvPr>
        </p:nvSpPr>
        <p:spPr>
          <a:xfrm>
            <a:off x="514352" y="530352"/>
            <a:ext cx="3931920" cy="4389120"/>
          </a:xfrm>
          <a:prstGeom prst="rect">
            <a:avLst/>
          </a:prstGeom>
          <a:noFill/>
          <a:ln>
            <a:noFill/>
          </a:ln>
        </p:spPr>
        <p:txBody>
          <a:bodyPr anchorCtr="0" anchor="t" bIns="45700" lIns="182875" spcFirstLastPara="1" rIns="91425" wrap="square" tIns="91425">
            <a:noAutofit/>
          </a:bodyPr>
          <a:lstStyle>
            <a:lvl1pPr indent="-360680" lvl="0" marL="457200" algn="l">
              <a:spcBef>
                <a:spcPts val="250"/>
              </a:spcBef>
              <a:spcAft>
                <a:spcPts val="0"/>
              </a:spcAft>
              <a:buSzPts val="2080"/>
              <a:buChar char="⚫"/>
              <a:defRPr sz="2600"/>
            </a:lvl1pPr>
            <a:lvl2pPr indent="-368300" lvl="1" marL="914400" algn="l">
              <a:spcBef>
                <a:spcPts val="250"/>
              </a:spcBef>
              <a:spcAft>
                <a:spcPts val="0"/>
              </a:spcAft>
              <a:buSzPts val="2200"/>
              <a:buChar char="◦"/>
              <a:defRPr sz="2200"/>
            </a:lvl2pPr>
            <a:lvl3pPr indent="-355600" lvl="2" marL="1371600" algn="l">
              <a:spcBef>
                <a:spcPts val="250"/>
              </a:spcBef>
              <a:spcAft>
                <a:spcPts val="0"/>
              </a:spcAft>
              <a:buSzPts val="2000"/>
              <a:buChar char="●"/>
              <a:defRPr sz="2000"/>
            </a:lvl3pPr>
            <a:lvl4pPr indent="-356616" lvl="3" marL="1828800" algn="l">
              <a:spcBef>
                <a:spcPts val="225"/>
              </a:spcBef>
              <a:spcAft>
                <a:spcPts val="0"/>
              </a:spcAft>
              <a:buSzPts val="2016"/>
              <a:buChar char="◦"/>
              <a:defRPr sz="1800"/>
            </a:lvl4pPr>
            <a:lvl5pPr indent="-342900" lvl="4" marL="2286000" algn="l">
              <a:spcBef>
                <a:spcPts val="250"/>
              </a:spcBef>
              <a:spcAft>
                <a:spcPts val="0"/>
              </a:spcAft>
              <a:buSzPts val="1800"/>
              <a:buChar char="●"/>
              <a:defRPr sz="18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42" name="Google Shape;242;p36"/>
          <p:cNvSpPr txBox="1"/>
          <p:nvPr>
            <p:ph idx="2" type="body"/>
          </p:nvPr>
        </p:nvSpPr>
        <p:spPr>
          <a:xfrm>
            <a:off x="4755360" y="530352"/>
            <a:ext cx="3931920" cy="4389120"/>
          </a:xfrm>
          <a:prstGeom prst="rect">
            <a:avLst/>
          </a:prstGeom>
          <a:noFill/>
          <a:ln>
            <a:noFill/>
          </a:ln>
        </p:spPr>
        <p:txBody>
          <a:bodyPr anchorCtr="0" anchor="t" bIns="45700" lIns="182875" spcFirstLastPara="1" rIns="91425" wrap="square" tIns="91425">
            <a:noAutofit/>
          </a:bodyPr>
          <a:lstStyle>
            <a:lvl1pPr indent="-360680" lvl="0" marL="457200" algn="l">
              <a:spcBef>
                <a:spcPts val="250"/>
              </a:spcBef>
              <a:spcAft>
                <a:spcPts val="0"/>
              </a:spcAft>
              <a:buSzPts val="2080"/>
              <a:buChar char="⚫"/>
              <a:defRPr sz="2600"/>
            </a:lvl1pPr>
            <a:lvl2pPr indent="-368300" lvl="1" marL="914400" algn="l">
              <a:spcBef>
                <a:spcPts val="250"/>
              </a:spcBef>
              <a:spcAft>
                <a:spcPts val="0"/>
              </a:spcAft>
              <a:buSzPts val="2200"/>
              <a:buChar char="◦"/>
              <a:defRPr sz="2200"/>
            </a:lvl2pPr>
            <a:lvl3pPr indent="-355600" lvl="2" marL="1371600" algn="l">
              <a:spcBef>
                <a:spcPts val="250"/>
              </a:spcBef>
              <a:spcAft>
                <a:spcPts val="0"/>
              </a:spcAft>
              <a:buSzPts val="2000"/>
              <a:buChar char="●"/>
              <a:defRPr sz="2000"/>
            </a:lvl3pPr>
            <a:lvl4pPr indent="-356616" lvl="3" marL="1828800" algn="l">
              <a:spcBef>
                <a:spcPts val="225"/>
              </a:spcBef>
              <a:spcAft>
                <a:spcPts val="0"/>
              </a:spcAft>
              <a:buSzPts val="2016"/>
              <a:buChar char="◦"/>
              <a:defRPr sz="1800"/>
            </a:lvl4pPr>
            <a:lvl5pPr indent="-342900" lvl="4" marL="2286000" algn="l">
              <a:spcBef>
                <a:spcPts val="250"/>
              </a:spcBef>
              <a:spcAft>
                <a:spcPts val="0"/>
              </a:spcAft>
              <a:buSzPts val="1800"/>
              <a:buChar char="●"/>
              <a:defRPr sz="18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43" name="Google Shape;243;p36"/>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4" name="Google Shape;244;p36"/>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5" name="Google Shape;245;p36"/>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246" name="Shape 246"/>
        <p:cNvGrpSpPr/>
        <p:nvPr/>
      </p:nvGrpSpPr>
      <p:grpSpPr>
        <a:xfrm>
          <a:off x="0" y="0"/>
          <a:ext cx="0" cy="0"/>
          <a:chOff x="0" y="0"/>
          <a:chExt cx="0" cy="0"/>
        </a:xfrm>
      </p:grpSpPr>
      <p:sp>
        <p:nvSpPr>
          <p:cNvPr id="247" name="Google Shape;247;p37"/>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8" name="Google Shape;248;p37"/>
          <p:cNvSpPr txBox="1"/>
          <p:nvPr>
            <p:ph idx="1" type="body"/>
          </p:nvPr>
        </p:nvSpPr>
        <p:spPr>
          <a:xfrm>
            <a:off x="502920" y="530352"/>
            <a:ext cx="8183880" cy="4187952"/>
          </a:xfrm>
          <a:prstGeom prst="rect">
            <a:avLst/>
          </a:prstGeom>
          <a:noFill/>
          <a:ln>
            <a:noFill/>
          </a:ln>
        </p:spPr>
        <p:txBody>
          <a:bodyPr anchorCtr="0" anchor="t" bIns="45700" lIns="182875" spcFirstLastPara="1" rIns="91425" wrap="square" tIns="91425">
            <a:no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25"/>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49" name="Google Shape;249;p37"/>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0" name="Google Shape;250;p37"/>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1" name="Google Shape;251;p37"/>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252" name="Shape 252"/>
        <p:cNvGrpSpPr/>
        <p:nvPr/>
      </p:nvGrpSpPr>
      <p:grpSpPr>
        <a:xfrm>
          <a:off x="0" y="0"/>
          <a:ext cx="0" cy="0"/>
          <a:chOff x="0" y="0"/>
          <a:chExt cx="0" cy="0"/>
        </a:xfrm>
      </p:grpSpPr>
      <p:sp>
        <p:nvSpPr>
          <p:cNvPr id="253" name="Google Shape;253;p38"/>
          <p:cNvSpPr txBox="1"/>
          <p:nvPr>
            <p:ph type="title"/>
          </p:nvPr>
        </p:nvSpPr>
        <p:spPr>
          <a:xfrm rot="5400000">
            <a:off x="4991100" y="2171704"/>
            <a:ext cx="5257799" cy="1981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4" name="Google Shape;254;p38"/>
          <p:cNvSpPr txBox="1"/>
          <p:nvPr>
            <p:ph idx="1" type="body"/>
          </p:nvPr>
        </p:nvSpPr>
        <p:spPr>
          <a:xfrm rot="5400000">
            <a:off x="876300" y="190503"/>
            <a:ext cx="5257801" cy="5943600"/>
          </a:xfrm>
          <a:prstGeom prst="rect">
            <a:avLst/>
          </a:prstGeom>
          <a:noFill/>
          <a:ln>
            <a:noFill/>
          </a:ln>
        </p:spPr>
        <p:txBody>
          <a:bodyPr anchorCtr="0" anchor="t" bIns="45700" lIns="182875" spcFirstLastPara="1" rIns="91425" wrap="square" tIns="91425">
            <a:no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25"/>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55" name="Google Shape;255;p38"/>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6" name="Google Shape;256;p38"/>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7" name="Google Shape;257;p38"/>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258" name="Shape 258"/>
        <p:cNvGrpSpPr/>
        <p:nvPr/>
      </p:nvGrpSpPr>
      <p:grpSpPr>
        <a:xfrm>
          <a:off x="0" y="0"/>
          <a:ext cx="0" cy="0"/>
          <a:chOff x="0" y="0"/>
          <a:chExt cx="0" cy="0"/>
        </a:xfrm>
      </p:grpSpPr>
      <p:sp>
        <p:nvSpPr>
          <p:cNvPr id="259" name="Google Shape;259;p39"/>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0" name="Google Shape;260;p39"/>
          <p:cNvSpPr txBox="1"/>
          <p:nvPr>
            <p:ph idx="1" type="body"/>
          </p:nvPr>
        </p:nvSpPr>
        <p:spPr>
          <a:xfrm rot="5400000">
            <a:off x="2500884" y="-1467612"/>
            <a:ext cx="4187952" cy="8183880"/>
          </a:xfrm>
          <a:prstGeom prst="rect">
            <a:avLst/>
          </a:prstGeom>
          <a:noFill/>
          <a:ln>
            <a:noFill/>
          </a:ln>
        </p:spPr>
        <p:txBody>
          <a:bodyPr anchorCtr="0" anchor="t" bIns="45700" lIns="182875" spcFirstLastPara="1" rIns="91425" wrap="square" tIns="91425">
            <a:no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25"/>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61" name="Google Shape;261;p39"/>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2" name="Google Shape;262;p39"/>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3" name="Google Shape;263;p39"/>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264" name="Shape 264"/>
        <p:cNvGrpSpPr/>
        <p:nvPr/>
      </p:nvGrpSpPr>
      <p:grpSpPr>
        <a:xfrm>
          <a:off x="0" y="0"/>
          <a:ext cx="0" cy="0"/>
          <a:chOff x="0" y="0"/>
          <a:chExt cx="0" cy="0"/>
        </a:xfrm>
      </p:grpSpPr>
      <p:sp>
        <p:nvSpPr>
          <p:cNvPr id="265" name="Google Shape;265;p40"/>
          <p:cNvSpPr txBox="1"/>
          <p:nvPr>
            <p:ph type="title"/>
          </p:nvPr>
        </p:nvSpPr>
        <p:spPr>
          <a:xfrm>
            <a:off x="5538784" y="533400"/>
            <a:ext cx="2971800" cy="914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2200"/>
              <a:buFont typeface="Verdana"/>
              <a:buNone/>
              <a:defRPr b="1" sz="2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6" name="Google Shape;266;p40"/>
          <p:cNvSpPr txBox="1"/>
          <p:nvPr>
            <p:ph idx="1" type="body"/>
          </p:nvPr>
        </p:nvSpPr>
        <p:spPr>
          <a:xfrm>
            <a:off x="5538847" y="1447802"/>
            <a:ext cx="2971800" cy="4206112"/>
          </a:xfrm>
          <a:prstGeom prst="rect">
            <a:avLst/>
          </a:prstGeom>
          <a:noFill/>
          <a:ln>
            <a:noFill/>
          </a:ln>
        </p:spPr>
        <p:txBody>
          <a:bodyPr anchorCtr="0" anchor="t" bIns="45700" lIns="91425" spcFirstLastPara="1" rIns="91425" wrap="square" tIns="91425">
            <a:noAutofit/>
          </a:bodyPr>
          <a:lstStyle>
            <a:lvl1pPr indent="-228600" lvl="0" marL="457200" marR="18288" algn="l">
              <a:spcBef>
                <a:spcPts val="0"/>
              </a:spcBef>
              <a:spcAft>
                <a:spcPts val="0"/>
              </a:spcAft>
              <a:buSzPts val="1120"/>
              <a:buNone/>
              <a:defRPr sz="1400">
                <a:solidFill>
                  <a:schemeClr val="dk1"/>
                </a:solidFill>
              </a:defRPr>
            </a:lvl1pPr>
            <a:lvl2pPr indent="-228600" lvl="1" marL="914400" algn="l">
              <a:spcBef>
                <a:spcPts val="250"/>
              </a:spcBef>
              <a:spcAft>
                <a:spcPts val="0"/>
              </a:spcAft>
              <a:buSzPts val="1200"/>
              <a:buNone/>
              <a:defRPr sz="1200">
                <a:solidFill>
                  <a:schemeClr val="dk1"/>
                </a:solidFill>
              </a:defRPr>
            </a:lvl2pPr>
            <a:lvl3pPr indent="-228600" lvl="2" marL="1371600" algn="l">
              <a:spcBef>
                <a:spcPts val="250"/>
              </a:spcBef>
              <a:spcAft>
                <a:spcPts val="0"/>
              </a:spcAft>
              <a:buSzPts val="1000"/>
              <a:buNone/>
              <a:defRPr sz="1000">
                <a:solidFill>
                  <a:schemeClr val="dk1"/>
                </a:solidFill>
              </a:defRPr>
            </a:lvl3pPr>
            <a:lvl4pPr indent="-228600" lvl="3" marL="1828800" algn="l">
              <a:spcBef>
                <a:spcPts val="225"/>
              </a:spcBef>
              <a:spcAft>
                <a:spcPts val="0"/>
              </a:spcAft>
              <a:buSzPts val="1008"/>
              <a:buNone/>
              <a:defRPr sz="900">
                <a:solidFill>
                  <a:schemeClr val="dk1"/>
                </a:solidFill>
              </a:defRPr>
            </a:lvl4pPr>
            <a:lvl5pPr indent="-228600" lvl="4" marL="2286000" algn="l">
              <a:spcBef>
                <a:spcPts val="250"/>
              </a:spcBef>
              <a:spcAft>
                <a:spcPts val="0"/>
              </a:spcAft>
              <a:buSzPts val="900"/>
              <a:buNone/>
              <a:defRPr sz="900">
                <a:solidFill>
                  <a:schemeClr val="dk1"/>
                </a:solidFill>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67" name="Google Shape;267;p40"/>
          <p:cNvSpPr txBox="1"/>
          <p:nvPr>
            <p:ph idx="2" type="body"/>
          </p:nvPr>
        </p:nvSpPr>
        <p:spPr>
          <a:xfrm>
            <a:off x="761372" y="930144"/>
            <a:ext cx="4626159" cy="4724402"/>
          </a:xfrm>
          <a:prstGeom prst="rect">
            <a:avLst/>
          </a:prstGeom>
          <a:noFill/>
          <a:ln>
            <a:noFill/>
          </a:ln>
        </p:spPr>
        <p:txBody>
          <a:bodyPr anchorCtr="0" anchor="t" bIns="45700" lIns="182875" spcFirstLastPara="1" rIns="91425" wrap="square" tIns="91425">
            <a:noAutofit/>
          </a:bodyPr>
          <a:lstStyle>
            <a:lvl1pPr indent="-370840" lvl="0" marL="457200" algn="l">
              <a:spcBef>
                <a:spcPts val="250"/>
              </a:spcBef>
              <a:spcAft>
                <a:spcPts val="0"/>
              </a:spcAft>
              <a:buSzPts val="2240"/>
              <a:buChar char="⚫"/>
              <a:defRPr sz="2800">
                <a:solidFill>
                  <a:schemeClr val="dk1"/>
                </a:solidFill>
              </a:defRPr>
            </a:lvl1pPr>
            <a:lvl2pPr indent="-393700" lvl="1" marL="914400" algn="l">
              <a:spcBef>
                <a:spcPts val="250"/>
              </a:spcBef>
              <a:spcAft>
                <a:spcPts val="0"/>
              </a:spcAft>
              <a:buSzPts val="2600"/>
              <a:buChar char="◦"/>
              <a:defRPr sz="2600">
                <a:solidFill>
                  <a:schemeClr val="dk1"/>
                </a:solidFill>
              </a:defRPr>
            </a:lvl2pPr>
            <a:lvl3pPr indent="-381000" lvl="2" marL="1371600" algn="l">
              <a:spcBef>
                <a:spcPts val="250"/>
              </a:spcBef>
              <a:spcAft>
                <a:spcPts val="0"/>
              </a:spcAft>
              <a:buSzPts val="2400"/>
              <a:buChar char="●"/>
              <a:defRPr sz="2400">
                <a:solidFill>
                  <a:schemeClr val="dk1"/>
                </a:solidFill>
              </a:defRPr>
            </a:lvl3pPr>
            <a:lvl4pPr indent="-370840" lvl="3" marL="1828800" algn="l">
              <a:spcBef>
                <a:spcPts val="225"/>
              </a:spcBef>
              <a:spcAft>
                <a:spcPts val="0"/>
              </a:spcAft>
              <a:buSzPts val="2240"/>
              <a:buChar char="◦"/>
              <a:defRPr sz="2000">
                <a:solidFill>
                  <a:schemeClr val="dk1"/>
                </a:solidFill>
              </a:defRPr>
            </a:lvl4pPr>
            <a:lvl5pPr indent="-355600" lvl="4" marL="2286000" algn="l">
              <a:spcBef>
                <a:spcPts val="250"/>
              </a:spcBef>
              <a:spcAft>
                <a:spcPts val="0"/>
              </a:spcAft>
              <a:buSzPts val="2000"/>
              <a:buChar char="●"/>
              <a:defRPr sz="2000">
                <a:solidFill>
                  <a:schemeClr val="dk1"/>
                </a:solidFill>
              </a:defRPr>
            </a:lvl5pPr>
            <a:lvl6pPr indent="-228600" lvl="5" marL="2743200" algn="l">
              <a:spcBef>
                <a:spcPts val="250"/>
              </a:spcBef>
              <a:spcAft>
                <a:spcPts val="0"/>
              </a:spcAft>
              <a:buSzPts val="1700"/>
              <a:buNone/>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68" name="Google Shape;268;p40"/>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9" name="Google Shape;269;p40"/>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0" name="Google Shape;270;p40"/>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271" name="Shape 271"/>
        <p:cNvGrpSpPr/>
        <p:nvPr/>
      </p:nvGrpSpPr>
      <p:grpSpPr>
        <a:xfrm>
          <a:off x="0" y="0"/>
          <a:ext cx="0" cy="0"/>
          <a:chOff x="0" y="0"/>
          <a:chExt cx="0" cy="0"/>
        </a:xfrm>
      </p:grpSpPr>
      <p:sp>
        <p:nvSpPr>
          <p:cNvPr id="272" name="Google Shape;272;p41"/>
          <p:cNvSpPr txBox="1"/>
          <p:nvPr>
            <p:ph type="title"/>
          </p:nvPr>
        </p:nvSpPr>
        <p:spPr>
          <a:xfrm>
            <a:off x="503237" y="4986337"/>
            <a:ext cx="8183562" cy="10509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3" name="Google Shape;273;p41"/>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4" name="Google Shape;274;p41"/>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5" name="Google Shape;275;p41"/>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276" name="Shape 276"/>
        <p:cNvGrpSpPr/>
        <p:nvPr/>
      </p:nvGrpSpPr>
      <p:grpSpPr>
        <a:xfrm>
          <a:off x="0" y="0"/>
          <a:ext cx="0" cy="0"/>
          <a:chOff x="0" y="0"/>
          <a:chExt cx="0" cy="0"/>
        </a:xfrm>
      </p:grpSpPr>
      <p:sp>
        <p:nvSpPr>
          <p:cNvPr id="277" name="Google Shape;277;p42"/>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8" name="Google Shape;278;p42"/>
          <p:cNvSpPr txBox="1"/>
          <p:nvPr>
            <p:ph idx="1" type="body"/>
          </p:nvPr>
        </p:nvSpPr>
        <p:spPr>
          <a:xfrm>
            <a:off x="607224" y="579438"/>
            <a:ext cx="3931920" cy="792162"/>
          </a:xfrm>
          <a:prstGeom prst="rect">
            <a:avLst/>
          </a:prstGeom>
          <a:noFill/>
          <a:ln>
            <a:noFill/>
          </a:ln>
        </p:spPr>
        <p:txBody>
          <a:bodyPr anchorCtr="0" anchor="ctr" bIns="45700" lIns="146300" spcFirstLastPara="1" rIns="91425" wrap="square" tIns="91425">
            <a:noAutofit/>
          </a:bodyPr>
          <a:lstStyle>
            <a:lvl1pPr indent="-228600" lvl="0" marL="457200" algn="l">
              <a:spcBef>
                <a:spcPts val="250"/>
              </a:spcBef>
              <a:spcAft>
                <a:spcPts val="0"/>
              </a:spcAft>
              <a:buSzPts val="1920"/>
              <a:buNone/>
              <a:defRPr b="1" sz="2400">
                <a:solidFill>
                  <a:schemeClr val="dk1"/>
                </a:solidFill>
              </a:defRPr>
            </a:lvl1pPr>
            <a:lvl2pPr indent="-228600" lvl="1" marL="914400" algn="l">
              <a:spcBef>
                <a:spcPts val="250"/>
              </a:spcBef>
              <a:spcAft>
                <a:spcPts val="0"/>
              </a:spcAft>
              <a:buSzPts val="2000"/>
              <a:buNone/>
              <a:defRPr b="1" sz="2000"/>
            </a:lvl2pPr>
            <a:lvl3pPr indent="-228600" lvl="2" marL="1371600" algn="l">
              <a:spcBef>
                <a:spcPts val="250"/>
              </a:spcBef>
              <a:spcAft>
                <a:spcPts val="0"/>
              </a:spcAft>
              <a:buSzPts val="1800"/>
              <a:buNone/>
              <a:defRPr b="1" sz="1800"/>
            </a:lvl3pPr>
            <a:lvl4pPr indent="-228600" lvl="3" marL="1828800" algn="l">
              <a:spcBef>
                <a:spcPts val="225"/>
              </a:spcBef>
              <a:spcAft>
                <a:spcPts val="0"/>
              </a:spcAft>
              <a:buSzPts val="1792"/>
              <a:buNone/>
              <a:defRPr b="1" sz="1600"/>
            </a:lvl4pPr>
            <a:lvl5pPr indent="-228600" lvl="4" marL="2286000" algn="l">
              <a:spcBef>
                <a:spcPts val="250"/>
              </a:spcBef>
              <a:spcAft>
                <a:spcPts val="0"/>
              </a:spcAft>
              <a:buSzPts val="1600"/>
              <a:buNone/>
              <a:defRPr b="1"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79" name="Google Shape;279;p42"/>
          <p:cNvSpPr txBox="1"/>
          <p:nvPr>
            <p:ph idx="2" type="body"/>
          </p:nvPr>
        </p:nvSpPr>
        <p:spPr>
          <a:xfrm>
            <a:off x="4652169" y="579438"/>
            <a:ext cx="3931920" cy="792162"/>
          </a:xfrm>
          <a:prstGeom prst="rect">
            <a:avLst/>
          </a:prstGeom>
          <a:noFill/>
          <a:ln>
            <a:noFill/>
          </a:ln>
        </p:spPr>
        <p:txBody>
          <a:bodyPr anchorCtr="0" anchor="ctr" bIns="45700" lIns="137150" spcFirstLastPara="1" rIns="91425" wrap="square" tIns="91425">
            <a:noAutofit/>
          </a:bodyPr>
          <a:lstStyle>
            <a:lvl1pPr indent="-228600" lvl="0" marL="457200" algn="l">
              <a:spcBef>
                <a:spcPts val="250"/>
              </a:spcBef>
              <a:spcAft>
                <a:spcPts val="0"/>
              </a:spcAft>
              <a:buSzPts val="1920"/>
              <a:buNone/>
              <a:defRPr b="1" sz="2400">
                <a:solidFill>
                  <a:schemeClr val="dk1"/>
                </a:solidFill>
              </a:defRPr>
            </a:lvl1pPr>
            <a:lvl2pPr indent="-228600" lvl="1" marL="914400" algn="l">
              <a:spcBef>
                <a:spcPts val="250"/>
              </a:spcBef>
              <a:spcAft>
                <a:spcPts val="0"/>
              </a:spcAft>
              <a:buSzPts val="2000"/>
              <a:buNone/>
              <a:defRPr b="1" sz="2000"/>
            </a:lvl2pPr>
            <a:lvl3pPr indent="-228600" lvl="2" marL="1371600" algn="l">
              <a:spcBef>
                <a:spcPts val="250"/>
              </a:spcBef>
              <a:spcAft>
                <a:spcPts val="0"/>
              </a:spcAft>
              <a:buSzPts val="1800"/>
              <a:buNone/>
              <a:defRPr b="1" sz="1800"/>
            </a:lvl3pPr>
            <a:lvl4pPr indent="-228600" lvl="3" marL="1828800" algn="l">
              <a:spcBef>
                <a:spcPts val="225"/>
              </a:spcBef>
              <a:spcAft>
                <a:spcPts val="0"/>
              </a:spcAft>
              <a:buSzPts val="1792"/>
              <a:buNone/>
              <a:defRPr b="1" sz="1600"/>
            </a:lvl4pPr>
            <a:lvl5pPr indent="-228600" lvl="4" marL="2286000" algn="l">
              <a:spcBef>
                <a:spcPts val="250"/>
              </a:spcBef>
              <a:spcAft>
                <a:spcPts val="0"/>
              </a:spcAft>
              <a:buSzPts val="1600"/>
              <a:buNone/>
              <a:defRPr b="1"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80" name="Google Shape;280;p42"/>
          <p:cNvSpPr txBox="1"/>
          <p:nvPr>
            <p:ph idx="3" type="body"/>
          </p:nvPr>
        </p:nvSpPr>
        <p:spPr>
          <a:xfrm>
            <a:off x="607224" y="1447800"/>
            <a:ext cx="3931920" cy="3489960"/>
          </a:xfrm>
          <a:prstGeom prst="rect">
            <a:avLst/>
          </a:prstGeom>
          <a:noFill/>
          <a:ln>
            <a:noFill/>
          </a:ln>
        </p:spPr>
        <p:txBody>
          <a:bodyPr anchorCtr="0" anchor="t" bIns="45700" lIns="182875" spcFirstLastPara="1" rIns="91425" wrap="square" tIns="91425">
            <a:noAutofit/>
          </a:bodyPr>
          <a:lstStyle>
            <a:lvl1pPr indent="-350520" lvl="0" marL="457200" algn="l">
              <a:spcBef>
                <a:spcPts val="250"/>
              </a:spcBef>
              <a:spcAft>
                <a:spcPts val="0"/>
              </a:spcAft>
              <a:buSzPts val="1920"/>
              <a:buChar char="⚫"/>
              <a:defRPr sz="2400"/>
            </a:lvl1pPr>
            <a:lvl2pPr indent="-355600" lvl="1" marL="914400" algn="l">
              <a:spcBef>
                <a:spcPts val="250"/>
              </a:spcBef>
              <a:spcAft>
                <a:spcPts val="0"/>
              </a:spcAft>
              <a:buSzPts val="2000"/>
              <a:buChar char="◦"/>
              <a:defRPr sz="2000"/>
            </a:lvl2pPr>
            <a:lvl3pPr indent="-342900" lvl="2" marL="1371600" algn="l">
              <a:spcBef>
                <a:spcPts val="250"/>
              </a:spcBef>
              <a:spcAft>
                <a:spcPts val="0"/>
              </a:spcAft>
              <a:buSzPts val="1800"/>
              <a:buChar char="●"/>
              <a:defRPr sz="1800"/>
            </a:lvl3pPr>
            <a:lvl4pPr indent="-342392" lvl="3" marL="1828800" algn="l">
              <a:spcBef>
                <a:spcPts val="225"/>
              </a:spcBef>
              <a:spcAft>
                <a:spcPts val="0"/>
              </a:spcAft>
              <a:buSzPts val="1792"/>
              <a:buChar char="◦"/>
              <a:defRPr sz="1600"/>
            </a:lvl4pPr>
            <a:lvl5pPr indent="-330200" lvl="4" marL="2286000" algn="l">
              <a:spcBef>
                <a:spcPts val="250"/>
              </a:spcBef>
              <a:spcAft>
                <a:spcPts val="0"/>
              </a:spcAft>
              <a:buSzPts val="1600"/>
              <a:buChar char="●"/>
              <a:defRPr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81" name="Google Shape;281;p42"/>
          <p:cNvSpPr txBox="1"/>
          <p:nvPr>
            <p:ph idx="4" type="body"/>
          </p:nvPr>
        </p:nvSpPr>
        <p:spPr>
          <a:xfrm>
            <a:off x="4652169" y="1447800"/>
            <a:ext cx="3931920" cy="3489960"/>
          </a:xfrm>
          <a:prstGeom prst="rect">
            <a:avLst/>
          </a:prstGeom>
          <a:noFill/>
          <a:ln>
            <a:noFill/>
          </a:ln>
        </p:spPr>
        <p:txBody>
          <a:bodyPr anchorCtr="0" anchor="t" bIns="45700" lIns="182875" spcFirstLastPara="1" rIns="91425" wrap="square" tIns="91425">
            <a:noAutofit/>
          </a:bodyPr>
          <a:lstStyle>
            <a:lvl1pPr indent="-350520" lvl="0" marL="457200" algn="l">
              <a:spcBef>
                <a:spcPts val="250"/>
              </a:spcBef>
              <a:spcAft>
                <a:spcPts val="0"/>
              </a:spcAft>
              <a:buSzPts val="1920"/>
              <a:buChar char="⚫"/>
              <a:defRPr sz="2400"/>
            </a:lvl1pPr>
            <a:lvl2pPr indent="-355600" lvl="1" marL="914400" algn="l">
              <a:spcBef>
                <a:spcPts val="250"/>
              </a:spcBef>
              <a:spcAft>
                <a:spcPts val="0"/>
              </a:spcAft>
              <a:buSzPts val="2000"/>
              <a:buChar char="◦"/>
              <a:defRPr sz="2000"/>
            </a:lvl2pPr>
            <a:lvl3pPr indent="-342900" lvl="2" marL="1371600" algn="l">
              <a:spcBef>
                <a:spcPts val="250"/>
              </a:spcBef>
              <a:spcAft>
                <a:spcPts val="0"/>
              </a:spcAft>
              <a:buSzPts val="1800"/>
              <a:buChar char="●"/>
              <a:defRPr sz="1800"/>
            </a:lvl3pPr>
            <a:lvl4pPr indent="-342392" lvl="3" marL="1828800" algn="l">
              <a:spcBef>
                <a:spcPts val="225"/>
              </a:spcBef>
              <a:spcAft>
                <a:spcPts val="0"/>
              </a:spcAft>
              <a:buSzPts val="1792"/>
              <a:buChar char="◦"/>
              <a:defRPr sz="1600"/>
            </a:lvl4pPr>
            <a:lvl5pPr indent="-330200" lvl="4" marL="2286000" algn="l">
              <a:spcBef>
                <a:spcPts val="250"/>
              </a:spcBef>
              <a:spcAft>
                <a:spcPts val="0"/>
              </a:spcAft>
              <a:buSzPts val="1600"/>
              <a:buChar char="●"/>
              <a:defRPr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282" name="Google Shape;282;p42"/>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3" name="Google Shape;283;p42"/>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4" name="Google Shape;284;p42"/>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294" name="Shape 294"/>
        <p:cNvGrpSpPr/>
        <p:nvPr/>
      </p:nvGrpSpPr>
      <p:grpSpPr>
        <a:xfrm>
          <a:off x="0" y="0"/>
          <a:ext cx="0" cy="0"/>
          <a:chOff x="0" y="0"/>
          <a:chExt cx="0" cy="0"/>
        </a:xfrm>
      </p:grpSpPr>
      <p:sp>
        <p:nvSpPr>
          <p:cNvPr id="295" name="Google Shape;295;p44"/>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6" name="Google Shape;296;p44"/>
          <p:cNvSpPr txBox="1"/>
          <p:nvPr>
            <p:ph idx="1" type="body"/>
          </p:nvPr>
        </p:nvSpPr>
        <p:spPr>
          <a:xfrm>
            <a:off x="304800" y="1554162"/>
            <a:ext cx="8686800" cy="4525962"/>
          </a:xfrm>
          <a:prstGeom prst="rect">
            <a:avLst/>
          </a:prstGeom>
          <a:noFill/>
          <a:ln>
            <a:noFill/>
          </a:ln>
        </p:spPr>
        <p:txBody>
          <a:bodyPr anchorCtr="0" anchor="t" bIns="45700" lIns="91425" spcFirstLastPara="1" rIns="91425" wrap="square" tIns="45700">
            <a:noAutofit/>
          </a:bodyPr>
          <a:lstStyle>
            <a:lvl1pPr indent="-308610" lvl="0" marL="457200" algn="l">
              <a:spcBef>
                <a:spcPts val="360"/>
              </a:spcBef>
              <a:spcAft>
                <a:spcPts val="0"/>
              </a:spcAft>
              <a:buSzPts val="1260"/>
              <a:buChar char="🞭"/>
              <a:defRPr/>
            </a:lvl1pPr>
            <a:lvl2pPr indent="-308610" lvl="1" marL="914400" algn="l">
              <a:spcBef>
                <a:spcPts val="360"/>
              </a:spcBef>
              <a:spcAft>
                <a:spcPts val="0"/>
              </a:spcAft>
              <a:buSzPts val="1260"/>
              <a:buChar char="🞤"/>
              <a:defRPr/>
            </a:lvl2pPr>
            <a:lvl3pPr indent="-308610" lvl="2" marL="1371600" algn="l">
              <a:spcBef>
                <a:spcPts val="360"/>
              </a:spcBef>
              <a:spcAft>
                <a:spcPts val="0"/>
              </a:spcAft>
              <a:buSzPts val="1260"/>
              <a:buChar char="🞫"/>
              <a:defRPr/>
            </a:lvl3pPr>
            <a:lvl4pPr indent="-308610" lvl="3" marL="1828800" algn="l">
              <a:spcBef>
                <a:spcPts val="360"/>
              </a:spcBef>
              <a:spcAft>
                <a:spcPts val="0"/>
              </a:spcAft>
              <a:buSzPts val="1260"/>
              <a:buChar char="🞲"/>
              <a:defRPr/>
            </a:lvl4pPr>
            <a:lvl5pPr indent="-297180" lvl="4" marL="2286000" algn="l">
              <a:spcBef>
                <a:spcPts val="360"/>
              </a:spcBef>
              <a:spcAft>
                <a:spcPts val="0"/>
              </a:spcAft>
              <a:buSzPts val="1080"/>
              <a:buChar char="🞩"/>
              <a:defRPr/>
            </a:lvl5pPr>
            <a:lvl6pPr indent="-297180" lvl="5" marL="2743200" algn="l">
              <a:spcBef>
                <a:spcPts val="360"/>
              </a:spcBef>
              <a:spcAft>
                <a:spcPts val="0"/>
              </a:spcAft>
              <a:buSzPts val="1080"/>
              <a:buChar char="🞤"/>
              <a:defRPr/>
            </a:lvl6pPr>
            <a:lvl7pPr indent="-297180" lvl="6" marL="3200400" algn="l">
              <a:spcBef>
                <a:spcPts val="360"/>
              </a:spcBef>
              <a:spcAft>
                <a:spcPts val="0"/>
              </a:spcAft>
              <a:buSzPts val="1080"/>
              <a:buChar char="🞲"/>
              <a:defRPr/>
            </a:lvl7pPr>
            <a:lvl8pPr indent="-297180" lvl="7" marL="3657600" algn="l">
              <a:spcBef>
                <a:spcPts val="360"/>
              </a:spcBef>
              <a:spcAft>
                <a:spcPts val="0"/>
              </a:spcAft>
              <a:buSzPts val="1080"/>
              <a:buChar char="◆"/>
              <a:defRPr/>
            </a:lvl8pPr>
            <a:lvl9pPr indent="-297180" lvl="8" marL="4114800" algn="l">
              <a:spcBef>
                <a:spcPts val="360"/>
              </a:spcBef>
              <a:spcAft>
                <a:spcPts val="0"/>
              </a:spcAft>
              <a:buSzPts val="1080"/>
              <a:buChar char="◼"/>
              <a:defRPr/>
            </a:lvl9pPr>
          </a:lstStyle>
          <a:p/>
        </p:txBody>
      </p:sp>
      <p:sp>
        <p:nvSpPr>
          <p:cNvPr id="297" name="Google Shape;297;p44"/>
          <p:cNvSpPr txBox="1"/>
          <p:nvPr>
            <p:ph idx="10" type="dt"/>
          </p:nvPr>
        </p:nvSpPr>
        <p:spPr>
          <a:xfrm>
            <a:off x="6477000" y="76200"/>
            <a:ext cx="2514600" cy="2889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p44"/>
          <p:cNvSpPr txBox="1"/>
          <p:nvPr>
            <p:ph idx="11" type="ftr"/>
          </p:nvPr>
        </p:nvSpPr>
        <p:spPr>
          <a:xfrm>
            <a:off x="3581400" y="76200"/>
            <a:ext cx="2895600" cy="2889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9" name="Google Shape;299;p44"/>
          <p:cNvSpPr txBox="1"/>
          <p:nvPr>
            <p:ph idx="12" type="sldNum"/>
          </p:nvPr>
        </p:nvSpPr>
        <p:spPr>
          <a:xfrm>
            <a:off x="8229600" y="6473825"/>
            <a:ext cx="758825" cy="24765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309" name="Shape 309"/>
        <p:cNvGrpSpPr/>
        <p:nvPr/>
      </p:nvGrpSpPr>
      <p:grpSpPr>
        <a:xfrm>
          <a:off x="0" y="0"/>
          <a:ext cx="0" cy="0"/>
          <a:chOff x="0" y="0"/>
          <a:chExt cx="0" cy="0"/>
        </a:xfrm>
      </p:grpSpPr>
      <p:sp>
        <p:nvSpPr>
          <p:cNvPr id="310" name="Google Shape;310;p46"/>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1" name="Google Shape;311;p46"/>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12" name="Google Shape;312;p46"/>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lvl="1"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lvl="2"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lvl="3" marR="0" rtl="0" algn="l">
              <a:spcBef>
                <a:spcPts val="400"/>
              </a:spcBef>
              <a:spcAft>
                <a:spcPts val="0"/>
              </a:spcAft>
              <a:buClr>
                <a:srgbClr val="A5AB81"/>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lvl="4" marR="0" rtl="0" algn="l">
              <a:spcBef>
                <a:spcPts val="400"/>
              </a:spcBef>
              <a:spcAft>
                <a:spcPts val="0"/>
              </a:spcAft>
              <a:buClr>
                <a:srgbClr val="D8B25C"/>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lvl="5"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313" name="Google Shape;313;p46"/>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4" name="Google Shape;314;p46"/>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5" name="Google Shape;315;p46"/>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316" name="Shape 316"/>
        <p:cNvGrpSpPr/>
        <p:nvPr/>
      </p:nvGrpSpPr>
      <p:grpSpPr>
        <a:xfrm>
          <a:off x="0" y="0"/>
          <a:ext cx="0" cy="0"/>
          <a:chOff x="0" y="0"/>
          <a:chExt cx="0" cy="0"/>
        </a:xfrm>
      </p:grpSpPr>
      <p:sp>
        <p:nvSpPr>
          <p:cNvPr id="317" name="Google Shape;317;p47"/>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8" name="Google Shape;318;p47"/>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9" name="Google Shape;319;p47"/>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0" name="Google Shape;320;p47"/>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321" name="Shape 321"/>
        <p:cNvGrpSpPr/>
        <p:nvPr/>
      </p:nvGrpSpPr>
      <p:grpSpPr>
        <a:xfrm>
          <a:off x="0" y="0"/>
          <a:ext cx="0" cy="0"/>
          <a:chOff x="0" y="0"/>
          <a:chExt cx="0" cy="0"/>
        </a:xfrm>
      </p:grpSpPr>
      <p:sp>
        <p:nvSpPr>
          <p:cNvPr id="322" name="Google Shape;322;p48"/>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3" name="Google Shape;323;p48"/>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24" name="Google Shape;324;p48"/>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5" name="Google Shape;325;p48"/>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6" name="Google Shape;326;p48"/>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327" name="Shape 327"/>
        <p:cNvGrpSpPr/>
        <p:nvPr/>
      </p:nvGrpSpPr>
      <p:grpSpPr>
        <a:xfrm>
          <a:off x="0" y="0"/>
          <a:ext cx="0" cy="0"/>
          <a:chOff x="0" y="0"/>
          <a:chExt cx="0" cy="0"/>
        </a:xfrm>
      </p:grpSpPr>
      <p:sp>
        <p:nvSpPr>
          <p:cNvPr id="328" name="Google Shape;328;p49"/>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9" name="Google Shape;329;p49"/>
          <p:cNvSpPr txBox="1"/>
          <p:nvPr>
            <p:ph idx="1" type="body"/>
          </p:nvPr>
        </p:nvSpPr>
        <p:spPr>
          <a:xfrm rot="5400000">
            <a:off x="2426494" y="-213519"/>
            <a:ext cx="4525962" cy="8153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30" name="Google Shape;330;p49"/>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1" name="Google Shape;331;p49"/>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2" name="Google Shape;332;p49"/>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333" name="Shape 333"/>
        <p:cNvGrpSpPr/>
        <p:nvPr/>
      </p:nvGrpSpPr>
      <p:grpSpPr>
        <a:xfrm>
          <a:off x="0" y="0"/>
          <a:ext cx="0" cy="0"/>
          <a:chOff x="0" y="0"/>
          <a:chExt cx="0" cy="0"/>
        </a:xfrm>
      </p:grpSpPr>
      <p:sp>
        <p:nvSpPr>
          <p:cNvPr id="334" name="Google Shape;334;p50"/>
          <p:cNvSpPr txBox="1"/>
          <p:nvPr>
            <p:ph type="title"/>
          </p:nvPr>
        </p:nvSpPr>
        <p:spPr>
          <a:xfrm>
            <a:off x="609600" y="273050"/>
            <a:ext cx="8077200" cy="8699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4400"/>
              <a:buFont typeface="Twentieth Century"/>
              <a:buNone/>
              <a:defRPr b="0" sz="4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5" name="Google Shape;335;p50"/>
          <p:cNvSpPr txBox="1"/>
          <p:nvPr>
            <p:ph idx="1" type="body"/>
          </p:nvPr>
        </p:nvSpPr>
        <p:spPr>
          <a:xfrm>
            <a:off x="609600" y="1752600"/>
            <a:ext cx="1600200" cy="4343400"/>
          </a:xfrm>
          <a:prstGeom prst="rect">
            <a:avLst/>
          </a:prstGeom>
          <a:solidFill>
            <a:schemeClr val="accent2"/>
          </a:solidFill>
          <a:ln cap="sq" cmpd="dbl" w="50800">
            <a:solidFill>
              <a:schemeClr val="accent2"/>
            </a:solidFill>
            <a:prstDash val="solid"/>
            <a:miter lim="800000"/>
            <a:headEnd len="sm" w="sm" type="none"/>
            <a:tailEnd len="sm" w="sm" type="none"/>
          </a:ln>
        </p:spPr>
        <p:txBody>
          <a:bodyPr anchorCtr="0" anchor="t" bIns="91425" lIns="137150" spcFirstLastPara="1" rIns="137150" wrap="square" tIns="182875">
            <a:noAutofit/>
          </a:bodyPr>
          <a:lstStyle>
            <a:lvl1pPr indent="-228600" lvl="0" marL="457200" algn="l">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indent="-228600" lvl="1" marL="914400" algn="l">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indent="-228600" lvl="2" marL="1371600" algn="l">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indent="-228600" lvl="3" marL="1828800" algn="l">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indent="-228600" lvl="4" marL="2286000" algn="l">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36" name="Google Shape;336;p50"/>
          <p:cNvSpPr txBox="1"/>
          <p:nvPr>
            <p:ph idx="2" type="body"/>
          </p:nvPr>
        </p:nvSpPr>
        <p:spPr>
          <a:xfrm>
            <a:off x="2362200" y="1752600"/>
            <a:ext cx="6400800" cy="44196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37" name="Google Shape;337;p50"/>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8" name="Google Shape;338;p50"/>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9" name="Google Shape;339;p50"/>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349" name="Shape 349"/>
        <p:cNvGrpSpPr/>
        <p:nvPr/>
      </p:nvGrpSpPr>
      <p:grpSpPr>
        <a:xfrm>
          <a:off x="0" y="0"/>
          <a:ext cx="0" cy="0"/>
          <a:chOff x="0" y="0"/>
          <a:chExt cx="0" cy="0"/>
        </a:xfrm>
      </p:grpSpPr>
      <p:sp>
        <p:nvSpPr>
          <p:cNvPr id="350" name="Google Shape;350;p52"/>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1" name="Google Shape;351;p52"/>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2" name="Google Shape;352;p52"/>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3" name="Google Shape;353;p52"/>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354" name="Shape 354"/>
        <p:cNvGrpSpPr/>
        <p:nvPr/>
      </p:nvGrpSpPr>
      <p:grpSpPr>
        <a:xfrm>
          <a:off x="0" y="0"/>
          <a:ext cx="0" cy="0"/>
          <a:chOff x="0" y="0"/>
          <a:chExt cx="0" cy="0"/>
        </a:xfrm>
      </p:grpSpPr>
      <p:sp>
        <p:nvSpPr>
          <p:cNvPr id="355" name="Google Shape;355;p5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6" name="Google Shape;356;p53"/>
          <p:cNvSpPr txBox="1"/>
          <p:nvPr>
            <p:ph idx="1" type="body"/>
          </p:nvPr>
        </p:nvSpPr>
        <p:spPr>
          <a:xfrm rot="5400000">
            <a:off x="2426494" y="-213519"/>
            <a:ext cx="4525962" cy="8153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57" name="Google Shape;357;p53"/>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8" name="Google Shape;358;p53"/>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9" name="Google Shape;359;p53"/>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360" name="Shape 360"/>
        <p:cNvGrpSpPr/>
        <p:nvPr/>
      </p:nvGrpSpPr>
      <p:grpSpPr>
        <a:xfrm>
          <a:off x="0" y="0"/>
          <a:ext cx="0" cy="0"/>
          <a:chOff x="0" y="0"/>
          <a:chExt cx="0" cy="0"/>
        </a:xfrm>
      </p:grpSpPr>
      <p:sp>
        <p:nvSpPr>
          <p:cNvPr id="361" name="Google Shape;361;p54"/>
          <p:cNvSpPr txBox="1"/>
          <p:nvPr>
            <p:ph type="title"/>
          </p:nvPr>
        </p:nvSpPr>
        <p:spPr>
          <a:xfrm>
            <a:off x="609600" y="273050"/>
            <a:ext cx="8077200" cy="8699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4400"/>
              <a:buFont typeface="Twentieth Century"/>
              <a:buNone/>
              <a:defRPr b="0" sz="4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2" name="Google Shape;362;p54"/>
          <p:cNvSpPr txBox="1"/>
          <p:nvPr>
            <p:ph idx="1" type="body"/>
          </p:nvPr>
        </p:nvSpPr>
        <p:spPr>
          <a:xfrm>
            <a:off x="609600" y="1752600"/>
            <a:ext cx="1600200" cy="4343400"/>
          </a:xfrm>
          <a:prstGeom prst="rect">
            <a:avLst/>
          </a:prstGeom>
          <a:solidFill>
            <a:schemeClr val="accent2"/>
          </a:solidFill>
          <a:ln cap="sq" cmpd="dbl" w="50800">
            <a:solidFill>
              <a:schemeClr val="accent2"/>
            </a:solidFill>
            <a:prstDash val="solid"/>
            <a:miter lim="800000"/>
            <a:headEnd len="sm" w="sm" type="none"/>
            <a:tailEnd len="sm" w="sm" type="none"/>
          </a:ln>
        </p:spPr>
        <p:txBody>
          <a:bodyPr anchorCtr="0" anchor="t" bIns="91425" lIns="137150" spcFirstLastPara="1" rIns="137150" wrap="square" tIns="182875">
            <a:noAutofit/>
          </a:bodyPr>
          <a:lstStyle>
            <a:lvl1pPr indent="-228600" lvl="0" marL="457200" algn="l">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indent="-228600" lvl="1" marL="914400" algn="l">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indent="-228600" lvl="2" marL="1371600" algn="l">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indent="-228600" lvl="3" marL="1828800" algn="l">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indent="-228600" lvl="4" marL="2286000" algn="l">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63" name="Google Shape;363;p54"/>
          <p:cNvSpPr txBox="1"/>
          <p:nvPr>
            <p:ph idx="2" type="body"/>
          </p:nvPr>
        </p:nvSpPr>
        <p:spPr>
          <a:xfrm>
            <a:off x="2362200" y="1752600"/>
            <a:ext cx="6400800" cy="44196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64" name="Google Shape;364;p54"/>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5" name="Google Shape;365;p54"/>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6" name="Google Shape;366;p54"/>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367" name="Shape 367"/>
        <p:cNvGrpSpPr/>
        <p:nvPr/>
      </p:nvGrpSpPr>
      <p:grpSpPr>
        <a:xfrm>
          <a:off x="0" y="0"/>
          <a:ext cx="0" cy="0"/>
          <a:chOff x="0" y="0"/>
          <a:chExt cx="0" cy="0"/>
        </a:xfrm>
      </p:grpSpPr>
      <p:sp>
        <p:nvSpPr>
          <p:cNvPr id="368" name="Google Shape;368;p55"/>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55"/>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370" name="Google Shape;370;p55"/>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1" name="Google Shape;371;p55"/>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2" name="Google Shape;372;p55"/>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ClipArt och text" type="clipArtAndTx">
  <p:cSld name="CLIPART_AND_TEXT">
    <p:spTree>
      <p:nvGrpSpPr>
        <p:cNvPr id="381" name="Shape 381"/>
        <p:cNvGrpSpPr/>
        <p:nvPr/>
      </p:nvGrpSpPr>
      <p:grpSpPr>
        <a:xfrm>
          <a:off x="0" y="0"/>
          <a:ext cx="0" cy="0"/>
          <a:chOff x="0" y="0"/>
          <a:chExt cx="0" cy="0"/>
        </a:xfrm>
      </p:grpSpPr>
      <p:sp>
        <p:nvSpPr>
          <p:cNvPr id="382" name="Google Shape;382;p57"/>
          <p:cNvSpPr txBox="1"/>
          <p:nvPr>
            <p:ph type="title"/>
          </p:nvPr>
        </p:nvSpPr>
        <p:spPr>
          <a:xfrm>
            <a:off x="685800" y="768350"/>
            <a:ext cx="77724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3" name="Google Shape;383;p57"/>
          <p:cNvSpPr/>
          <p:nvPr>
            <p:ph idx="2" type="clipArt"/>
          </p:nvPr>
        </p:nvSpPr>
        <p:spPr>
          <a:xfrm>
            <a:off x="685800" y="1981200"/>
            <a:ext cx="3810000" cy="4114800"/>
          </a:xfrm>
          <a:prstGeom prst="rect">
            <a:avLst/>
          </a:prstGeom>
          <a:noFill/>
          <a:ln>
            <a:noFill/>
          </a:ln>
        </p:spPr>
        <p:txBody>
          <a:bodyPr anchorCtr="0" anchor="t" bIns="45700" lIns="182875" spcFirstLastPara="1" rIns="91425" wrap="square" tIns="91425">
            <a:noAutofit/>
          </a:bodyPr>
          <a:lstStyle>
            <a:lvl1pPr lvl="0" marR="0" rtl="0" algn="l">
              <a:spcBef>
                <a:spcPts val="250"/>
              </a:spcBef>
              <a:spcAft>
                <a:spcPts val="0"/>
              </a:spcAft>
              <a:buClr>
                <a:schemeClr val="accent1"/>
              </a:buClr>
              <a:buSzPts val="2240"/>
              <a:buFont typeface="Noto Sans Symbols"/>
              <a:buChar char="⚫"/>
              <a:defRPr b="0" i="0" sz="2800" u="none" cap="none" strike="noStrike">
                <a:solidFill>
                  <a:schemeClr val="dk1"/>
                </a:solidFill>
                <a:latin typeface="Verdana"/>
                <a:ea typeface="Verdana"/>
                <a:cs typeface="Verdana"/>
                <a:sym typeface="Verdana"/>
              </a:defRPr>
            </a:lvl1pPr>
            <a:lvl2pPr lvl="1" marR="0" rtl="0" algn="l">
              <a:spcBef>
                <a:spcPts val="250"/>
              </a:spcBef>
              <a:spcAft>
                <a:spcPts val="0"/>
              </a:spcAft>
              <a:buClr>
                <a:schemeClr val="accent1"/>
              </a:buClr>
              <a:buSzPts val="2400"/>
              <a:buFont typeface="Verdana"/>
              <a:buChar char="◦"/>
              <a:defRPr b="0" i="0" sz="2400" u="none" cap="none" strike="noStrike">
                <a:solidFill>
                  <a:schemeClr val="dk1"/>
                </a:solidFill>
                <a:latin typeface="Verdana"/>
                <a:ea typeface="Verdana"/>
                <a:cs typeface="Verdana"/>
                <a:sym typeface="Verdana"/>
              </a:defRPr>
            </a:lvl2pPr>
            <a:lvl3pPr lvl="2" marR="0" rtl="0" algn="l">
              <a:spcBef>
                <a:spcPts val="250"/>
              </a:spcBef>
              <a:spcAft>
                <a:spcPts val="0"/>
              </a:spcAft>
              <a:buClr>
                <a:srgbClr val="ED3742"/>
              </a:buClr>
              <a:buSzPts val="2200"/>
              <a:buFont typeface="Noto Sans Symbols"/>
              <a:buChar char="●"/>
              <a:defRPr b="0" i="0" sz="2200" u="none" cap="none" strike="noStrike">
                <a:solidFill>
                  <a:schemeClr val="dk1"/>
                </a:solidFill>
                <a:latin typeface="Verdana"/>
                <a:ea typeface="Verdana"/>
                <a:cs typeface="Verdana"/>
                <a:sym typeface="Verdana"/>
              </a:defRPr>
            </a:lvl3pPr>
            <a:lvl4pPr lvl="3" marR="0" rtl="0" algn="l">
              <a:spcBef>
                <a:spcPts val="225"/>
              </a:spcBef>
              <a:spcAft>
                <a:spcPts val="0"/>
              </a:spcAft>
              <a:buClr>
                <a:srgbClr val="ED3742"/>
              </a:buClr>
              <a:buSzPts val="2128"/>
              <a:buFont typeface="Verdana"/>
              <a:buChar char="◦"/>
              <a:defRPr b="0" i="0" sz="1900" u="none" cap="none" strike="noStrike">
                <a:solidFill>
                  <a:schemeClr val="dk1"/>
                </a:solidFill>
                <a:latin typeface="Verdana"/>
                <a:ea typeface="Verdana"/>
                <a:cs typeface="Verdana"/>
                <a:sym typeface="Verdana"/>
              </a:defRPr>
            </a:lvl4pPr>
            <a:lvl5pPr lvl="4" marR="0" rtl="0" algn="l">
              <a:spcBef>
                <a:spcPts val="250"/>
              </a:spcBef>
              <a:spcAft>
                <a:spcPts val="0"/>
              </a:spcAft>
              <a:buClr>
                <a:srgbClr val="4A85BF"/>
              </a:buClr>
              <a:buSzPts val="1800"/>
              <a:buFont typeface="Noto Sans Symbols"/>
              <a:buChar char="●"/>
              <a:defRPr b="0" i="0" sz="1800" u="none" cap="none" strike="noStrike">
                <a:solidFill>
                  <a:schemeClr val="dk1"/>
                </a:solidFill>
                <a:latin typeface="Verdana"/>
                <a:ea typeface="Verdana"/>
                <a:cs typeface="Verdana"/>
                <a:sym typeface="Verdana"/>
              </a:defRPr>
            </a:lvl5pPr>
            <a:lvl6pPr lvl="5" marR="0" rtl="0" algn="l">
              <a:spcBef>
                <a:spcPts val="250"/>
              </a:spcBef>
              <a:spcAft>
                <a:spcPts val="0"/>
              </a:spcAft>
              <a:buClr>
                <a:srgbClr val="4882BE"/>
              </a:buClr>
              <a:buSzPts val="1700"/>
              <a:buFont typeface="Verdana"/>
              <a:buChar char="◦"/>
              <a:defRPr b="0" i="0" sz="1700" u="none" cap="none" strike="noStrike">
                <a:solidFill>
                  <a:schemeClr val="dk1"/>
                </a:solidFill>
                <a:latin typeface="Verdana"/>
                <a:ea typeface="Verdana"/>
                <a:cs typeface="Verdana"/>
                <a:sym typeface="Verdana"/>
              </a:defRPr>
            </a:lvl6pPr>
            <a:lvl7pPr lvl="6"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7pPr>
            <a:lvl8pPr lvl="7" marR="0" rtl="0" algn="l">
              <a:spcBef>
                <a:spcPts val="257"/>
              </a:spcBef>
              <a:spcAft>
                <a:spcPts val="0"/>
              </a:spcAft>
              <a:buClr>
                <a:srgbClr val="4882BE"/>
              </a:buClr>
              <a:buSzPts val="1500"/>
              <a:buFont typeface="Verdana"/>
              <a:buChar char="◦"/>
              <a:defRPr b="0" i="0" sz="1500" u="none" cap="none" strike="noStrike">
                <a:solidFill>
                  <a:schemeClr val="dk1"/>
                </a:solidFill>
                <a:latin typeface="Verdana"/>
                <a:ea typeface="Verdana"/>
                <a:cs typeface="Verdana"/>
                <a:sym typeface="Verdana"/>
              </a:defRPr>
            </a:lvl8pPr>
            <a:lvl9pPr lvl="8"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9pPr>
          </a:lstStyle>
          <a:p/>
        </p:txBody>
      </p:sp>
      <p:sp>
        <p:nvSpPr>
          <p:cNvPr id="384" name="Google Shape;384;p57"/>
          <p:cNvSpPr txBox="1"/>
          <p:nvPr>
            <p:ph idx="1" type="body"/>
          </p:nvPr>
        </p:nvSpPr>
        <p:spPr>
          <a:xfrm>
            <a:off x="4648200" y="1981200"/>
            <a:ext cx="3810000" cy="4114800"/>
          </a:xfrm>
          <a:prstGeom prst="rect">
            <a:avLst/>
          </a:prstGeom>
          <a:noFill/>
          <a:ln>
            <a:noFill/>
          </a:ln>
        </p:spPr>
        <p:txBody>
          <a:bodyPr anchorCtr="0" anchor="t" bIns="45700" lIns="182875" spcFirstLastPara="1" rIns="91425" wrap="square" tIns="91425">
            <a:no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25"/>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385" name="Google Shape;385;p57"/>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6" name="Google Shape;386;p57"/>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7" name="Google Shape;387;p57"/>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388" name="Shape 388"/>
        <p:cNvGrpSpPr/>
        <p:nvPr/>
      </p:nvGrpSpPr>
      <p:grpSpPr>
        <a:xfrm>
          <a:off x="0" y="0"/>
          <a:ext cx="0" cy="0"/>
          <a:chOff x="0" y="0"/>
          <a:chExt cx="0" cy="0"/>
        </a:xfrm>
      </p:grpSpPr>
      <p:sp>
        <p:nvSpPr>
          <p:cNvPr id="389" name="Google Shape;389;p58"/>
          <p:cNvSpPr txBox="1"/>
          <p:nvPr>
            <p:ph type="title"/>
          </p:nvPr>
        </p:nvSpPr>
        <p:spPr>
          <a:xfrm rot="5400000">
            <a:off x="4991100" y="2171704"/>
            <a:ext cx="5257799" cy="1981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0" name="Google Shape;390;p58"/>
          <p:cNvSpPr txBox="1"/>
          <p:nvPr>
            <p:ph idx="1" type="body"/>
          </p:nvPr>
        </p:nvSpPr>
        <p:spPr>
          <a:xfrm rot="5400000">
            <a:off x="876300" y="190503"/>
            <a:ext cx="5257801" cy="5943600"/>
          </a:xfrm>
          <a:prstGeom prst="rect">
            <a:avLst/>
          </a:prstGeom>
          <a:noFill/>
          <a:ln>
            <a:noFill/>
          </a:ln>
        </p:spPr>
        <p:txBody>
          <a:bodyPr anchorCtr="0" anchor="t" bIns="45700" lIns="182875" spcFirstLastPara="1" rIns="91425" wrap="square" tIns="91425">
            <a:no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25"/>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391" name="Google Shape;391;p58"/>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2" name="Google Shape;392;p58"/>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3" name="Google Shape;393;p58"/>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394" name="Shape 394"/>
        <p:cNvGrpSpPr/>
        <p:nvPr/>
      </p:nvGrpSpPr>
      <p:grpSpPr>
        <a:xfrm>
          <a:off x="0" y="0"/>
          <a:ext cx="0" cy="0"/>
          <a:chOff x="0" y="0"/>
          <a:chExt cx="0" cy="0"/>
        </a:xfrm>
      </p:grpSpPr>
      <p:sp>
        <p:nvSpPr>
          <p:cNvPr id="395" name="Google Shape;395;p59"/>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6" name="Google Shape;396;p59"/>
          <p:cNvSpPr txBox="1"/>
          <p:nvPr>
            <p:ph idx="1" type="body"/>
          </p:nvPr>
        </p:nvSpPr>
        <p:spPr>
          <a:xfrm rot="5400000">
            <a:off x="2500884" y="-1467612"/>
            <a:ext cx="4187952" cy="8183880"/>
          </a:xfrm>
          <a:prstGeom prst="rect">
            <a:avLst/>
          </a:prstGeom>
          <a:noFill/>
          <a:ln>
            <a:noFill/>
          </a:ln>
        </p:spPr>
        <p:txBody>
          <a:bodyPr anchorCtr="0" anchor="t" bIns="45700" lIns="182875" spcFirstLastPara="1" rIns="91425" wrap="square" tIns="91425">
            <a:no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25"/>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397" name="Google Shape;397;p59"/>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8" name="Google Shape;398;p59"/>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9" name="Google Shape;399;p59"/>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400" name="Shape 400"/>
        <p:cNvGrpSpPr/>
        <p:nvPr/>
      </p:nvGrpSpPr>
      <p:grpSpPr>
        <a:xfrm>
          <a:off x="0" y="0"/>
          <a:ext cx="0" cy="0"/>
          <a:chOff x="0" y="0"/>
          <a:chExt cx="0" cy="0"/>
        </a:xfrm>
      </p:grpSpPr>
      <p:sp>
        <p:nvSpPr>
          <p:cNvPr id="401" name="Google Shape;401;p60"/>
          <p:cNvSpPr txBox="1"/>
          <p:nvPr>
            <p:ph type="title"/>
          </p:nvPr>
        </p:nvSpPr>
        <p:spPr>
          <a:xfrm>
            <a:off x="5538784" y="533400"/>
            <a:ext cx="2971800" cy="914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2200"/>
              <a:buFont typeface="Verdana"/>
              <a:buNone/>
              <a:defRPr b="1" sz="22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2" name="Google Shape;402;p60"/>
          <p:cNvSpPr txBox="1"/>
          <p:nvPr>
            <p:ph idx="1" type="body"/>
          </p:nvPr>
        </p:nvSpPr>
        <p:spPr>
          <a:xfrm>
            <a:off x="5538847" y="1447802"/>
            <a:ext cx="2971800" cy="4206112"/>
          </a:xfrm>
          <a:prstGeom prst="rect">
            <a:avLst/>
          </a:prstGeom>
          <a:noFill/>
          <a:ln>
            <a:noFill/>
          </a:ln>
        </p:spPr>
        <p:txBody>
          <a:bodyPr anchorCtr="0" anchor="t" bIns="45700" lIns="91425" spcFirstLastPara="1" rIns="91425" wrap="square" tIns="91425">
            <a:noAutofit/>
          </a:bodyPr>
          <a:lstStyle>
            <a:lvl1pPr indent="-228600" lvl="0" marL="457200" marR="18288" algn="l">
              <a:spcBef>
                <a:spcPts val="0"/>
              </a:spcBef>
              <a:spcAft>
                <a:spcPts val="0"/>
              </a:spcAft>
              <a:buSzPts val="1120"/>
              <a:buNone/>
              <a:defRPr sz="1400">
                <a:solidFill>
                  <a:schemeClr val="dk1"/>
                </a:solidFill>
              </a:defRPr>
            </a:lvl1pPr>
            <a:lvl2pPr indent="-228600" lvl="1" marL="914400" algn="l">
              <a:spcBef>
                <a:spcPts val="250"/>
              </a:spcBef>
              <a:spcAft>
                <a:spcPts val="0"/>
              </a:spcAft>
              <a:buSzPts val="1200"/>
              <a:buNone/>
              <a:defRPr sz="1200">
                <a:solidFill>
                  <a:schemeClr val="dk1"/>
                </a:solidFill>
              </a:defRPr>
            </a:lvl2pPr>
            <a:lvl3pPr indent="-228600" lvl="2" marL="1371600" algn="l">
              <a:spcBef>
                <a:spcPts val="250"/>
              </a:spcBef>
              <a:spcAft>
                <a:spcPts val="0"/>
              </a:spcAft>
              <a:buSzPts val="1000"/>
              <a:buNone/>
              <a:defRPr sz="1000">
                <a:solidFill>
                  <a:schemeClr val="dk1"/>
                </a:solidFill>
              </a:defRPr>
            </a:lvl3pPr>
            <a:lvl4pPr indent="-228600" lvl="3" marL="1828800" algn="l">
              <a:spcBef>
                <a:spcPts val="225"/>
              </a:spcBef>
              <a:spcAft>
                <a:spcPts val="0"/>
              </a:spcAft>
              <a:buSzPts val="1008"/>
              <a:buNone/>
              <a:defRPr sz="900">
                <a:solidFill>
                  <a:schemeClr val="dk1"/>
                </a:solidFill>
              </a:defRPr>
            </a:lvl4pPr>
            <a:lvl5pPr indent="-228600" lvl="4" marL="2286000" algn="l">
              <a:spcBef>
                <a:spcPts val="250"/>
              </a:spcBef>
              <a:spcAft>
                <a:spcPts val="0"/>
              </a:spcAft>
              <a:buSzPts val="900"/>
              <a:buNone/>
              <a:defRPr sz="900">
                <a:solidFill>
                  <a:schemeClr val="dk1"/>
                </a:solidFill>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03" name="Google Shape;403;p60"/>
          <p:cNvSpPr txBox="1"/>
          <p:nvPr>
            <p:ph idx="2" type="body"/>
          </p:nvPr>
        </p:nvSpPr>
        <p:spPr>
          <a:xfrm>
            <a:off x="761372" y="930144"/>
            <a:ext cx="4626159" cy="4724402"/>
          </a:xfrm>
          <a:prstGeom prst="rect">
            <a:avLst/>
          </a:prstGeom>
          <a:noFill/>
          <a:ln>
            <a:noFill/>
          </a:ln>
        </p:spPr>
        <p:txBody>
          <a:bodyPr anchorCtr="0" anchor="t" bIns="45700" lIns="182875" spcFirstLastPara="1" rIns="91425" wrap="square" tIns="91425">
            <a:noAutofit/>
          </a:bodyPr>
          <a:lstStyle>
            <a:lvl1pPr indent="-370840" lvl="0" marL="457200" algn="l">
              <a:spcBef>
                <a:spcPts val="250"/>
              </a:spcBef>
              <a:spcAft>
                <a:spcPts val="0"/>
              </a:spcAft>
              <a:buSzPts val="2240"/>
              <a:buChar char="⚫"/>
              <a:defRPr sz="2800">
                <a:solidFill>
                  <a:schemeClr val="dk1"/>
                </a:solidFill>
              </a:defRPr>
            </a:lvl1pPr>
            <a:lvl2pPr indent="-393700" lvl="1" marL="914400" algn="l">
              <a:spcBef>
                <a:spcPts val="250"/>
              </a:spcBef>
              <a:spcAft>
                <a:spcPts val="0"/>
              </a:spcAft>
              <a:buSzPts val="2600"/>
              <a:buChar char="◦"/>
              <a:defRPr sz="2600">
                <a:solidFill>
                  <a:schemeClr val="dk1"/>
                </a:solidFill>
              </a:defRPr>
            </a:lvl2pPr>
            <a:lvl3pPr indent="-381000" lvl="2" marL="1371600" algn="l">
              <a:spcBef>
                <a:spcPts val="250"/>
              </a:spcBef>
              <a:spcAft>
                <a:spcPts val="0"/>
              </a:spcAft>
              <a:buSzPts val="2400"/>
              <a:buChar char="●"/>
              <a:defRPr sz="2400">
                <a:solidFill>
                  <a:schemeClr val="dk1"/>
                </a:solidFill>
              </a:defRPr>
            </a:lvl3pPr>
            <a:lvl4pPr indent="-370840" lvl="3" marL="1828800" algn="l">
              <a:spcBef>
                <a:spcPts val="225"/>
              </a:spcBef>
              <a:spcAft>
                <a:spcPts val="0"/>
              </a:spcAft>
              <a:buSzPts val="2240"/>
              <a:buChar char="◦"/>
              <a:defRPr sz="2000">
                <a:solidFill>
                  <a:schemeClr val="dk1"/>
                </a:solidFill>
              </a:defRPr>
            </a:lvl4pPr>
            <a:lvl5pPr indent="-355600" lvl="4" marL="2286000" algn="l">
              <a:spcBef>
                <a:spcPts val="250"/>
              </a:spcBef>
              <a:spcAft>
                <a:spcPts val="0"/>
              </a:spcAft>
              <a:buSzPts val="2000"/>
              <a:buChar char="●"/>
              <a:defRPr sz="2000">
                <a:solidFill>
                  <a:schemeClr val="dk1"/>
                </a:solidFill>
              </a:defRPr>
            </a:lvl5pPr>
            <a:lvl6pPr indent="-228600" lvl="5" marL="2743200" algn="l">
              <a:spcBef>
                <a:spcPts val="250"/>
              </a:spcBef>
              <a:spcAft>
                <a:spcPts val="0"/>
              </a:spcAft>
              <a:buSzPts val="1700"/>
              <a:buNone/>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04" name="Google Shape;404;p60"/>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5" name="Google Shape;405;p60"/>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6" name="Google Shape;406;p60"/>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407" name="Shape 407"/>
        <p:cNvGrpSpPr/>
        <p:nvPr/>
      </p:nvGrpSpPr>
      <p:grpSpPr>
        <a:xfrm>
          <a:off x="0" y="0"/>
          <a:ext cx="0" cy="0"/>
          <a:chOff x="0" y="0"/>
          <a:chExt cx="0" cy="0"/>
        </a:xfrm>
      </p:grpSpPr>
      <p:sp>
        <p:nvSpPr>
          <p:cNvPr id="408" name="Google Shape;408;p61"/>
          <p:cNvSpPr txBox="1"/>
          <p:nvPr>
            <p:ph type="title"/>
          </p:nvPr>
        </p:nvSpPr>
        <p:spPr>
          <a:xfrm>
            <a:off x="503237" y="4986337"/>
            <a:ext cx="8183562" cy="10509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9" name="Google Shape;409;p61"/>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0" name="Google Shape;410;p61"/>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1" name="Google Shape;411;p61"/>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412" name="Shape 412"/>
        <p:cNvGrpSpPr/>
        <p:nvPr/>
      </p:nvGrpSpPr>
      <p:grpSpPr>
        <a:xfrm>
          <a:off x="0" y="0"/>
          <a:ext cx="0" cy="0"/>
          <a:chOff x="0" y="0"/>
          <a:chExt cx="0" cy="0"/>
        </a:xfrm>
      </p:grpSpPr>
      <p:sp>
        <p:nvSpPr>
          <p:cNvPr id="413" name="Google Shape;413;p62"/>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4" name="Google Shape;414;p62"/>
          <p:cNvSpPr txBox="1"/>
          <p:nvPr>
            <p:ph idx="1" type="body"/>
          </p:nvPr>
        </p:nvSpPr>
        <p:spPr>
          <a:xfrm>
            <a:off x="607224" y="579438"/>
            <a:ext cx="3931920" cy="792162"/>
          </a:xfrm>
          <a:prstGeom prst="rect">
            <a:avLst/>
          </a:prstGeom>
          <a:noFill/>
          <a:ln>
            <a:noFill/>
          </a:ln>
        </p:spPr>
        <p:txBody>
          <a:bodyPr anchorCtr="0" anchor="ctr" bIns="45700" lIns="146300" spcFirstLastPara="1" rIns="91425" wrap="square" tIns="91425">
            <a:noAutofit/>
          </a:bodyPr>
          <a:lstStyle>
            <a:lvl1pPr indent="-228600" lvl="0" marL="457200" algn="l">
              <a:spcBef>
                <a:spcPts val="250"/>
              </a:spcBef>
              <a:spcAft>
                <a:spcPts val="0"/>
              </a:spcAft>
              <a:buSzPts val="1920"/>
              <a:buNone/>
              <a:defRPr b="1" sz="2400">
                <a:solidFill>
                  <a:schemeClr val="dk1"/>
                </a:solidFill>
              </a:defRPr>
            </a:lvl1pPr>
            <a:lvl2pPr indent="-228600" lvl="1" marL="914400" algn="l">
              <a:spcBef>
                <a:spcPts val="250"/>
              </a:spcBef>
              <a:spcAft>
                <a:spcPts val="0"/>
              </a:spcAft>
              <a:buSzPts val="2000"/>
              <a:buNone/>
              <a:defRPr b="1" sz="2000"/>
            </a:lvl2pPr>
            <a:lvl3pPr indent="-228600" lvl="2" marL="1371600" algn="l">
              <a:spcBef>
                <a:spcPts val="250"/>
              </a:spcBef>
              <a:spcAft>
                <a:spcPts val="0"/>
              </a:spcAft>
              <a:buSzPts val="1800"/>
              <a:buNone/>
              <a:defRPr b="1" sz="1800"/>
            </a:lvl3pPr>
            <a:lvl4pPr indent="-228600" lvl="3" marL="1828800" algn="l">
              <a:spcBef>
                <a:spcPts val="225"/>
              </a:spcBef>
              <a:spcAft>
                <a:spcPts val="0"/>
              </a:spcAft>
              <a:buSzPts val="1792"/>
              <a:buNone/>
              <a:defRPr b="1" sz="1600"/>
            </a:lvl4pPr>
            <a:lvl5pPr indent="-228600" lvl="4" marL="2286000" algn="l">
              <a:spcBef>
                <a:spcPts val="250"/>
              </a:spcBef>
              <a:spcAft>
                <a:spcPts val="0"/>
              </a:spcAft>
              <a:buSzPts val="1600"/>
              <a:buNone/>
              <a:defRPr b="1"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15" name="Google Shape;415;p62"/>
          <p:cNvSpPr txBox="1"/>
          <p:nvPr>
            <p:ph idx="2" type="body"/>
          </p:nvPr>
        </p:nvSpPr>
        <p:spPr>
          <a:xfrm>
            <a:off x="4652169" y="579438"/>
            <a:ext cx="3931920" cy="792162"/>
          </a:xfrm>
          <a:prstGeom prst="rect">
            <a:avLst/>
          </a:prstGeom>
          <a:noFill/>
          <a:ln>
            <a:noFill/>
          </a:ln>
        </p:spPr>
        <p:txBody>
          <a:bodyPr anchorCtr="0" anchor="ctr" bIns="45700" lIns="137150" spcFirstLastPara="1" rIns="91425" wrap="square" tIns="91425">
            <a:noAutofit/>
          </a:bodyPr>
          <a:lstStyle>
            <a:lvl1pPr indent="-228600" lvl="0" marL="457200" algn="l">
              <a:spcBef>
                <a:spcPts val="250"/>
              </a:spcBef>
              <a:spcAft>
                <a:spcPts val="0"/>
              </a:spcAft>
              <a:buSzPts val="1920"/>
              <a:buNone/>
              <a:defRPr b="1" sz="2400">
                <a:solidFill>
                  <a:schemeClr val="dk1"/>
                </a:solidFill>
              </a:defRPr>
            </a:lvl1pPr>
            <a:lvl2pPr indent="-228600" lvl="1" marL="914400" algn="l">
              <a:spcBef>
                <a:spcPts val="250"/>
              </a:spcBef>
              <a:spcAft>
                <a:spcPts val="0"/>
              </a:spcAft>
              <a:buSzPts val="2000"/>
              <a:buNone/>
              <a:defRPr b="1" sz="2000"/>
            </a:lvl2pPr>
            <a:lvl3pPr indent="-228600" lvl="2" marL="1371600" algn="l">
              <a:spcBef>
                <a:spcPts val="250"/>
              </a:spcBef>
              <a:spcAft>
                <a:spcPts val="0"/>
              </a:spcAft>
              <a:buSzPts val="1800"/>
              <a:buNone/>
              <a:defRPr b="1" sz="1800"/>
            </a:lvl3pPr>
            <a:lvl4pPr indent="-228600" lvl="3" marL="1828800" algn="l">
              <a:spcBef>
                <a:spcPts val="225"/>
              </a:spcBef>
              <a:spcAft>
                <a:spcPts val="0"/>
              </a:spcAft>
              <a:buSzPts val="1792"/>
              <a:buNone/>
              <a:defRPr b="1" sz="1600"/>
            </a:lvl4pPr>
            <a:lvl5pPr indent="-228600" lvl="4" marL="2286000" algn="l">
              <a:spcBef>
                <a:spcPts val="250"/>
              </a:spcBef>
              <a:spcAft>
                <a:spcPts val="0"/>
              </a:spcAft>
              <a:buSzPts val="1600"/>
              <a:buNone/>
              <a:defRPr b="1"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16" name="Google Shape;416;p62"/>
          <p:cNvSpPr txBox="1"/>
          <p:nvPr>
            <p:ph idx="3" type="body"/>
          </p:nvPr>
        </p:nvSpPr>
        <p:spPr>
          <a:xfrm>
            <a:off x="607224" y="1447800"/>
            <a:ext cx="3931920" cy="3489960"/>
          </a:xfrm>
          <a:prstGeom prst="rect">
            <a:avLst/>
          </a:prstGeom>
          <a:noFill/>
          <a:ln>
            <a:noFill/>
          </a:ln>
        </p:spPr>
        <p:txBody>
          <a:bodyPr anchorCtr="0" anchor="t" bIns="45700" lIns="182875" spcFirstLastPara="1" rIns="91425" wrap="square" tIns="91425">
            <a:noAutofit/>
          </a:bodyPr>
          <a:lstStyle>
            <a:lvl1pPr indent="-350520" lvl="0" marL="457200" algn="l">
              <a:spcBef>
                <a:spcPts val="250"/>
              </a:spcBef>
              <a:spcAft>
                <a:spcPts val="0"/>
              </a:spcAft>
              <a:buSzPts val="1920"/>
              <a:buChar char="⚫"/>
              <a:defRPr sz="2400"/>
            </a:lvl1pPr>
            <a:lvl2pPr indent="-355600" lvl="1" marL="914400" algn="l">
              <a:spcBef>
                <a:spcPts val="250"/>
              </a:spcBef>
              <a:spcAft>
                <a:spcPts val="0"/>
              </a:spcAft>
              <a:buSzPts val="2000"/>
              <a:buChar char="◦"/>
              <a:defRPr sz="2000"/>
            </a:lvl2pPr>
            <a:lvl3pPr indent="-342900" lvl="2" marL="1371600" algn="l">
              <a:spcBef>
                <a:spcPts val="250"/>
              </a:spcBef>
              <a:spcAft>
                <a:spcPts val="0"/>
              </a:spcAft>
              <a:buSzPts val="1800"/>
              <a:buChar char="●"/>
              <a:defRPr sz="1800"/>
            </a:lvl3pPr>
            <a:lvl4pPr indent="-342392" lvl="3" marL="1828800" algn="l">
              <a:spcBef>
                <a:spcPts val="225"/>
              </a:spcBef>
              <a:spcAft>
                <a:spcPts val="0"/>
              </a:spcAft>
              <a:buSzPts val="1792"/>
              <a:buChar char="◦"/>
              <a:defRPr sz="1600"/>
            </a:lvl4pPr>
            <a:lvl5pPr indent="-330200" lvl="4" marL="2286000" algn="l">
              <a:spcBef>
                <a:spcPts val="250"/>
              </a:spcBef>
              <a:spcAft>
                <a:spcPts val="0"/>
              </a:spcAft>
              <a:buSzPts val="1600"/>
              <a:buChar char="●"/>
              <a:defRPr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17" name="Google Shape;417;p62"/>
          <p:cNvSpPr txBox="1"/>
          <p:nvPr>
            <p:ph idx="4" type="body"/>
          </p:nvPr>
        </p:nvSpPr>
        <p:spPr>
          <a:xfrm>
            <a:off x="4652169" y="1447800"/>
            <a:ext cx="3931920" cy="3489960"/>
          </a:xfrm>
          <a:prstGeom prst="rect">
            <a:avLst/>
          </a:prstGeom>
          <a:noFill/>
          <a:ln>
            <a:noFill/>
          </a:ln>
        </p:spPr>
        <p:txBody>
          <a:bodyPr anchorCtr="0" anchor="t" bIns="45700" lIns="182875" spcFirstLastPara="1" rIns="91425" wrap="square" tIns="91425">
            <a:noAutofit/>
          </a:bodyPr>
          <a:lstStyle>
            <a:lvl1pPr indent="-350520" lvl="0" marL="457200" algn="l">
              <a:spcBef>
                <a:spcPts val="250"/>
              </a:spcBef>
              <a:spcAft>
                <a:spcPts val="0"/>
              </a:spcAft>
              <a:buSzPts val="1920"/>
              <a:buChar char="⚫"/>
              <a:defRPr sz="2400"/>
            </a:lvl1pPr>
            <a:lvl2pPr indent="-355600" lvl="1" marL="914400" algn="l">
              <a:spcBef>
                <a:spcPts val="250"/>
              </a:spcBef>
              <a:spcAft>
                <a:spcPts val="0"/>
              </a:spcAft>
              <a:buSzPts val="2000"/>
              <a:buChar char="◦"/>
              <a:defRPr sz="2000"/>
            </a:lvl2pPr>
            <a:lvl3pPr indent="-342900" lvl="2" marL="1371600" algn="l">
              <a:spcBef>
                <a:spcPts val="250"/>
              </a:spcBef>
              <a:spcAft>
                <a:spcPts val="0"/>
              </a:spcAft>
              <a:buSzPts val="1800"/>
              <a:buChar char="●"/>
              <a:defRPr sz="1800"/>
            </a:lvl3pPr>
            <a:lvl4pPr indent="-342392" lvl="3" marL="1828800" algn="l">
              <a:spcBef>
                <a:spcPts val="225"/>
              </a:spcBef>
              <a:spcAft>
                <a:spcPts val="0"/>
              </a:spcAft>
              <a:buSzPts val="1792"/>
              <a:buChar char="◦"/>
              <a:defRPr sz="1600"/>
            </a:lvl4pPr>
            <a:lvl5pPr indent="-330200" lvl="4" marL="2286000" algn="l">
              <a:spcBef>
                <a:spcPts val="250"/>
              </a:spcBef>
              <a:spcAft>
                <a:spcPts val="0"/>
              </a:spcAft>
              <a:buSzPts val="1600"/>
              <a:buChar char="●"/>
              <a:defRPr sz="16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18" name="Google Shape;418;p62"/>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9" name="Google Shape;419;p62"/>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0" name="Google Shape;420;p62"/>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421" name="Shape 421"/>
        <p:cNvGrpSpPr/>
        <p:nvPr/>
      </p:nvGrpSpPr>
      <p:grpSpPr>
        <a:xfrm>
          <a:off x="0" y="0"/>
          <a:ext cx="0" cy="0"/>
          <a:chOff x="0" y="0"/>
          <a:chExt cx="0" cy="0"/>
        </a:xfrm>
      </p:grpSpPr>
      <p:sp>
        <p:nvSpPr>
          <p:cNvPr id="422" name="Google Shape;422;p63"/>
          <p:cNvSpPr txBox="1"/>
          <p:nvPr>
            <p:ph type="title"/>
          </p:nvPr>
        </p:nvSpPr>
        <p:spPr>
          <a:xfrm>
            <a:off x="503237" y="4986337"/>
            <a:ext cx="8183562" cy="10509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3" name="Google Shape;423;p63"/>
          <p:cNvSpPr txBox="1"/>
          <p:nvPr>
            <p:ph idx="1" type="body"/>
          </p:nvPr>
        </p:nvSpPr>
        <p:spPr>
          <a:xfrm>
            <a:off x="514352" y="530352"/>
            <a:ext cx="3931920" cy="4389120"/>
          </a:xfrm>
          <a:prstGeom prst="rect">
            <a:avLst/>
          </a:prstGeom>
          <a:noFill/>
          <a:ln>
            <a:noFill/>
          </a:ln>
        </p:spPr>
        <p:txBody>
          <a:bodyPr anchorCtr="0" anchor="t" bIns="45700" lIns="182875" spcFirstLastPara="1" rIns="91425" wrap="square" tIns="91425">
            <a:noAutofit/>
          </a:bodyPr>
          <a:lstStyle>
            <a:lvl1pPr indent="-360680" lvl="0" marL="457200" algn="l">
              <a:spcBef>
                <a:spcPts val="250"/>
              </a:spcBef>
              <a:spcAft>
                <a:spcPts val="0"/>
              </a:spcAft>
              <a:buSzPts val="2080"/>
              <a:buChar char="⚫"/>
              <a:defRPr sz="2600"/>
            </a:lvl1pPr>
            <a:lvl2pPr indent="-368300" lvl="1" marL="914400" algn="l">
              <a:spcBef>
                <a:spcPts val="250"/>
              </a:spcBef>
              <a:spcAft>
                <a:spcPts val="0"/>
              </a:spcAft>
              <a:buSzPts val="2200"/>
              <a:buChar char="◦"/>
              <a:defRPr sz="2200"/>
            </a:lvl2pPr>
            <a:lvl3pPr indent="-355600" lvl="2" marL="1371600" algn="l">
              <a:spcBef>
                <a:spcPts val="250"/>
              </a:spcBef>
              <a:spcAft>
                <a:spcPts val="0"/>
              </a:spcAft>
              <a:buSzPts val="2000"/>
              <a:buChar char="●"/>
              <a:defRPr sz="2000"/>
            </a:lvl3pPr>
            <a:lvl4pPr indent="-356616" lvl="3" marL="1828800" algn="l">
              <a:spcBef>
                <a:spcPts val="225"/>
              </a:spcBef>
              <a:spcAft>
                <a:spcPts val="0"/>
              </a:spcAft>
              <a:buSzPts val="2016"/>
              <a:buChar char="◦"/>
              <a:defRPr sz="1800"/>
            </a:lvl4pPr>
            <a:lvl5pPr indent="-342900" lvl="4" marL="2286000" algn="l">
              <a:spcBef>
                <a:spcPts val="250"/>
              </a:spcBef>
              <a:spcAft>
                <a:spcPts val="0"/>
              </a:spcAft>
              <a:buSzPts val="1800"/>
              <a:buChar char="●"/>
              <a:defRPr sz="18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24" name="Google Shape;424;p63"/>
          <p:cNvSpPr txBox="1"/>
          <p:nvPr>
            <p:ph idx="2" type="body"/>
          </p:nvPr>
        </p:nvSpPr>
        <p:spPr>
          <a:xfrm>
            <a:off x="4755360" y="530352"/>
            <a:ext cx="3931920" cy="4389120"/>
          </a:xfrm>
          <a:prstGeom prst="rect">
            <a:avLst/>
          </a:prstGeom>
          <a:noFill/>
          <a:ln>
            <a:noFill/>
          </a:ln>
        </p:spPr>
        <p:txBody>
          <a:bodyPr anchorCtr="0" anchor="t" bIns="45700" lIns="182875" spcFirstLastPara="1" rIns="91425" wrap="square" tIns="91425">
            <a:noAutofit/>
          </a:bodyPr>
          <a:lstStyle>
            <a:lvl1pPr indent="-360680" lvl="0" marL="457200" algn="l">
              <a:spcBef>
                <a:spcPts val="250"/>
              </a:spcBef>
              <a:spcAft>
                <a:spcPts val="0"/>
              </a:spcAft>
              <a:buSzPts val="2080"/>
              <a:buChar char="⚫"/>
              <a:defRPr sz="2600"/>
            </a:lvl1pPr>
            <a:lvl2pPr indent="-368300" lvl="1" marL="914400" algn="l">
              <a:spcBef>
                <a:spcPts val="250"/>
              </a:spcBef>
              <a:spcAft>
                <a:spcPts val="0"/>
              </a:spcAft>
              <a:buSzPts val="2200"/>
              <a:buChar char="◦"/>
              <a:defRPr sz="2200"/>
            </a:lvl2pPr>
            <a:lvl3pPr indent="-355600" lvl="2" marL="1371600" algn="l">
              <a:spcBef>
                <a:spcPts val="250"/>
              </a:spcBef>
              <a:spcAft>
                <a:spcPts val="0"/>
              </a:spcAft>
              <a:buSzPts val="2000"/>
              <a:buChar char="●"/>
              <a:defRPr sz="2000"/>
            </a:lvl3pPr>
            <a:lvl4pPr indent="-356616" lvl="3" marL="1828800" algn="l">
              <a:spcBef>
                <a:spcPts val="225"/>
              </a:spcBef>
              <a:spcAft>
                <a:spcPts val="0"/>
              </a:spcAft>
              <a:buSzPts val="2016"/>
              <a:buChar char="◦"/>
              <a:defRPr sz="1800"/>
            </a:lvl4pPr>
            <a:lvl5pPr indent="-342900" lvl="4" marL="2286000" algn="l">
              <a:spcBef>
                <a:spcPts val="250"/>
              </a:spcBef>
              <a:spcAft>
                <a:spcPts val="0"/>
              </a:spcAft>
              <a:buSzPts val="1800"/>
              <a:buChar char="●"/>
              <a:defRPr sz="1800"/>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25" name="Google Shape;425;p63"/>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6" name="Google Shape;426;p63"/>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7" name="Google Shape;427;p63"/>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428" name="Shape 428"/>
        <p:cNvGrpSpPr/>
        <p:nvPr/>
      </p:nvGrpSpPr>
      <p:grpSpPr>
        <a:xfrm>
          <a:off x="0" y="0"/>
          <a:ext cx="0" cy="0"/>
          <a:chOff x="0" y="0"/>
          <a:chExt cx="0" cy="0"/>
        </a:xfrm>
      </p:grpSpPr>
      <p:sp>
        <p:nvSpPr>
          <p:cNvPr id="429" name="Google Shape;429;p64"/>
          <p:cNvSpPr txBox="1"/>
          <p:nvPr>
            <p:ph type="title"/>
          </p:nvPr>
        </p:nvSpPr>
        <p:spPr>
          <a:xfrm>
            <a:off x="502920" y="4983480"/>
            <a:ext cx="8183880" cy="10515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0" name="Google Shape;430;p64"/>
          <p:cNvSpPr txBox="1"/>
          <p:nvPr>
            <p:ph idx="1" type="body"/>
          </p:nvPr>
        </p:nvSpPr>
        <p:spPr>
          <a:xfrm>
            <a:off x="502920" y="530352"/>
            <a:ext cx="8183880" cy="4187952"/>
          </a:xfrm>
          <a:prstGeom prst="rect">
            <a:avLst/>
          </a:prstGeom>
          <a:noFill/>
          <a:ln>
            <a:noFill/>
          </a:ln>
        </p:spPr>
        <p:txBody>
          <a:bodyPr anchorCtr="0" anchor="t" bIns="45700" lIns="182875" spcFirstLastPara="1" rIns="91425" wrap="square" tIns="91425">
            <a:noAutofit/>
          </a:bodyPr>
          <a:lstStyle>
            <a:lvl1pPr indent="-320040" lvl="0" marL="457200" algn="l">
              <a:spcBef>
                <a:spcPts val="250"/>
              </a:spcBef>
              <a:spcAft>
                <a:spcPts val="0"/>
              </a:spcAft>
              <a:buSzPts val="1440"/>
              <a:buChar char="⚫"/>
              <a:defRPr/>
            </a:lvl1pPr>
            <a:lvl2pPr indent="-342900" lvl="1" marL="914400" algn="l">
              <a:spcBef>
                <a:spcPts val="250"/>
              </a:spcBef>
              <a:spcAft>
                <a:spcPts val="0"/>
              </a:spcAft>
              <a:buSzPts val="1800"/>
              <a:buChar char="◦"/>
              <a:defRPr/>
            </a:lvl2pPr>
            <a:lvl3pPr indent="-342900" lvl="2" marL="1371600" algn="l">
              <a:spcBef>
                <a:spcPts val="250"/>
              </a:spcBef>
              <a:spcAft>
                <a:spcPts val="0"/>
              </a:spcAft>
              <a:buSzPts val="1800"/>
              <a:buChar char="●"/>
              <a:defRPr/>
            </a:lvl3pPr>
            <a:lvl4pPr indent="-356616" lvl="3" marL="1828800" algn="l">
              <a:spcBef>
                <a:spcPts val="225"/>
              </a:spcBef>
              <a:spcAft>
                <a:spcPts val="0"/>
              </a:spcAft>
              <a:buSzPts val="2016"/>
              <a:buChar char="◦"/>
              <a:defRPr/>
            </a:lvl4pPr>
            <a:lvl5pPr indent="-342900" lvl="4" marL="2286000" algn="l">
              <a:spcBef>
                <a:spcPts val="250"/>
              </a:spcBef>
              <a:spcAft>
                <a:spcPts val="0"/>
              </a:spcAft>
              <a:buSzPts val="1800"/>
              <a:buChar char="●"/>
              <a:defRPr/>
            </a:lvl5pPr>
            <a:lvl6pPr indent="-342900" lvl="5" marL="2743200" algn="l">
              <a:spcBef>
                <a:spcPts val="250"/>
              </a:spcBef>
              <a:spcAft>
                <a:spcPts val="0"/>
              </a:spcAft>
              <a:buSzPts val="1800"/>
              <a:buChar char="◦"/>
              <a:defRPr/>
            </a:lvl6pPr>
            <a:lvl7pPr indent="-342900" lvl="6" marL="3200400" algn="l">
              <a:spcBef>
                <a:spcPts val="255"/>
              </a:spcBef>
              <a:spcAft>
                <a:spcPts val="0"/>
              </a:spcAft>
              <a:buSzPts val="1800"/>
              <a:buChar char="●"/>
              <a:defRPr/>
            </a:lvl7pPr>
            <a:lvl8pPr indent="-342900" lvl="7" marL="3657600" algn="l">
              <a:spcBef>
                <a:spcPts val="257"/>
              </a:spcBef>
              <a:spcAft>
                <a:spcPts val="0"/>
              </a:spcAft>
              <a:buSzPts val="1800"/>
              <a:buChar char="◦"/>
              <a:defRPr/>
            </a:lvl8pPr>
            <a:lvl9pPr indent="-342900" lvl="8" marL="4114800" algn="l">
              <a:spcBef>
                <a:spcPts val="255"/>
              </a:spcBef>
              <a:spcAft>
                <a:spcPts val="0"/>
              </a:spcAft>
              <a:buSzPts val="1800"/>
              <a:buChar char="●"/>
              <a:defRPr/>
            </a:lvl9pPr>
          </a:lstStyle>
          <a:p/>
        </p:txBody>
      </p:sp>
      <p:sp>
        <p:nvSpPr>
          <p:cNvPr id="431" name="Google Shape;431;p64"/>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2" name="Google Shape;432;p64"/>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3" name="Google Shape;433;p64"/>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443" name="Shape 443"/>
        <p:cNvGrpSpPr/>
        <p:nvPr/>
      </p:nvGrpSpPr>
      <p:grpSpPr>
        <a:xfrm>
          <a:off x="0" y="0"/>
          <a:ext cx="0" cy="0"/>
          <a:chOff x="0" y="0"/>
          <a:chExt cx="0" cy="0"/>
        </a:xfrm>
      </p:grpSpPr>
      <p:sp>
        <p:nvSpPr>
          <p:cNvPr id="444" name="Google Shape;444;p66"/>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5" name="Google Shape;445;p66"/>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6" name="Google Shape;446;p66"/>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7" name="Google Shape;447;p66"/>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448" name="Shape 448"/>
        <p:cNvGrpSpPr/>
        <p:nvPr/>
      </p:nvGrpSpPr>
      <p:grpSpPr>
        <a:xfrm>
          <a:off x="0" y="0"/>
          <a:ext cx="0" cy="0"/>
          <a:chOff x="0" y="0"/>
          <a:chExt cx="0" cy="0"/>
        </a:xfrm>
      </p:grpSpPr>
      <p:sp>
        <p:nvSpPr>
          <p:cNvPr id="449" name="Google Shape;449;p67"/>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0" name="Google Shape;450;p67"/>
          <p:cNvSpPr txBox="1"/>
          <p:nvPr>
            <p:ph idx="1" type="body"/>
          </p:nvPr>
        </p:nvSpPr>
        <p:spPr>
          <a:xfrm rot="5400000">
            <a:off x="2426494" y="-213519"/>
            <a:ext cx="4525962" cy="8153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51" name="Google Shape;451;p67"/>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2" name="Google Shape;452;p67"/>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3" name="Google Shape;453;p67"/>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454" name="Shape 454"/>
        <p:cNvGrpSpPr/>
        <p:nvPr/>
      </p:nvGrpSpPr>
      <p:grpSpPr>
        <a:xfrm>
          <a:off x="0" y="0"/>
          <a:ext cx="0" cy="0"/>
          <a:chOff x="0" y="0"/>
          <a:chExt cx="0" cy="0"/>
        </a:xfrm>
      </p:grpSpPr>
      <p:sp>
        <p:nvSpPr>
          <p:cNvPr id="455" name="Google Shape;455;p68"/>
          <p:cNvSpPr txBox="1"/>
          <p:nvPr>
            <p:ph type="title"/>
          </p:nvPr>
        </p:nvSpPr>
        <p:spPr>
          <a:xfrm>
            <a:off x="609600" y="273050"/>
            <a:ext cx="8077200" cy="8699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4400"/>
              <a:buFont typeface="Twentieth Century"/>
              <a:buNone/>
              <a:defRPr b="0" sz="4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6" name="Google Shape;456;p68"/>
          <p:cNvSpPr txBox="1"/>
          <p:nvPr>
            <p:ph idx="1" type="body"/>
          </p:nvPr>
        </p:nvSpPr>
        <p:spPr>
          <a:xfrm>
            <a:off x="609600" y="1752600"/>
            <a:ext cx="1600200" cy="4343400"/>
          </a:xfrm>
          <a:prstGeom prst="rect">
            <a:avLst/>
          </a:prstGeom>
          <a:solidFill>
            <a:schemeClr val="accent2"/>
          </a:solidFill>
          <a:ln cap="sq" cmpd="dbl" w="50800">
            <a:solidFill>
              <a:schemeClr val="accent2"/>
            </a:solidFill>
            <a:prstDash val="solid"/>
            <a:miter lim="800000"/>
            <a:headEnd len="sm" w="sm" type="none"/>
            <a:tailEnd len="sm" w="sm" type="none"/>
          </a:ln>
        </p:spPr>
        <p:txBody>
          <a:bodyPr anchorCtr="0" anchor="t" bIns="91425" lIns="137150" spcFirstLastPara="1" rIns="137150" wrap="square" tIns="182875">
            <a:noAutofit/>
          </a:bodyPr>
          <a:lstStyle>
            <a:lvl1pPr indent="-228600" lvl="0" marL="457200" algn="l">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indent="-228600" lvl="1" marL="914400" algn="l">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indent="-228600" lvl="2" marL="1371600" algn="l">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indent="-228600" lvl="3" marL="1828800" algn="l">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indent="-228600" lvl="4" marL="2286000" algn="l">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57" name="Google Shape;457;p68"/>
          <p:cNvSpPr txBox="1"/>
          <p:nvPr>
            <p:ph idx="2" type="body"/>
          </p:nvPr>
        </p:nvSpPr>
        <p:spPr>
          <a:xfrm>
            <a:off x="2362200" y="1752600"/>
            <a:ext cx="6400800" cy="44196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58" name="Google Shape;458;p68"/>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9" name="Google Shape;459;p68"/>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0" name="Google Shape;460;p68"/>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461" name="Shape 461"/>
        <p:cNvGrpSpPr/>
        <p:nvPr/>
      </p:nvGrpSpPr>
      <p:grpSpPr>
        <a:xfrm>
          <a:off x="0" y="0"/>
          <a:ext cx="0" cy="0"/>
          <a:chOff x="0" y="0"/>
          <a:chExt cx="0" cy="0"/>
        </a:xfrm>
      </p:grpSpPr>
      <p:sp>
        <p:nvSpPr>
          <p:cNvPr id="462" name="Google Shape;462;p69"/>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3" name="Google Shape;463;p69"/>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64" name="Google Shape;464;p69"/>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5" name="Google Shape;465;p69"/>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6" name="Google Shape;466;p69"/>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486" name="Shape 486"/>
        <p:cNvGrpSpPr/>
        <p:nvPr/>
      </p:nvGrpSpPr>
      <p:grpSpPr>
        <a:xfrm>
          <a:off x="0" y="0"/>
          <a:ext cx="0" cy="0"/>
          <a:chOff x="0" y="0"/>
          <a:chExt cx="0" cy="0"/>
        </a:xfrm>
      </p:grpSpPr>
      <p:sp>
        <p:nvSpPr>
          <p:cNvPr id="487" name="Google Shape;487;p71"/>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8" name="Google Shape;488;p71"/>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489" name="Google Shape;489;p71"/>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300"/>
              </a:spcBef>
              <a:spcAft>
                <a:spcPts val="0"/>
              </a:spcAft>
              <a:buClr>
                <a:srgbClr val="A04DA3"/>
              </a:buClr>
              <a:buSzPts val="2800"/>
              <a:buFont typeface="Georgia"/>
              <a:buChar char="•"/>
              <a:defRPr b="0" i="0" sz="2800" u="none" cap="none" strike="noStrike">
                <a:solidFill>
                  <a:schemeClr val="dk1"/>
                </a:solidFill>
                <a:latin typeface="Georgia"/>
                <a:ea typeface="Georgia"/>
                <a:cs typeface="Georgia"/>
                <a:sym typeface="Georgia"/>
              </a:defRPr>
            </a:lvl1pPr>
            <a:lvl2pPr lvl="1"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lvl="2"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lvl="3"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lvl="4" marR="0" rtl="0" algn="l">
              <a:spcBef>
                <a:spcPts val="300"/>
              </a:spcBef>
              <a:spcAft>
                <a:spcPts val="0"/>
              </a:spcAft>
              <a:buClr>
                <a:srgbClr val="A04DA3"/>
              </a:buClr>
              <a:buSzPts val="2000"/>
              <a:buFont typeface="Georgia"/>
              <a:buChar char="▫"/>
              <a:defRPr b="0" i="0" sz="2000" u="none" cap="none" strike="noStrike">
                <a:solidFill>
                  <a:srgbClr val="A04DA3"/>
                </a:solidFill>
                <a:latin typeface="Georgia"/>
                <a:ea typeface="Georgia"/>
                <a:cs typeface="Georgia"/>
                <a:sym typeface="Georgia"/>
              </a:defRPr>
            </a:lvl5pPr>
            <a:lvl6pPr lvl="5"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lvl="6"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lvl="7"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lvl="8"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490" name="Google Shape;490;p71"/>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1" name="Google Shape;491;p71"/>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2" name="Google Shape;492;p71"/>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493" name="Shape 493"/>
        <p:cNvGrpSpPr/>
        <p:nvPr/>
      </p:nvGrpSpPr>
      <p:grpSpPr>
        <a:xfrm>
          <a:off x="0" y="0"/>
          <a:ext cx="0" cy="0"/>
          <a:chOff x="0" y="0"/>
          <a:chExt cx="0" cy="0"/>
        </a:xfrm>
      </p:grpSpPr>
      <p:sp>
        <p:nvSpPr>
          <p:cNvPr id="494" name="Google Shape;494;p72"/>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5" name="Google Shape;495;p72"/>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6" name="Google Shape;496;p72"/>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497" name="Shape 497"/>
        <p:cNvGrpSpPr/>
        <p:nvPr/>
      </p:nvGrpSpPr>
      <p:grpSpPr>
        <a:xfrm>
          <a:off x="0" y="0"/>
          <a:ext cx="0" cy="0"/>
          <a:chOff x="0" y="0"/>
          <a:chExt cx="0" cy="0"/>
        </a:xfrm>
      </p:grpSpPr>
      <p:sp>
        <p:nvSpPr>
          <p:cNvPr id="498" name="Google Shape;498;p73"/>
          <p:cNvSpPr txBox="1"/>
          <p:nvPr>
            <p:ph type="title"/>
          </p:nvPr>
        </p:nvSpPr>
        <p:spPr>
          <a:xfrm rot="5400000">
            <a:off x="4991100" y="2933700"/>
            <a:ext cx="5486400" cy="1905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9" name="Google Shape;499;p73"/>
          <p:cNvSpPr txBox="1"/>
          <p:nvPr>
            <p:ph idx="1" type="body"/>
          </p:nvPr>
        </p:nvSpPr>
        <p:spPr>
          <a:xfrm rot="5400000">
            <a:off x="838200" y="762000"/>
            <a:ext cx="5486400" cy="62484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00" name="Google Shape;500;p73"/>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1" name="Google Shape;501;p73"/>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2" name="Google Shape;502;p73"/>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503" name="Shape 503"/>
        <p:cNvGrpSpPr/>
        <p:nvPr/>
      </p:nvGrpSpPr>
      <p:grpSpPr>
        <a:xfrm>
          <a:off x="0" y="0"/>
          <a:ext cx="0" cy="0"/>
          <a:chOff x="0" y="0"/>
          <a:chExt cx="0" cy="0"/>
        </a:xfrm>
      </p:grpSpPr>
      <p:sp>
        <p:nvSpPr>
          <p:cNvPr id="504" name="Google Shape;504;p74"/>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5" name="Google Shape;505;p74"/>
          <p:cNvSpPr txBox="1"/>
          <p:nvPr>
            <p:ph idx="1" type="body"/>
          </p:nvPr>
        </p:nvSpPr>
        <p:spPr>
          <a:xfrm rot="5400000">
            <a:off x="2409825" y="296862"/>
            <a:ext cx="432435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06" name="Google Shape;506;p74"/>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7" name="Google Shape;507;p74"/>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8" name="Google Shape;508;p74"/>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ed bildtext" type="picTx">
  <p:cSld name="PICTURE_WITH_CAPTION_TEXT">
    <p:spTree>
      <p:nvGrpSpPr>
        <p:cNvPr id="509" name="Shape 509"/>
        <p:cNvGrpSpPr/>
        <p:nvPr/>
      </p:nvGrpSpPr>
      <p:grpSpPr>
        <a:xfrm>
          <a:off x="0" y="0"/>
          <a:ext cx="0" cy="0"/>
          <a:chOff x="0" y="0"/>
          <a:chExt cx="0" cy="0"/>
        </a:xfrm>
      </p:grpSpPr>
      <p:sp>
        <p:nvSpPr>
          <p:cNvPr id="510" name="Google Shape;510;p75"/>
          <p:cNvSpPr txBox="1"/>
          <p:nvPr>
            <p:ph type="title"/>
          </p:nvPr>
        </p:nvSpPr>
        <p:spPr>
          <a:xfrm rot="-5400000">
            <a:off x="3393017" y="3156577"/>
            <a:ext cx="4681637" cy="586803"/>
          </a:xfrm>
          <a:prstGeom prst="rect">
            <a:avLst/>
          </a:prstGeom>
          <a:noFill/>
          <a:ln>
            <a:noFill/>
          </a:ln>
        </p:spPr>
        <p:txBody>
          <a:bodyPr anchorCtr="0" anchor="t" bIns="45700" lIns="45700" spcFirstLastPara="1" rIns="45700" wrap="square" tIns="0">
            <a:noAutofit/>
          </a:bodyPr>
          <a:lstStyle>
            <a:lvl1pPr lvl="0" algn="ctr">
              <a:spcBef>
                <a:spcPts val="0"/>
              </a:spcBef>
              <a:spcAft>
                <a:spcPts val="0"/>
              </a:spcAft>
              <a:buClr>
                <a:schemeClr val="dk2"/>
              </a:buClr>
              <a:buSzPts val="2000"/>
              <a:buFont typeface="Trebuchet MS"/>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1" name="Google Shape;511;p75"/>
          <p:cNvSpPr/>
          <p:nvPr>
            <p:ph idx="2" type="pic"/>
          </p:nvPr>
        </p:nvSpPr>
        <p:spPr>
          <a:xfrm>
            <a:off x="403671" y="1143000"/>
            <a:ext cx="4572000" cy="4572000"/>
          </a:xfrm>
          <a:prstGeom prst="rect">
            <a:avLst/>
          </a:prstGeom>
          <a:solidFill>
            <a:srgbClr val="EAEAEA"/>
          </a:solidFill>
          <a:ln cap="flat" cmpd="sng" w="50800">
            <a:solidFill>
              <a:srgbClr val="FFFFFF"/>
            </a:solidFill>
            <a:prstDash val="solid"/>
            <a:miter lim="800000"/>
            <a:headEnd len="sm" w="sm" type="none"/>
            <a:tailEnd len="sm" w="sm" type="none"/>
          </a:ln>
          <a:effectLst>
            <a:outerShdw blurRad="57150" rotWithShape="0" algn="tl" dir="4800000" dist="31750">
              <a:srgbClr val="000000">
                <a:alpha val="24706"/>
              </a:srgbClr>
            </a:outerShdw>
          </a:effectLst>
        </p:spPr>
        <p:txBody>
          <a:bodyPr anchorCtr="0" anchor="t" bIns="45700" lIns="91425" spcFirstLastPara="1" rIns="91425" wrap="square" tIns="45700">
            <a:noAutofit/>
          </a:bodyPr>
          <a:lstStyle>
            <a:lvl1pPr lvl="0" marR="0" rtl="0" algn="l">
              <a:spcBef>
                <a:spcPts val="300"/>
              </a:spcBef>
              <a:spcAft>
                <a:spcPts val="0"/>
              </a:spcAft>
              <a:buClr>
                <a:srgbClr val="A04DA3"/>
              </a:buClr>
              <a:buSzPts val="3200"/>
              <a:buFont typeface="Georgia"/>
              <a:buNone/>
              <a:defRPr b="0" i="0" sz="3200" u="none" cap="none" strike="noStrike">
                <a:solidFill>
                  <a:schemeClr val="dk1"/>
                </a:solidFill>
                <a:latin typeface="Georgia"/>
                <a:ea typeface="Georgia"/>
                <a:cs typeface="Georgia"/>
                <a:sym typeface="Georgia"/>
              </a:defRPr>
            </a:lvl1pPr>
            <a:lvl2pPr lvl="1"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lvl="2"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lvl="3"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lvl="4" marR="0" rtl="0" algn="l">
              <a:spcBef>
                <a:spcPts val="300"/>
              </a:spcBef>
              <a:spcAft>
                <a:spcPts val="0"/>
              </a:spcAft>
              <a:buClr>
                <a:srgbClr val="A04DA3"/>
              </a:buClr>
              <a:buSzPts val="2000"/>
              <a:buFont typeface="Georgia"/>
              <a:buChar char="▫"/>
              <a:defRPr b="0" i="0" sz="2000" u="none" cap="none" strike="noStrike">
                <a:solidFill>
                  <a:srgbClr val="A04DA3"/>
                </a:solidFill>
                <a:latin typeface="Georgia"/>
                <a:ea typeface="Georgia"/>
                <a:cs typeface="Georgia"/>
                <a:sym typeface="Georgia"/>
              </a:defRPr>
            </a:lvl5pPr>
            <a:lvl6pPr lvl="5"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lvl="6"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lvl="7"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lvl="8"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512" name="Google Shape;512;p75"/>
          <p:cNvSpPr txBox="1"/>
          <p:nvPr>
            <p:ph idx="1" type="body"/>
          </p:nvPr>
        </p:nvSpPr>
        <p:spPr>
          <a:xfrm>
            <a:off x="6088443" y="3274308"/>
            <a:ext cx="2590800" cy="2516489"/>
          </a:xfrm>
          <a:prstGeom prst="rect">
            <a:avLst/>
          </a:prstGeom>
          <a:noFill/>
          <a:ln>
            <a:noFill/>
          </a:ln>
        </p:spPr>
        <p:txBody>
          <a:bodyPr anchorCtr="0" anchor="t" bIns="45700" lIns="0" spcFirstLastPara="1" rIns="45700" wrap="square" tIns="0">
            <a:noAutofit/>
          </a:bodyPr>
          <a:lstStyle>
            <a:lvl1pPr indent="-228600" lvl="0" marL="457200" algn="l">
              <a:lnSpc>
                <a:spcPct val="100000"/>
              </a:lnSpc>
              <a:spcBef>
                <a:spcPts val="0"/>
              </a:spcBef>
              <a:spcAft>
                <a:spcPts val="0"/>
              </a:spcAft>
              <a:buSzPts val="1300"/>
              <a:buFont typeface="Georgia"/>
              <a:buNone/>
              <a:defRPr sz="1300"/>
            </a:lvl1pPr>
            <a:lvl2pPr indent="-228600" lvl="1" marL="914400" algn="l">
              <a:spcBef>
                <a:spcPts val="300"/>
              </a:spcBef>
              <a:spcAft>
                <a:spcPts val="0"/>
              </a:spcAft>
              <a:buSzPts val="1200"/>
              <a:buFont typeface="Georgia"/>
              <a:buNone/>
              <a:defRPr sz="1200"/>
            </a:lvl2pPr>
            <a:lvl3pPr indent="-228600" lvl="2" marL="1371600" algn="l">
              <a:spcBef>
                <a:spcPts val="300"/>
              </a:spcBef>
              <a:spcAft>
                <a:spcPts val="0"/>
              </a:spcAft>
              <a:buSzPts val="1000"/>
              <a:buFont typeface="Georgia"/>
              <a:buNone/>
              <a:defRPr sz="1000"/>
            </a:lvl3pPr>
            <a:lvl4pPr indent="-228600" lvl="3" marL="1828800" algn="l">
              <a:spcBef>
                <a:spcPts val="300"/>
              </a:spcBef>
              <a:spcAft>
                <a:spcPts val="0"/>
              </a:spcAft>
              <a:buSzPts val="900"/>
              <a:buFont typeface="Georgia"/>
              <a:buNone/>
              <a:defRPr sz="900"/>
            </a:lvl4pPr>
            <a:lvl5pPr indent="-228600" lvl="4" marL="2286000" algn="l">
              <a:spcBef>
                <a:spcPts val="300"/>
              </a:spcBef>
              <a:spcAft>
                <a:spcPts val="0"/>
              </a:spcAft>
              <a:buSzPts val="900"/>
              <a:buFont typeface="Georgia"/>
              <a:buNone/>
              <a:defRPr sz="9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13" name="Google Shape;513;p75"/>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4" name="Google Shape;514;p75"/>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5" name="Google Shape;515;p75"/>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516" name="Shape 516"/>
        <p:cNvGrpSpPr/>
        <p:nvPr/>
      </p:nvGrpSpPr>
      <p:grpSpPr>
        <a:xfrm>
          <a:off x="0" y="0"/>
          <a:ext cx="0" cy="0"/>
          <a:chOff x="0" y="0"/>
          <a:chExt cx="0" cy="0"/>
        </a:xfrm>
      </p:grpSpPr>
      <p:sp>
        <p:nvSpPr>
          <p:cNvPr id="517" name="Google Shape;517;p76"/>
          <p:cNvSpPr txBox="1"/>
          <p:nvPr>
            <p:ph type="title"/>
          </p:nvPr>
        </p:nvSpPr>
        <p:spPr>
          <a:xfrm>
            <a:off x="5353496" y="1101970"/>
            <a:ext cx="3383280" cy="87782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Font typeface="Trebuchet MS"/>
              <a:buNone/>
              <a:defRPr b="1" sz="1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8" name="Google Shape;518;p76"/>
          <p:cNvSpPr txBox="1"/>
          <p:nvPr>
            <p:ph idx="1" type="body"/>
          </p:nvPr>
        </p:nvSpPr>
        <p:spPr>
          <a:xfrm>
            <a:off x="5353496" y="2010727"/>
            <a:ext cx="3383280" cy="4617720"/>
          </a:xfrm>
          <a:prstGeom prst="rect">
            <a:avLst/>
          </a:prstGeom>
          <a:noFill/>
          <a:ln>
            <a:noFill/>
          </a:ln>
        </p:spPr>
        <p:txBody>
          <a:bodyPr anchorCtr="0" anchor="t" bIns="45700" lIns="91425" spcFirstLastPara="1" rIns="91425" wrap="square" tIns="45700">
            <a:noAutofit/>
          </a:bodyPr>
          <a:lstStyle>
            <a:lvl1pPr indent="-228600" lvl="0" marL="457200" algn="l">
              <a:spcBef>
                <a:spcPts val="300"/>
              </a:spcBef>
              <a:spcAft>
                <a:spcPts val="0"/>
              </a:spcAft>
              <a:buSzPts val="1400"/>
              <a:buNone/>
              <a:defRPr sz="1400"/>
            </a:lvl1pPr>
            <a:lvl2pPr indent="-228600" lvl="1" marL="914400" algn="l">
              <a:spcBef>
                <a:spcPts val="300"/>
              </a:spcBef>
              <a:spcAft>
                <a:spcPts val="0"/>
              </a:spcAft>
              <a:buSzPts val="1200"/>
              <a:buNone/>
              <a:defRPr sz="1200"/>
            </a:lvl2pPr>
            <a:lvl3pPr indent="-228600" lvl="2" marL="1371600" algn="l">
              <a:spcBef>
                <a:spcPts val="300"/>
              </a:spcBef>
              <a:spcAft>
                <a:spcPts val="0"/>
              </a:spcAft>
              <a:buSzPts val="1000"/>
              <a:buNone/>
              <a:defRPr sz="1000"/>
            </a:lvl3pPr>
            <a:lvl4pPr indent="-228600" lvl="3" marL="1828800" algn="l">
              <a:spcBef>
                <a:spcPts val="300"/>
              </a:spcBef>
              <a:spcAft>
                <a:spcPts val="0"/>
              </a:spcAft>
              <a:buSzPts val="900"/>
              <a:buNone/>
              <a:defRPr sz="900"/>
            </a:lvl4pPr>
            <a:lvl5pPr indent="-228600" lvl="4" marL="2286000" algn="l">
              <a:spcBef>
                <a:spcPts val="300"/>
              </a:spcBef>
              <a:spcAft>
                <a:spcPts val="0"/>
              </a:spcAft>
              <a:buSzPts val="900"/>
              <a:buNone/>
              <a:defRPr sz="9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19" name="Google Shape;519;p76"/>
          <p:cNvSpPr txBox="1"/>
          <p:nvPr>
            <p:ph idx="2" type="body"/>
          </p:nvPr>
        </p:nvSpPr>
        <p:spPr>
          <a:xfrm>
            <a:off x="152400" y="776287"/>
            <a:ext cx="5102352" cy="5852160"/>
          </a:xfrm>
          <a:prstGeom prst="rect">
            <a:avLst/>
          </a:prstGeom>
          <a:noFill/>
          <a:ln>
            <a:noFill/>
          </a:ln>
        </p:spPr>
        <p:txBody>
          <a:bodyPr anchorCtr="0" anchor="t" bIns="45700" lIns="91425" spcFirstLastPara="1" rIns="91425" wrap="square" tIns="45700">
            <a:noAutofit/>
          </a:bodyPr>
          <a:lstStyle>
            <a:lvl1pPr indent="-431800" lvl="0" marL="457200" algn="l">
              <a:spcBef>
                <a:spcPts val="300"/>
              </a:spcBef>
              <a:spcAft>
                <a:spcPts val="0"/>
              </a:spcAft>
              <a:buSzPts val="3200"/>
              <a:buChar char="•"/>
              <a:defRPr sz="3200"/>
            </a:lvl1pPr>
            <a:lvl2pPr indent="-406400" lvl="1" marL="914400" algn="l">
              <a:spcBef>
                <a:spcPts val="300"/>
              </a:spcBef>
              <a:spcAft>
                <a:spcPts val="0"/>
              </a:spcAft>
              <a:buSzPts val="2800"/>
              <a:buChar char="▫"/>
              <a:defRPr sz="2800"/>
            </a:lvl2pPr>
            <a:lvl3pPr indent="-381000" lvl="2" marL="1371600" algn="l">
              <a:spcBef>
                <a:spcPts val="300"/>
              </a:spcBef>
              <a:spcAft>
                <a:spcPts val="0"/>
              </a:spcAft>
              <a:buSzPts val="2400"/>
              <a:buChar char="●"/>
              <a:defRPr sz="2400"/>
            </a:lvl3pPr>
            <a:lvl4pPr indent="-355600" lvl="3" marL="1828800" algn="l">
              <a:spcBef>
                <a:spcPts val="300"/>
              </a:spcBef>
              <a:spcAft>
                <a:spcPts val="0"/>
              </a:spcAft>
              <a:buSzPts val="2000"/>
              <a:buChar char="●"/>
              <a:defRPr sz="2000"/>
            </a:lvl4pPr>
            <a:lvl5pPr indent="-355600" lvl="4" marL="2286000" algn="l">
              <a:spcBef>
                <a:spcPts val="300"/>
              </a:spcBef>
              <a:spcAft>
                <a:spcPts val="0"/>
              </a:spcAft>
              <a:buSzPts val="2000"/>
              <a:buChar char="▫"/>
              <a:defRPr sz="20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20" name="Google Shape;520;p76"/>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1" name="Google Shape;521;p76"/>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2" name="Google Shape;522;p76"/>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523" name="Shape 523"/>
        <p:cNvGrpSpPr/>
        <p:nvPr/>
      </p:nvGrpSpPr>
      <p:grpSpPr>
        <a:xfrm>
          <a:off x="0" y="0"/>
          <a:ext cx="0" cy="0"/>
          <a:chOff x="0" y="0"/>
          <a:chExt cx="0" cy="0"/>
        </a:xfrm>
      </p:grpSpPr>
      <p:sp>
        <p:nvSpPr>
          <p:cNvPr id="524" name="Google Shape;524;p77"/>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5" name="Google Shape;525;p77"/>
          <p:cNvSpPr txBox="1"/>
          <p:nvPr>
            <p:ph idx="1" type="body"/>
          </p:nvPr>
        </p:nvSpPr>
        <p:spPr>
          <a:xfrm>
            <a:off x="457200" y="2249424"/>
            <a:ext cx="4038600" cy="4525963"/>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300"/>
              </a:spcBef>
              <a:spcAft>
                <a:spcPts val="0"/>
              </a:spcAft>
              <a:buSzPts val="1900"/>
              <a:buChar char="▫"/>
              <a:defRPr sz="1900"/>
            </a:lvl2pPr>
            <a:lvl3pPr indent="-342900" lvl="2" marL="1371600" algn="l">
              <a:spcBef>
                <a:spcPts val="300"/>
              </a:spcBef>
              <a:spcAft>
                <a:spcPts val="0"/>
              </a:spcAft>
              <a:buSzPts val="1800"/>
              <a:buChar char="●"/>
              <a:defRPr sz="1800"/>
            </a:lvl3pPr>
            <a:lvl4pPr indent="-342900" lvl="3" marL="1828800" algn="l">
              <a:spcBef>
                <a:spcPts val="300"/>
              </a:spcBef>
              <a:spcAft>
                <a:spcPts val="0"/>
              </a:spcAft>
              <a:buSzPts val="1800"/>
              <a:buChar char="●"/>
              <a:defRPr sz="1800"/>
            </a:lvl4pPr>
            <a:lvl5pPr indent="-342900" lvl="4" marL="2286000" algn="l">
              <a:spcBef>
                <a:spcPts val="300"/>
              </a:spcBef>
              <a:spcAft>
                <a:spcPts val="0"/>
              </a:spcAft>
              <a:buSzPts val="1800"/>
              <a:buChar char="▫"/>
              <a:defRPr sz="18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26" name="Google Shape;526;p77"/>
          <p:cNvSpPr txBox="1"/>
          <p:nvPr>
            <p:ph idx="2" type="body"/>
          </p:nvPr>
        </p:nvSpPr>
        <p:spPr>
          <a:xfrm>
            <a:off x="4648200" y="2249424"/>
            <a:ext cx="4038600" cy="4525963"/>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300"/>
              </a:spcBef>
              <a:spcAft>
                <a:spcPts val="0"/>
              </a:spcAft>
              <a:buSzPts val="1900"/>
              <a:buChar char="▫"/>
              <a:defRPr sz="1900"/>
            </a:lvl2pPr>
            <a:lvl3pPr indent="-342900" lvl="2" marL="1371600" algn="l">
              <a:spcBef>
                <a:spcPts val="300"/>
              </a:spcBef>
              <a:spcAft>
                <a:spcPts val="0"/>
              </a:spcAft>
              <a:buSzPts val="1800"/>
              <a:buChar char="●"/>
              <a:defRPr sz="1800"/>
            </a:lvl3pPr>
            <a:lvl4pPr indent="-342900" lvl="3" marL="1828800" algn="l">
              <a:spcBef>
                <a:spcPts val="300"/>
              </a:spcBef>
              <a:spcAft>
                <a:spcPts val="0"/>
              </a:spcAft>
              <a:buSzPts val="1800"/>
              <a:buChar char="●"/>
              <a:defRPr sz="1800"/>
            </a:lvl4pPr>
            <a:lvl5pPr indent="-342900" lvl="4" marL="2286000" algn="l">
              <a:spcBef>
                <a:spcPts val="300"/>
              </a:spcBef>
              <a:spcAft>
                <a:spcPts val="0"/>
              </a:spcAft>
              <a:buSzPts val="1800"/>
              <a:buChar char="▫"/>
              <a:defRPr sz="18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27" name="Google Shape;527;p77"/>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8" name="Google Shape;528;p77"/>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9" name="Google Shape;529;p77"/>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vsnittsrubrik" type="secHead">
  <p:cSld name="SECTION_HEADER">
    <p:spTree>
      <p:nvGrpSpPr>
        <p:cNvPr id="530" name="Shape 530"/>
        <p:cNvGrpSpPr/>
        <p:nvPr/>
      </p:nvGrpSpPr>
      <p:grpSpPr>
        <a:xfrm>
          <a:off x="0" y="0"/>
          <a:ext cx="0" cy="0"/>
          <a:chOff x="0" y="0"/>
          <a:chExt cx="0" cy="0"/>
        </a:xfrm>
      </p:grpSpPr>
      <p:sp>
        <p:nvSpPr>
          <p:cNvPr id="531" name="Google Shape;531;p78"/>
          <p:cNvSpPr txBox="1"/>
          <p:nvPr>
            <p:ph type="title"/>
          </p:nvPr>
        </p:nvSpPr>
        <p:spPr>
          <a:xfrm>
            <a:off x="722313" y="1981200"/>
            <a:ext cx="7772400" cy="13620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FFFFFF"/>
              </a:buClr>
              <a:buSzPts val="4300"/>
              <a:buFont typeface="Trebuchet MS"/>
              <a:buNone/>
              <a:defRPr b="1" sz="4300"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2" name="Google Shape;532;p78"/>
          <p:cNvSpPr txBox="1"/>
          <p:nvPr>
            <p:ph idx="1" type="body"/>
          </p:nvPr>
        </p:nvSpPr>
        <p:spPr>
          <a:xfrm>
            <a:off x="722313" y="3367088"/>
            <a:ext cx="7772400" cy="1509712"/>
          </a:xfrm>
          <a:prstGeom prst="rect">
            <a:avLst/>
          </a:prstGeom>
          <a:noFill/>
          <a:ln>
            <a:noFill/>
          </a:ln>
        </p:spPr>
        <p:txBody>
          <a:bodyPr anchorCtr="0" anchor="t" bIns="45700" lIns="91425" spcFirstLastPara="1" rIns="91425" wrap="square" tIns="45700">
            <a:noAutofit/>
          </a:bodyPr>
          <a:lstStyle>
            <a:lvl1pPr indent="-228600" lvl="0" marL="457200" algn="l">
              <a:spcBef>
                <a:spcPts val="300"/>
              </a:spcBef>
              <a:spcAft>
                <a:spcPts val="0"/>
              </a:spcAft>
              <a:buSzPts val="2100"/>
              <a:buNone/>
              <a:defRPr b="0" sz="2100">
                <a:solidFill>
                  <a:schemeClr val="dk2"/>
                </a:solidFill>
              </a:defRPr>
            </a:lvl1pPr>
            <a:lvl2pPr indent="-228600" lvl="1" marL="914400" algn="l">
              <a:spcBef>
                <a:spcPts val="300"/>
              </a:spcBef>
              <a:spcAft>
                <a:spcPts val="0"/>
              </a:spcAft>
              <a:buSzPts val="1800"/>
              <a:buNone/>
              <a:defRPr sz="1800">
                <a:solidFill>
                  <a:srgbClr val="888888"/>
                </a:solidFill>
              </a:defRPr>
            </a:lvl2pPr>
            <a:lvl3pPr indent="-228600" lvl="2" marL="1371600" algn="l">
              <a:spcBef>
                <a:spcPts val="300"/>
              </a:spcBef>
              <a:spcAft>
                <a:spcPts val="0"/>
              </a:spcAft>
              <a:buSzPts val="1600"/>
              <a:buNone/>
              <a:defRPr sz="1600">
                <a:solidFill>
                  <a:srgbClr val="888888"/>
                </a:solidFill>
              </a:defRPr>
            </a:lvl3pPr>
            <a:lvl4pPr indent="-228600" lvl="3" marL="1828800" algn="l">
              <a:spcBef>
                <a:spcPts val="300"/>
              </a:spcBef>
              <a:spcAft>
                <a:spcPts val="0"/>
              </a:spcAft>
              <a:buSzPts val="1400"/>
              <a:buNone/>
              <a:defRPr sz="1400">
                <a:solidFill>
                  <a:srgbClr val="888888"/>
                </a:solidFill>
              </a:defRPr>
            </a:lvl4pPr>
            <a:lvl5pPr indent="-228600" lvl="4" marL="2286000" algn="l">
              <a:spcBef>
                <a:spcPts val="300"/>
              </a:spcBef>
              <a:spcAft>
                <a:spcPts val="0"/>
              </a:spcAft>
              <a:buSzPts val="1400"/>
              <a:buNone/>
              <a:defRPr sz="1400">
                <a:solidFill>
                  <a:srgbClr val="888888"/>
                </a:solidFill>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33" name="Google Shape;533;p78"/>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4" name="Google Shape;534;p78"/>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5" name="Google Shape;535;p78"/>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536" name="Shape 536"/>
        <p:cNvGrpSpPr/>
        <p:nvPr/>
      </p:nvGrpSpPr>
      <p:grpSpPr>
        <a:xfrm>
          <a:off x="0" y="0"/>
          <a:ext cx="0" cy="0"/>
          <a:chOff x="0" y="0"/>
          <a:chExt cx="0" cy="0"/>
        </a:xfrm>
      </p:grpSpPr>
      <p:sp>
        <p:nvSpPr>
          <p:cNvPr id="537" name="Google Shape;537;p79"/>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8" name="Google Shape;538;p79"/>
          <p:cNvSpPr txBox="1"/>
          <p:nvPr>
            <p:ph idx="1" type="body"/>
          </p:nvPr>
        </p:nvSpPr>
        <p:spPr>
          <a:xfrm>
            <a:off x="457200" y="2249487"/>
            <a:ext cx="8229600" cy="432435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539" name="Google Shape;539;p79"/>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0" name="Google Shape;540;p79"/>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1" name="Google Shape;541;p79"/>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561" name="Shape 561"/>
        <p:cNvGrpSpPr/>
        <p:nvPr/>
      </p:nvGrpSpPr>
      <p:grpSpPr>
        <a:xfrm>
          <a:off x="0" y="0"/>
          <a:ext cx="0" cy="0"/>
          <a:chOff x="0" y="0"/>
          <a:chExt cx="0" cy="0"/>
        </a:xfrm>
      </p:grpSpPr>
      <p:sp>
        <p:nvSpPr>
          <p:cNvPr id="562" name="Google Shape;562;p81"/>
          <p:cNvSpPr txBox="1"/>
          <p:nvPr>
            <p:ph type="title"/>
          </p:nvPr>
        </p:nvSpPr>
        <p:spPr>
          <a:xfrm>
            <a:off x="457200" y="1143000"/>
            <a:ext cx="8229600" cy="10698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4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3" name="Google Shape;563;p81"/>
          <p:cNvSpPr txBox="1"/>
          <p:nvPr>
            <p:ph idx="10" type="dt"/>
          </p:nvPr>
        </p:nvSpPr>
        <p:spPr>
          <a:xfrm>
            <a:off x="6583362"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4" name="Google Shape;564;p81"/>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5" name="Google Shape;565;p81"/>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577" name="Shape 577"/>
        <p:cNvGrpSpPr/>
        <p:nvPr/>
      </p:nvGrpSpPr>
      <p:grpSpPr>
        <a:xfrm>
          <a:off x="0" y="0"/>
          <a:ext cx="0" cy="0"/>
          <a:chOff x="0" y="0"/>
          <a:chExt cx="0" cy="0"/>
        </a:xfrm>
      </p:grpSpPr>
      <p:sp>
        <p:nvSpPr>
          <p:cNvPr id="578" name="Google Shape;578;p83"/>
          <p:cNvSpPr txBox="1"/>
          <p:nvPr>
            <p:ph type="title"/>
          </p:nvPr>
        </p:nvSpPr>
        <p:spPr>
          <a:xfrm>
            <a:off x="685800" y="768350"/>
            <a:ext cx="77724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9" name="Google Shape;579;p83"/>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0" name="Google Shape;580;p83"/>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520"/>
              </a:spcBef>
              <a:spcAft>
                <a:spcPts val="0"/>
              </a:spcAft>
              <a:buClr>
                <a:srgbClr val="E7BC2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rgbClr val="E7BC2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rgbClr val="D092A7"/>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581" name="Google Shape;581;p8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2" name="Google Shape;582;p8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3" name="Google Shape;583;p8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584" name="Shape 584"/>
        <p:cNvGrpSpPr/>
        <p:nvPr/>
      </p:nvGrpSpPr>
      <p:grpSpPr>
        <a:xfrm>
          <a:off x="0" y="0"/>
          <a:ext cx="0" cy="0"/>
          <a:chOff x="0" y="0"/>
          <a:chExt cx="0" cy="0"/>
        </a:xfrm>
      </p:grpSpPr>
      <p:sp>
        <p:nvSpPr>
          <p:cNvPr id="585" name="Google Shape;585;p84"/>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6" name="Google Shape;586;p84"/>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7" name="Google Shape;587;p8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8" name="Google Shape;588;p8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9" name="Google Shape;589;p8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590" name="Shape 590"/>
        <p:cNvGrpSpPr/>
        <p:nvPr/>
      </p:nvGrpSpPr>
      <p:grpSpPr>
        <a:xfrm>
          <a:off x="0" y="0"/>
          <a:ext cx="0" cy="0"/>
          <a:chOff x="0" y="0"/>
          <a:chExt cx="0" cy="0"/>
        </a:xfrm>
      </p:grpSpPr>
      <p:sp>
        <p:nvSpPr>
          <p:cNvPr id="591" name="Google Shape;591;p85"/>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2" name="Google Shape;592;p85"/>
          <p:cNvSpPr txBox="1"/>
          <p:nvPr>
            <p:ph idx="1" type="body"/>
          </p:nvPr>
        </p:nvSpPr>
        <p:spPr>
          <a:xfrm rot="5400000">
            <a:off x="2377281" y="15080"/>
            <a:ext cx="4389437" cy="82296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3" name="Google Shape;593;p8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4" name="Google Shape;594;p8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5" name="Google Shape;595;p8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596" name="Shape 596"/>
        <p:cNvGrpSpPr/>
        <p:nvPr/>
      </p:nvGrpSpPr>
      <p:grpSpPr>
        <a:xfrm>
          <a:off x="0" y="0"/>
          <a:ext cx="0" cy="0"/>
          <a:chOff x="0" y="0"/>
          <a:chExt cx="0" cy="0"/>
        </a:xfrm>
      </p:grpSpPr>
      <p:sp>
        <p:nvSpPr>
          <p:cNvPr id="597" name="Google Shape;597;p86"/>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8" name="Google Shape;598;p86"/>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9" name="Google Shape;599;p86"/>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00" name="Google Shape;600;p8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1" name="Google Shape;601;p8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2" name="Google Shape;602;p8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603" name="Shape 603"/>
        <p:cNvGrpSpPr/>
        <p:nvPr/>
      </p:nvGrpSpPr>
      <p:grpSpPr>
        <a:xfrm>
          <a:off x="0" y="0"/>
          <a:ext cx="0" cy="0"/>
          <a:chOff x="0" y="0"/>
          <a:chExt cx="0" cy="0"/>
        </a:xfrm>
      </p:grpSpPr>
      <p:sp>
        <p:nvSpPr>
          <p:cNvPr id="604" name="Google Shape;604;p8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5" name="Google Shape;605;p8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6" name="Google Shape;606;p8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607" name="Shape 607"/>
        <p:cNvGrpSpPr/>
        <p:nvPr/>
      </p:nvGrpSpPr>
      <p:grpSpPr>
        <a:xfrm>
          <a:off x="0" y="0"/>
          <a:ext cx="0" cy="0"/>
          <a:chOff x="0" y="0"/>
          <a:chExt cx="0" cy="0"/>
        </a:xfrm>
      </p:grpSpPr>
      <p:sp>
        <p:nvSpPr>
          <p:cNvPr id="608" name="Google Shape;608;p88"/>
          <p:cNvSpPr txBox="1"/>
          <p:nvPr>
            <p:ph type="title"/>
          </p:nvPr>
        </p:nvSpPr>
        <p:spPr>
          <a:xfrm>
            <a:off x="457200" y="704088"/>
            <a:ext cx="83058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9" name="Google Shape;609;p8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0" name="Google Shape;610;p8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1" name="Google Shape;611;p8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612" name="Shape 612"/>
        <p:cNvGrpSpPr/>
        <p:nvPr/>
      </p:nvGrpSpPr>
      <p:grpSpPr>
        <a:xfrm>
          <a:off x="0" y="0"/>
          <a:ext cx="0" cy="0"/>
          <a:chOff x="0" y="0"/>
          <a:chExt cx="0" cy="0"/>
        </a:xfrm>
      </p:grpSpPr>
      <p:sp>
        <p:nvSpPr>
          <p:cNvPr id="613" name="Google Shape;613;p89"/>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4" name="Google Shape;614;p89"/>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15" name="Google Shape;615;p89"/>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16" name="Google Shape;616;p89"/>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40" lvl="3" marL="1828800" algn="l">
              <a:spcBef>
                <a:spcPts val="320"/>
              </a:spcBef>
              <a:spcAft>
                <a:spcPts val="0"/>
              </a:spcAft>
              <a:buSzPts val="1040"/>
              <a:buChar char="⚫"/>
              <a:defRPr sz="1600"/>
            </a:lvl4pPr>
            <a:lvl5pPr indent="-294640" lvl="4" marL="2286000" algn="l">
              <a:spcBef>
                <a:spcPts val="320"/>
              </a:spcBef>
              <a:spcAft>
                <a:spcPts val="0"/>
              </a:spcAft>
              <a:buSzPts val="1040"/>
              <a:buChar char="⚫"/>
              <a:defRPr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17" name="Google Shape;617;p89"/>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40" lvl="3" marL="1828800" algn="l">
              <a:spcBef>
                <a:spcPts val="320"/>
              </a:spcBef>
              <a:spcAft>
                <a:spcPts val="0"/>
              </a:spcAft>
              <a:buSzPts val="1040"/>
              <a:buChar char="⚫"/>
              <a:defRPr sz="1600"/>
            </a:lvl4pPr>
            <a:lvl5pPr indent="-294640" lvl="4" marL="2286000" algn="l">
              <a:spcBef>
                <a:spcPts val="320"/>
              </a:spcBef>
              <a:spcAft>
                <a:spcPts val="0"/>
              </a:spcAft>
              <a:buSzPts val="1040"/>
              <a:buChar char="⚫"/>
              <a:defRPr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18" name="Google Shape;618;p8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9" name="Google Shape;619;p8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0" name="Google Shape;620;p8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621" name="Shape 621"/>
        <p:cNvGrpSpPr/>
        <p:nvPr/>
      </p:nvGrpSpPr>
      <p:grpSpPr>
        <a:xfrm>
          <a:off x="0" y="0"/>
          <a:ext cx="0" cy="0"/>
          <a:chOff x="0" y="0"/>
          <a:chExt cx="0" cy="0"/>
        </a:xfrm>
      </p:grpSpPr>
      <p:sp>
        <p:nvSpPr>
          <p:cNvPr id="622" name="Google Shape;622;p90"/>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3" name="Google Shape;623;p90"/>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5"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24" name="Google Shape;624;p90"/>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5"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25" name="Google Shape;625;p9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6" name="Google Shape;626;p9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7" name="Google Shape;627;p9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628" name="Shape 628"/>
        <p:cNvGrpSpPr/>
        <p:nvPr/>
      </p:nvGrpSpPr>
      <p:grpSpPr>
        <a:xfrm>
          <a:off x="0" y="0"/>
          <a:ext cx="0" cy="0"/>
          <a:chOff x="0" y="0"/>
          <a:chExt cx="0" cy="0"/>
        </a:xfrm>
      </p:grpSpPr>
      <p:sp>
        <p:nvSpPr>
          <p:cNvPr id="629" name="Google Shape;629;p9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0" name="Google Shape;630;p91"/>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31" name="Google Shape;631;p9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2" name="Google Shape;632;p9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3" name="Google Shape;633;p9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653" name="Shape 653"/>
        <p:cNvGrpSpPr/>
        <p:nvPr/>
      </p:nvGrpSpPr>
      <p:grpSpPr>
        <a:xfrm>
          <a:off x="0" y="0"/>
          <a:ext cx="0" cy="0"/>
          <a:chOff x="0" y="0"/>
          <a:chExt cx="0" cy="0"/>
        </a:xfrm>
      </p:grpSpPr>
      <p:sp>
        <p:nvSpPr>
          <p:cNvPr id="654" name="Google Shape;654;p93"/>
          <p:cNvSpPr txBox="1"/>
          <p:nvPr>
            <p:ph type="title"/>
          </p:nvPr>
        </p:nvSpPr>
        <p:spPr>
          <a:xfrm>
            <a:off x="381000" y="1143000"/>
            <a:ext cx="8382000" cy="10698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5" name="Google Shape;655;p93"/>
          <p:cNvSpPr txBox="1"/>
          <p:nvPr>
            <p:ph idx="1" type="body"/>
          </p:nvPr>
        </p:nvSpPr>
        <p:spPr>
          <a:xfrm>
            <a:off x="381000" y="2244970"/>
            <a:ext cx="4041648" cy="457200"/>
          </a:xfrm>
          <a:prstGeom prst="rect">
            <a:avLst/>
          </a:prstGeom>
          <a:solidFill>
            <a:srgbClr val="FFE000">
              <a:alpha val="24706"/>
            </a:srgbClr>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l">
              <a:spcBef>
                <a:spcPts val="300"/>
              </a:spcBef>
              <a:spcAft>
                <a:spcPts val="0"/>
              </a:spcAft>
              <a:buSzPts val="1900"/>
              <a:buNone/>
              <a:defRPr b="1" sz="1900">
                <a:solidFill>
                  <a:srgbClr val="414141"/>
                </a:solidFill>
              </a:defRPr>
            </a:lvl1pPr>
            <a:lvl2pPr indent="-228600" lvl="1" marL="914400" algn="l">
              <a:spcBef>
                <a:spcPts val="300"/>
              </a:spcBef>
              <a:spcAft>
                <a:spcPts val="0"/>
              </a:spcAft>
              <a:buSzPts val="2000"/>
              <a:buNone/>
              <a:defRPr b="1" sz="2000"/>
            </a:lvl2pPr>
            <a:lvl3pPr indent="-228600" lvl="2" marL="1371600" algn="l">
              <a:spcBef>
                <a:spcPts val="300"/>
              </a:spcBef>
              <a:spcAft>
                <a:spcPts val="0"/>
              </a:spcAft>
              <a:buSzPts val="1800"/>
              <a:buNone/>
              <a:defRPr b="1" sz="1800"/>
            </a:lvl3pPr>
            <a:lvl4pPr indent="-228600" lvl="3" marL="1828800" algn="l">
              <a:spcBef>
                <a:spcPts val="300"/>
              </a:spcBef>
              <a:spcAft>
                <a:spcPts val="0"/>
              </a:spcAft>
              <a:buSzPts val="1600"/>
              <a:buNone/>
              <a:defRPr b="1" sz="1600"/>
            </a:lvl4pPr>
            <a:lvl5pPr indent="-228600" lvl="4" marL="2286000" algn="l">
              <a:spcBef>
                <a:spcPts val="300"/>
              </a:spcBef>
              <a:spcAft>
                <a:spcPts val="0"/>
              </a:spcAft>
              <a:buSzPts val="1600"/>
              <a:buNone/>
              <a:defRPr b="1" sz="16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656" name="Google Shape;656;p93"/>
          <p:cNvSpPr txBox="1"/>
          <p:nvPr>
            <p:ph idx="2" type="body"/>
          </p:nvPr>
        </p:nvSpPr>
        <p:spPr>
          <a:xfrm>
            <a:off x="4721225" y="2244970"/>
            <a:ext cx="4041775" cy="457200"/>
          </a:xfrm>
          <a:prstGeom prst="rect">
            <a:avLst/>
          </a:prstGeom>
          <a:solidFill>
            <a:srgbClr val="FFE000">
              <a:alpha val="24706"/>
            </a:srgbClr>
          </a:solid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l">
              <a:spcBef>
                <a:spcPts val="300"/>
              </a:spcBef>
              <a:spcAft>
                <a:spcPts val="0"/>
              </a:spcAft>
              <a:buSzPts val="1900"/>
              <a:buNone/>
              <a:defRPr b="1" sz="1900">
                <a:solidFill>
                  <a:srgbClr val="414141"/>
                </a:solidFill>
              </a:defRPr>
            </a:lvl1pPr>
            <a:lvl2pPr indent="-228600" lvl="1" marL="914400" algn="l">
              <a:spcBef>
                <a:spcPts val="300"/>
              </a:spcBef>
              <a:spcAft>
                <a:spcPts val="0"/>
              </a:spcAft>
              <a:buSzPts val="2000"/>
              <a:buNone/>
              <a:defRPr b="1" sz="2000"/>
            </a:lvl2pPr>
            <a:lvl3pPr indent="-228600" lvl="2" marL="1371600" algn="l">
              <a:spcBef>
                <a:spcPts val="300"/>
              </a:spcBef>
              <a:spcAft>
                <a:spcPts val="0"/>
              </a:spcAft>
              <a:buSzPts val="1800"/>
              <a:buNone/>
              <a:defRPr b="1" sz="1800"/>
            </a:lvl3pPr>
            <a:lvl4pPr indent="-228600" lvl="3" marL="1828800" algn="l">
              <a:spcBef>
                <a:spcPts val="300"/>
              </a:spcBef>
              <a:spcAft>
                <a:spcPts val="0"/>
              </a:spcAft>
              <a:buSzPts val="1600"/>
              <a:buNone/>
              <a:defRPr b="1" sz="1600"/>
            </a:lvl4pPr>
            <a:lvl5pPr indent="-228600" lvl="4" marL="2286000" algn="l">
              <a:spcBef>
                <a:spcPts val="300"/>
              </a:spcBef>
              <a:spcAft>
                <a:spcPts val="0"/>
              </a:spcAft>
              <a:buSzPts val="1600"/>
              <a:buNone/>
              <a:defRPr b="1" sz="16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657" name="Google Shape;657;p93"/>
          <p:cNvSpPr txBox="1"/>
          <p:nvPr>
            <p:ph idx="3" type="body"/>
          </p:nvPr>
        </p:nvSpPr>
        <p:spPr>
          <a:xfrm>
            <a:off x="381000" y="2708519"/>
            <a:ext cx="4041648" cy="3886200"/>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55600" lvl="1" marL="914400" algn="l">
              <a:spcBef>
                <a:spcPts val="300"/>
              </a:spcBef>
              <a:spcAft>
                <a:spcPts val="0"/>
              </a:spcAft>
              <a:buSzPts val="2000"/>
              <a:buChar char="▫"/>
              <a:defRPr sz="2000"/>
            </a:lvl2pPr>
            <a:lvl3pPr indent="-342900" lvl="2" marL="1371600" algn="l">
              <a:spcBef>
                <a:spcPts val="300"/>
              </a:spcBef>
              <a:spcAft>
                <a:spcPts val="0"/>
              </a:spcAft>
              <a:buSzPts val="1800"/>
              <a:buChar char="●"/>
              <a:defRPr sz="1800"/>
            </a:lvl3pPr>
            <a:lvl4pPr indent="-330200" lvl="3" marL="1828800" algn="l">
              <a:spcBef>
                <a:spcPts val="300"/>
              </a:spcBef>
              <a:spcAft>
                <a:spcPts val="0"/>
              </a:spcAft>
              <a:buSzPts val="1600"/>
              <a:buChar char="●"/>
              <a:defRPr sz="1600"/>
            </a:lvl4pPr>
            <a:lvl5pPr indent="-330200" lvl="4" marL="2286000" algn="l">
              <a:spcBef>
                <a:spcPts val="300"/>
              </a:spcBef>
              <a:spcAft>
                <a:spcPts val="0"/>
              </a:spcAft>
              <a:buSzPts val="1600"/>
              <a:buChar char="▫"/>
              <a:defRPr sz="16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658" name="Google Shape;658;p93"/>
          <p:cNvSpPr txBox="1"/>
          <p:nvPr>
            <p:ph idx="4" type="body"/>
          </p:nvPr>
        </p:nvSpPr>
        <p:spPr>
          <a:xfrm>
            <a:off x="4718304" y="2708519"/>
            <a:ext cx="4041775" cy="3886200"/>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55600" lvl="1" marL="914400" algn="l">
              <a:spcBef>
                <a:spcPts val="300"/>
              </a:spcBef>
              <a:spcAft>
                <a:spcPts val="0"/>
              </a:spcAft>
              <a:buSzPts val="2000"/>
              <a:buChar char="▫"/>
              <a:defRPr sz="2000"/>
            </a:lvl2pPr>
            <a:lvl3pPr indent="-342900" lvl="2" marL="1371600" algn="l">
              <a:spcBef>
                <a:spcPts val="300"/>
              </a:spcBef>
              <a:spcAft>
                <a:spcPts val="0"/>
              </a:spcAft>
              <a:buSzPts val="1800"/>
              <a:buChar char="●"/>
              <a:defRPr sz="1800"/>
            </a:lvl3pPr>
            <a:lvl4pPr indent="-330200" lvl="3" marL="1828800" algn="l">
              <a:spcBef>
                <a:spcPts val="300"/>
              </a:spcBef>
              <a:spcAft>
                <a:spcPts val="0"/>
              </a:spcAft>
              <a:buSzPts val="1600"/>
              <a:buChar char="●"/>
              <a:defRPr sz="1600"/>
            </a:lvl4pPr>
            <a:lvl5pPr indent="-330200" lvl="4" marL="2286000" algn="l">
              <a:spcBef>
                <a:spcPts val="300"/>
              </a:spcBef>
              <a:spcAft>
                <a:spcPts val="0"/>
              </a:spcAft>
              <a:buSzPts val="1600"/>
              <a:buChar char="▫"/>
              <a:defRPr sz="16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659" name="Google Shape;659;p93"/>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0" name="Google Shape;660;p93"/>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
        <p:nvSpPr>
          <p:cNvPr id="661" name="Google Shape;661;p93"/>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681" name="Shape 681"/>
        <p:cNvGrpSpPr/>
        <p:nvPr/>
      </p:nvGrpSpPr>
      <p:grpSpPr>
        <a:xfrm>
          <a:off x="0" y="0"/>
          <a:ext cx="0" cy="0"/>
          <a:chOff x="0" y="0"/>
          <a:chExt cx="0" cy="0"/>
        </a:xfrm>
      </p:grpSpPr>
      <p:sp>
        <p:nvSpPr>
          <p:cNvPr id="682" name="Google Shape;682;p95"/>
          <p:cNvSpPr txBox="1"/>
          <p:nvPr>
            <p:ph type="title"/>
          </p:nvPr>
        </p:nvSpPr>
        <p:spPr>
          <a:xfrm>
            <a:off x="457200" y="1143000"/>
            <a:ext cx="8229600" cy="106984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4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3" name="Google Shape;683;p95"/>
          <p:cNvSpPr txBox="1"/>
          <p:nvPr>
            <p:ph idx="10" type="dt"/>
          </p:nvPr>
        </p:nvSpPr>
        <p:spPr>
          <a:xfrm>
            <a:off x="6583362"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4" name="Google Shape;684;p95"/>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5" name="Google Shape;685;p95"/>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692" name="Shape 692"/>
        <p:cNvGrpSpPr/>
        <p:nvPr/>
      </p:nvGrpSpPr>
      <p:grpSpPr>
        <a:xfrm>
          <a:off x="0" y="0"/>
          <a:ext cx="0" cy="0"/>
          <a:chOff x="0" y="0"/>
          <a:chExt cx="0" cy="0"/>
        </a:xfrm>
      </p:grpSpPr>
      <p:sp>
        <p:nvSpPr>
          <p:cNvPr id="693" name="Google Shape;693;p9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4" name="Google Shape;694;p97"/>
          <p:cNvSpPr txBox="1"/>
          <p:nvPr>
            <p:ph idx="1" type="body"/>
          </p:nvPr>
        </p:nvSpPr>
        <p:spPr>
          <a:xfrm>
            <a:off x="457200" y="1600200"/>
            <a:ext cx="8229600" cy="4708525"/>
          </a:xfrm>
          <a:prstGeom prst="rect">
            <a:avLst/>
          </a:prstGeom>
          <a:noFill/>
          <a:ln>
            <a:noFill/>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320040" lvl="1" marL="914400" algn="l">
              <a:spcBef>
                <a:spcPts val="360"/>
              </a:spcBef>
              <a:spcAft>
                <a:spcPts val="0"/>
              </a:spcAft>
              <a:buSzPts val="1440"/>
              <a:buChar char="◼"/>
              <a:defRPr/>
            </a:lvl2pPr>
            <a:lvl3pPr indent="-337185" lvl="2" marL="1371600" algn="l">
              <a:spcBef>
                <a:spcPts val="360"/>
              </a:spcBef>
              <a:spcAft>
                <a:spcPts val="0"/>
              </a:spcAft>
              <a:buSzPts val="171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95" name="Google Shape;695;p97"/>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6" name="Google Shape;696;p97"/>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7" name="Google Shape;697;p97"/>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698" name="Shape 698"/>
        <p:cNvGrpSpPr/>
        <p:nvPr/>
      </p:nvGrpSpPr>
      <p:grpSpPr>
        <a:xfrm>
          <a:off x="0" y="0"/>
          <a:ext cx="0" cy="0"/>
          <a:chOff x="0" y="0"/>
          <a:chExt cx="0" cy="0"/>
        </a:xfrm>
      </p:grpSpPr>
      <p:sp>
        <p:nvSpPr>
          <p:cNvPr id="699" name="Google Shape;699;p9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0" name="Google Shape;700;p9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35915" lvl="0" marL="457200" algn="l">
              <a:spcBef>
                <a:spcPts val="520"/>
              </a:spcBef>
              <a:spcAft>
                <a:spcPts val="0"/>
              </a:spcAft>
              <a:buSzPts val="1690"/>
              <a:buChar char="▣"/>
              <a:defRPr sz="2600"/>
            </a:lvl1pPr>
            <a:lvl2pPr indent="-350520" lvl="1" marL="914400" algn="l">
              <a:spcBef>
                <a:spcPts val="480"/>
              </a:spcBef>
              <a:spcAft>
                <a:spcPts val="0"/>
              </a:spcAft>
              <a:buSzPts val="1920"/>
              <a:buChar char="◼"/>
              <a:defRPr sz="2400"/>
            </a:lvl2pPr>
            <a:lvl3pPr indent="-349250" lvl="2" marL="1371600" algn="l">
              <a:spcBef>
                <a:spcPts val="400"/>
              </a:spcBef>
              <a:spcAft>
                <a:spcPts val="0"/>
              </a:spcAft>
              <a:buSzPts val="19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01" name="Google Shape;701;p9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35915" lvl="0" marL="457200" algn="l">
              <a:spcBef>
                <a:spcPts val="520"/>
              </a:spcBef>
              <a:spcAft>
                <a:spcPts val="0"/>
              </a:spcAft>
              <a:buSzPts val="1690"/>
              <a:buChar char="▣"/>
              <a:defRPr sz="2600"/>
            </a:lvl1pPr>
            <a:lvl2pPr indent="-350520" lvl="1" marL="914400" algn="l">
              <a:spcBef>
                <a:spcPts val="480"/>
              </a:spcBef>
              <a:spcAft>
                <a:spcPts val="0"/>
              </a:spcAft>
              <a:buSzPts val="1920"/>
              <a:buChar char="◼"/>
              <a:defRPr sz="2400"/>
            </a:lvl2pPr>
            <a:lvl3pPr indent="-349250" lvl="2" marL="1371600" algn="l">
              <a:spcBef>
                <a:spcPts val="400"/>
              </a:spcBef>
              <a:spcAft>
                <a:spcPts val="0"/>
              </a:spcAft>
              <a:buSzPts val="19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02" name="Google Shape;702;p98"/>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3" name="Google Shape;703;p98"/>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4" name="Google Shape;704;p98"/>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705" name="Shape 705"/>
        <p:cNvGrpSpPr/>
        <p:nvPr/>
      </p:nvGrpSpPr>
      <p:grpSpPr>
        <a:xfrm>
          <a:off x="0" y="0"/>
          <a:ext cx="0" cy="0"/>
          <a:chOff x="0" y="0"/>
          <a:chExt cx="0" cy="0"/>
        </a:xfrm>
      </p:grpSpPr>
      <p:sp>
        <p:nvSpPr>
          <p:cNvPr id="706" name="Google Shape;706;p99"/>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07" name="Google Shape;707;p99"/>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320040" lvl="1" marL="914400" algn="l">
              <a:spcBef>
                <a:spcPts val="360"/>
              </a:spcBef>
              <a:spcAft>
                <a:spcPts val="0"/>
              </a:spcAft>
              <a:buSzPts val="1440"/>
              <a:buChar char="◼"/>
              <a:defRPr/>
            </a:lvl2pPr>
            <a:lvl3pPr indent="-337185" lvl="2" marL="1371600" algn="l">
              <a:spcBef>
                <a:spcPts val="360"/>
              </a:spcBef>
              <a:spcAft>
                <a:spcPts val="0"/>
              </a:spcAft>
              <a:buSzPts val="171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08" name="Google Shape;708;p99"/>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9" name="Google Shape;709;p99"/>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0" name="Google Shape;710;p99"/>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711" name="Shape 711"/>
        <p:cNvGrpSpPr/>
        <p:nvPr/>
      </p:nvGrpSpPr>
      <p:grpSpPr>
        <a:xfrm>
          <a:off x="0" y="0"/>
          <a:ext cx="0" cy="0"/>
          <a:chOff x="0" y="0"/>
          <a:chExt cx="0" cy="0"/>
        </a:xfrm>
      </p:grpSpPr>
      <p:sp>
        <p:nvSpPr>
          <p:cNvPr id="712" name="Google Shape;712;p10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3" name="Google Shape;713;p100"/>
          <p:cNvSpPr txBox="1"/>
          <p:nvPr>
            <p:ph idx="1" type="body"/>
          </p:nvPr>
        </p:nvSpPr>
        <p:spPr>
          <a:xfrm rot="5400000">
            <a:off x="2217737" y="-160338"/>
            <a:ext cx="4708525" cy="8229600"/>
          </a:xfrm>
          <a:prstGeom prst="rect">
            <a:avLst/>
          </a:prstGeom>
          <a:noFill/>
          <a:ln>
            <a:noFill/>
          </a:ln>
        </p:spPr>
        <p:txBody>
          <a:bodyPr anchorCtr="0" anchor="t" bIns="45700" lIns="91425" spcFirstLastPara="1" rIns="91425" wrap="square" tIns="45700">
            <a:noAutofit/>
          </a:bodyPr>
          <a:lstStyle>
            <a:lvl1pPr indent="-302895" lvl="0" marL="457200" algn="l">
              <a:spcBef>
                <a:spcPts val="360"/>
              </a:spcBef>
              <a:spcAft>
                <a:spcPts val="0"/>
              </a:spcAft>
              <a:buSzPts val="1170"/>
              <a:buChar char="▣"/>
              <a:defRPr/>
            </a:lvl1pPr>
            <a:lvl2pPr indent="-320040" lvl="1" marL="914400" algn="l">
              <a:spcBef>
                <a:spcPts val="360"/>
              </a:spcBef>
              <a:spcAft>
                <a:spcPts val="0"/>
              </a:spcAft>
              <a:buSzPts val="1440"/>
              <a:buChar char="◼"/>
              <a:defRPr/>
            </a:lvl2pPr>
            <a:lvl3pPr indent="-337185" lvl="2" marL="1371600" algn="l">
              <a:spcBef>
                <a:spcPts val="360"/>
              </a:spcBef>
              <a:spcAft>
                <a:spcPts val="0"/>
              </a:spcAft>
              <a:buSzPts val="171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14" name="Google Shape;714;p100"/>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5" name="Google Shape;715;p100"/>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6" name="Google Shape;716;p100"/>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ed bildtext" type="picTx">
  <p:cSld name="PICTURE_WITH_CAPTION_TEXT">
    <p:spTree>
      <p:nvGrpSpPr>
        <p:cNvPr id="717" name="Shape 717"/>
        <p:cNvGrpSpPr/>
        <p:nvPr/>
      </p:nvGrpSpPr>
      <p:grpSpPr>
        <a:xfrm>
          <a:off x="0" y="0"/>
          <a:ext cx="0" cy="0"/>
          <a:chOff x="0" y="0"/>
          <a:chExt cx="0" cy="0"/>
        </a:xfrm>
      </p:grpSpPr>
      <p:sp>
        <p:nvSpPr>
          <p:cNvPr id="718" name="Google Shape;718;p101"/>
          <p:cNvSpPr txBox="1"/>
          <p:nvPr>
            <p:ph type="title"/>
          </p:nvPr>
        </p:nvSpPr>
        <p:spPr>
          <a:xfrm>
            <a:off x="1828800" y="609600"/>
            <a:ext cx="5486400" cy="522288"/>
          </a:xfrm>
          <a:prstGeom prst="rect">
            <a:avLst/>
          </a:prstGeom>
          <a:noFill/>
          <a:ln>
            <a:noFill/>
          </a:ln>
        </p:spPr>
        <p:txBody>
          <a:bodyPr anchorCtr="0" anchor="b" bIns="0" lIns="45700" spcFirstLastPara="1" rIns="45700" wrap="square" tIns="45700">
            <a:noAutofit/>
          </a:bodyPr>
          <a:lstStyle>
            <a:lvl1pPr lvl="0" algn="ctr">
              <a:spcBef>
                <a:spcPts val="0"/>
              </a:spcBef>
              <a:spcAft>
                <a:spcPts val="0"/>
              </a:spcAft>
              <a:buClr>
                <a:srgbClr val="FF7373"/>
              </a:buClr>
              <a:buSzPts val="2000"/>
              <a:buFont typeface="Lucida Sans"/>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9" name="Google Shape;719;p101"/>
          <p:cNvSpPr/>
          <p:nvPr>
            <p:ph idx="2" type="pic"/>
          </p:nvPr>
        </p:nvSpPr>
        <p:spPr>
          <a:xfrm>
            <a:off x="1828800" y="1831975"/>
            <a:ext cx="5486400" cy="3962400"/>
          </a:xfrm>
          <a:prstGeom prst="rect">
            <a:avLst/>
          </a:prstGeom>
          <a:solidFill>
            <a:schemeClr val="dk2"/>
          </a:solidFill>
          <a:ln cap="sq" cmpd="sng" w="44450">
            <a:solidFill>
              <a:srgbClr val="FFFFFF"/>
            </a:solidFill>
            <a:prstDash val="solid"/>
            <a:miter lim="800000"/>
            <a:headEnd len="sm" w="sm" type="none"/>
            <a:tailEnd len="sm" w="sm" type="none"/>
          </a:ln>
          <a:effectLst>
            <a:outerShdw blurRad="190500" dir="2700000" dist="228600" sy="90000">
              <a:srgbClr val="000000">
                <a:alpha val="24706"/>
              </a:srgbClr>
            </a:outerShdw>
          </a:effectLst>
        </p:spPr>
        <p:txBody>
          <a:bodyPr anchorCtr="0" anchor="t" bIns="45700" lIns="91425" spcFirstLastPara="1" rIns="91425" wrap="square" tIns="45700">
            <a:noAutofit/>
          </a:bodyPr>
          <a:lstStyle>
            <a:lvl1pPr lvl="0" marR="0" rtl="0" algn="l">
              <a:spcBef>
                <a:spcPts val="640"/>
              </a:spcBef>
              <a:spcAft>
                <a:spcPts val="0"/>
              </a:spcAft>
              <a:buClr>
                <a:srgbClr val="F9F9F9"/>
              </a:buClr>
              <a:buSzPts val="2080"/>
              <a:buFont typeface="Noto Sans Symbols"/>
              <a:buNone/>
              <a:defRPr sz="3200">
                <a:solidFill>
                  <a:schemeClr val="lt1"/>
                </a:solidFill>
                <a:latin typeface="Book Antiqua"/>
                <a:ea typeface="Book Antiqua"/>
                <a:cs typeface="Book Antiqua"/>
                <a:sym typeface="Book Antiqua"/>
              </a:defRPr>
            </a:lvl1pPr>
            <a:lvl2pPr lvl="1" marR="0" rtl="0" algn="l">
              <a:spcBef>
                <a:spcPts val="480"/>
              </a:spcBef>
              <a:spcAft>
                <a:spcPts val="0"/>
              </a:spcAft>
              <a:buClr>
                <a:schemeClr val="lt1"/>
              </a:buClr>
              <a:buSzPts val="1920"/>
              <a:buFont typeface="Noto Sans Symbols"/>
              <a:buChar char="◼"/>
              <a:defRPr b="0" i="0" sz="2400" u="none" cap="none" strike="noStrike">
                <a:solidFill>
                  <a:schemeClr val="lt1"/>
                </a:solidFill>
                <a:latin typeface="Book Antiqua"/>
                <a:ea typeface="Book Antiqua"/>
                <a:cs typeface="Book Antiqua"/>
                <a:sym typeface="Book Antiqua"/>
              </a:defRPr>
            </a:lvl2pPr>
            <a:lvl3pPr lvl="2" marR="0" rtl="0" algn="l">
              <a:spcBef>
                <a:spcPts val="440"/>
              </a:spcBef>
              <a:spcAft>
                <a:spcPts val="0"/>
              </a:spcAft>
              <a:buClr>
                <a:schemeClr val="lt1"/>
              </a:buClr>
              <a:buSzPts val="2090"/>
              <a:buFont typeface="Noto Sans Symbols"/>
              <a:buChar char="🢭"/>
              <a:defRPr b="0" i="0" sz="2200" u="none" cap="none" strike="noStrike">
                <a:solidFill>
                  <a:schemeClr val="lt1"/>
                </a:solidFill>
                <a:latin typeface="Book Antiqua"/>
                <a:ea typeface="Book Antiqua"/>
                <a:cs typeface="Book Antiqua"/>
                <a:sym typeface="Book Antiqua"/>
              </a:defRPr>
            </a:lvl3pPr>
            <a:lvl4pPr lvl="3" marR="0" rtl="0" algn="l">
              <a:spcBef>
                <a:spcPts val="400"/>
              </a:spcBef>
              <a:spcAft>
                <a:spcPts val="0"/>
              </a:spcAft>
              <a:buClr>
                <a:schemeClr val="lt1"/>
              </a:buClr>
              <a:buSzPts val="2000"/>
              <a:buFont typeface="Noto Sans Symbols"/>
              <a:buChar char="🢝"/>
              <a:defRPr b="0" i="0" sz="2000" u="none" cap="none" strike="noStrike">
                <a:solidFill>
                  <a:schemeClr val="lt1"/>
                </a:solidFill>
                <a:latin typeface="Book Antiqua"/>
                <a:ea typeface="Book Antiqua"/>
                <a:cs typeface="Book Antiqua"/>
                <a:sym typeface="Book Antiqua"/>
              </a:defRPr>
            </a:lvl4pPr>
            <a:lvl5pPr lvl="4" marR="0" rtl="0" algn="l">
              <a:spcBef>
                <a:spcPts val="400"/>
              </a:spcBef>
              <a:spcAft>
                <a:spcPts val="0"/>
              </a:spcAft>
              <a:buClr>
                <a:schemeClr val="lt1"/>
              </a:buClr>
              <a:buSzPts val="2000"/>
              <a:buFont typeface="Noto Sans Symbols"/>
              <a:buChar char="■"/>
              <a:defRPr b="0" i="0" sz="2000" u="none" cap="none" strike="noStrike">
                <a:solidFill>
                  <a:schemeClr val="lt1"/>
                </a:solidFill>
                <a:latin typeface="Book Antiqua"/>
                <a:ea typeface="Book Antiqua"/>
                <a:cs typeface="Book Antiqua"/>
                <a:sym typeface="Book Antiqua"/>
              </a:defRPr>
            </a:lvl5pPr>
            <a:lvl6pPr lvl="5" marR="0" rtl="0" algn="l">
              <a:spcBef>
                <a:spcPts val="360"/>
              </a:spcBef>
              <a:spcAft>
                <a:spcPts val="0"/>
              </a:spcAft>
              <a:buClr>
                <a:schemeClr val="lt1"/>
              </a:buClr>
              <a:buSzPts val="1800"/>
              <a:buFont typeface="Noto Sans Symbols"/>
              <a:buChar char="🢝"/>
              <a:defRPr b="0" i="0" sz="1800" u="none" cap="none" strike="noStrike">
                <a:solidFill>
                  <a:schemeClr val="lt1"/>
                </a:solidFill>
                <a:latin typeface="Book Antiqua"/>
                <a:ea typeface="Book Antiqua"/>
                <a:cs typeface="Book Antiqua"/>
                <a:sym typeface="Book Antiqua"/>
              </a:defRPr>
            </a:lvl6pPr>
            <a:lvl7pPr lvl="6" marR="0" rtl="0" algn="l">
              <a:spcBef>
                <a:spcPts val="320"/>
              </a:spcBef>
              <a:spcAft>
                <a:spcPts val="0"/>
              </a:spcAft>
              <a:buClr>
                <a:schemeClr val="lt1"/>
              </a:buClr>
              <a:buSzPts val="1600"/>
              <a:buFont typeface="Noto Sans Symbols"/>
              <a:buChar char="●"/>
              <a:defRPr b="0" i="0" sz="1600" u="none" cap="none" strike="noStrike">
                <a:solidFill>
                  <a:schemeClr val="lt1"/>
                </a:solidFill>
                <a:latin typeface="Book Antiqua"/>
                <a:ea typeface="Book Antiqua"/>
                <a:cs typeface="Book Antiqua"/>
                <a:sym typeface="Book Antiqua"/>
              </a:defRPr>
            </a:lvl7pPr>
            <a:lvl8pPr lvl="7" marR="0" rtl="0" algn="l">
              <a:spcBef>
                <a:spcPts val="280"/>
              </a:spcBef>
              <a:spcAft>
                <a:spcPts val="0"/>
              </a:spcAft>
              <a:buClr>
                <a:schemeClr val="lt1"/>
              </a:buClr>
              <a:buSzPts val="1400"/>
              <a:buFont typeface="Noto Sans Symbols"/>
              <a:buChar char="●"/>
              <a:defRPr b="0" i="0" sz="1400" u="none" cap="none" strike="noStrike">
                <a:solidFill>
                  <a:schemeClr val="lt1"/>
                </a:solidFill>
                <a:latin typeface="Book Antiqua"/>
                <a:ea typeface="Book Antiqua"/>
                <a:cs typeface="Book Antiqua"/>
                <a:sym typeface="Book Antiqua"/>
              </a:defRPr>
            </a:lvl8pPr>
            <a:lvl9pPr lvl="8" marR="0" rtl="0" algn="l">
              <a:spcBef>
                <a:spcPts val="280"/>
              </a:spcBef>
              <a:spcAft>
                <a:spcPts val="0"/>
              </a:spcAft>
              <a:buClr>
                <a:schemeClr val="lt1"/>
              </a:buClr>
              <a:buSzPts val="1400"/>
              <a:buFont typeface="Noto Sans Symbols"/>
              <a:buChar char="●"/>
              <a:defRPr b="0" i="0" sz="1400" u="none" cap="none" strike="noStrike">
                <a:solidFill>
                  <a:schemeClr val="lt1"/>
                </a:solidFill>
                <a:latin typeface="Book Antiqua"/>
                <a:ea typeface="Book Antiqua"/>
                <a:cs typeface="Book Antiqua"/>
                <a:sym typeface="Book Antiqua"/>
              </a:defRPr>
            </a:lvl9pPr>
          </a:lstStyle>
          <a:p/>
        </p:txBody>
      </p:sp>
      <p:sp>
        <p:nvSpPr>
          <p:cNvPr id="720" name="Google Shape;720;p101"/>
          <p:cNvSpPr txBox="1"/>
          <p:nvPr>
            <p:ph idx="1" type="body"/>
          </p:nvPr>
        </p:nvSpPr>
        <p:spPr>
          <a:xfrm>
            <a:off x="1828800" y="1166787"/>
            <a:ext cx="5486400" cy="530352"/>
          </a:xfrm>
          <a:prstGeom prst="rect">
            <a:avLst/>
          </a:prstGeom>
          <a:noFill/>
          <a:ln>
            <a:noFill/>
          </a:ln>
        </p:spPr>
        <p:txBody>
          <a:bodyPr anchorCtr="0" anchor="t" bIns="45700" lIns="45700" spcFirstLastPara="1" rIns="45700" wrap="square" tIns="45700">
            <a:noAutofit/>
          </a:bodyPr>
          <a:lstStyle>
            <a:lvl1pPr indent="-228600" lvl="0" marL="457200" algn="ctr">
              <a:spcBef>
                <a:spcPts val="280"/>
              </a:spcBef>
              <a:spcAft>
                <a:spcPts val="0"/>
              </a:spcAft>
              <a:buSzPts val="910"/>
              <a:buNone/>
              <a:defRPr sz="1400"/>
            </a:lvl1pPr>
            <a:lvl2pPr indent="-289560" lvl="1" marL="914400" algn="l">
              <a:spcBef>
                <a:spcPts val="240"/>
              </a:spcBef>
              <a:spcAft>
                <a:spcPts val="0"/>
              </a:spcAft>
              <a:buSzPts val="960"/>
              <a:buChar char="◼"/>
              <a:defRPr sz="1200"/>
            </a:lvl2pPr>
            <a:lvl3pPr indent="-288925" lvl="2" marL="1371600" algn="l">
              <a:spcBef>
                <a:spcPts val="200"/>
              </a:spcBef>
              <a:spcAft>
                <a:spcPts val="0"/>
              </a:spcAft>
              <a:buSzPts val="950"/>
              <a:buChar char="🢭"/>
              <a:defRPr sz="1000"/>
            </a:lvl3pPr>
            <a:lvl4pPr indent="-285750" lvl="3" marL="1828800" algn="l">
              <a:spcBef>
                <a:spcPts val="180"/>
              </a:spcBef>
              <a:spcAft>
                <a:spcPts val="0"/>
              </a:spcAft>
              <a:buSzPts val="900"/>
              <a:buChar char="🢝"/>
              <a:defRPr sz="900"/>
            </a:lvl4pPr>
            <a:lvl5pPr indent="-285750" lvl="4" marL="2286000" algn="l">
              <a:spcBef>
                <a:spcPts val="180"/>
              </a:spcBef>
              <a:spcAft>
                <a:spcPts val="0"/>
              </a:spcAft>
              <a:buSzPts val="900"/>
              <a:buChar char="■"/>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1" name="Google Shape;721;p101"/>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2" name="Google Shape;722;p101"/>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3" name="Google Shape;723;p101"/>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724" name="Shape 724"/>
        <p:cNvGrpSpPr/>
        <p:nvPr/>
      </p:nvGrpSpPr>
      <p:grpSpPr>
        <a:xfrm>
          <a:off x="0" y="0"/>
          <a:ext cx="0" cy="0"/>
          <a:chOff x="0" y="0"/>
          <a:chExt cx="0" cy="0"/>
        </a:xfrm>
      </p:grpSpPr>
      <p:sp>
        <p:nvSpPr>
          <p:cNvPr id="725" name="Google Shape;725;p10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FF5F5F"/>
              </a:buClr>
              <a:buSzPts val="2200"/>
              <a:buFont typeface="Lucida Sans"/>
              <a:buNone/>
              <a:defRPr b="0" sz="2200">
                <a:solidFill>
                  <a:srgbClr val="FF5F5F"/>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26" name="Google Shape;726;p102"/>
          <p:cNvSpPr txBox="1"/>
          <p:nvPr>
            <p:ph idx="1" type="body"/>
          </p:nvPr>
        </p:nvSpPr>
        <p:spPr>
          <a:xfrm>
            <a:off x="457200" y="1524000"/>
            <a:ext cx="3008313" cy="46021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SzPts val="910"/>
              <a:buNone/>
              <a:defRPr sz="1400"/>
            </a:lvl1pPr>
            <a:lvl2pPr indent="-228600" lvl="1" marL="914400" algn="l">
              <a:spcBef>
                <a:spcPts val="240"/>
              </a:spcBef>
              <a:spcAft>
                <a:spcPts val="0"/>
              </a:spcAft>
              <a:buSzPts val="960"/>
              <a:buNone/>
              <a:defRPr sz="1200"/>
            </a:lvl2pPr>
            <a:lvl3pPr indent="-228600" lvl="2" marL="1371600" algn="l">
              <a:spcBef>
                <a:spcPts val="200"/>
              </a:spcBef>
              <a:spcAft>
                <a:spcPts val="0"/>
              </a:spcAft>
              <a:buSzPts val="95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7" name="Google Shape;727;p102"/>
          <p:cNvSpPr txBox="1"/>
          <p:nvPr>
            <p:ph idx="2"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35915" lvl="0" marL="457200" algn="l">
              <a:spcBef>
                <a:spcPts val="520"/>
              </a:spcBef>
              <a:spcAft>
                <a:spcPts val="0"/>
              </a:spcAft>
              <a:buSzPts val="1690"/>
              <a:buChar char="▣"/>
              <a:defRPr sz="2600"/>
            </a:lvl1pPr>
            <a:lvl2pPr indent="-350520" lvl="1" marL="914400" algn="l">
              <a:spcBef>
                <a:spcPts val="480"/>
              </a:spcBef>
              <a:spcAft>
                <a:spcPts val="0"/>
              </a:spcAft>
              <a:buSzPts val="1920"/>
              <a:buChar char="◼"/>
              <a:defRPr sz="2400"/>
            </a:lvl2pPr>
            <a:lvl3pPr indent="-361315" lvl="2" marL="1371600" algn="l">
              <a:spcBef>
                <a:spcPts val="440"/>
              </a:spcBef>
              <a:spcAft>
                <a:spcPts val="0"/>
              </a:spcAft>
              <a:buSzPts val="2090"/>
              <a:buChar char="🢭"/>
              <a:defRPr sz="2200"/>
            </a:lvl3pPr>
            <a:lvl4pPr indent="-355600" lvl="3" marL="1828800" algn="l">
              <a:spcBef>
                <a:spcPts val="400"/>
              </a:spcBef>
              <a:spcAft>
                <a:spcPts val="0"/>
              </a:spcAft>
              <a:buSzPts val="2000"/>
              <a:buChar char="🢝"/>
              <a:defRPr sz="20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28" name="Google Shape;728;p102"/>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9" name="Google Shape;729;p102"/>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0" name="Google Shape;730;p102"/>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731" name="Shape 731"/>
        <p:cNvGrpSpPr/>
        <p:nvPr/>
      </p:nvGrpSpPr>
      <p:grpSpPr>
        <a:xfrm>
          <a:off x="0" y="0"/>
          <a:ext cx="0" cy="0"/>
          <a:chOff x="0" y="0"/>
          <a:chExt cx="0" cy="0"/>
        </a:xfrm>
      </p:grpSpPr>
      <p:sp>
        <p:nvSpPr>
          <p:cNvPr id="732" name="Google Shape;732;p103"/>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3" name="Google Shape;733;p103"/>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4" name="Google Shape;734;p103"/>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735" name="Shape 735"/>
        <p:cNvGrpSpPr/>
        <p:nvPr/>
      </p:nvGrpSpPr>
      <p:grpSpPr>
        <a:xfrm>
          <a:off x="0" y="0"/>
          <a:ext cx="0" cy="0"/>
          <a:chOff x="0" y="0"/>
          <a:chExt cx="0" cy="0"/>
        </a:xfrm>
      </p:grpSpPr>
      <p:sp>
        <p:nvSpPr>
          <p:cNvPr id="736" name="Google Shape;736;p10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7" name="Google Shape;737;p104"/>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8" name="Google Shape;738;p104"/>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9" name="Google Shape;739;p104"/>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740" name="Shape 740"/>
        <p:cNvGrpSpPr/>
        <p:nvPr/>
      </p:nvGrpSpPr>
      <p:grpSpPr>
        <a:xfrm>
          <a:off x="0" y="0"/>
          <a:ext cx="0" cy="0"/>
          <a:chOff x="0" y="0"/>
          <a:chExt cx="0" cy="0"/>
        </a:xfrm>
      </p:grpSpPr>
      <p:sp>
        <p:nvSpPr>
          <p:cNvPr id="741" name="Google Shape;741;p105"/>
          <p:cNvSpPr txBox="1"/>
          <p:nvPr>
            <p:ph type="title"/>
          </p:nvPr>
        </p:nvSpPr>
        <p:spPr>
          <a:xfrm>
            <a:off x="457200" y="273050"/>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2" name="Google Shape;742;p105"/>
          <p:cNvSpPr txBox="1"/>
          <p:nvPr>
            <p:ph idx="1" type="body"/>
          </p:nvPr>
        </p:nvSpPr>
        <p:spPr>
          <a:xfrm>
            <a:off x="457200" y="1535112"/>
            <a:ext cx="4040188" cy="750887"/>
          </a:xfrm>
          <a:prstGeom prst="rect">
            <a:avLst/>
          </a:prstGeom>
          <a:noFill/>
          <a:ln>
            <a:noFill/>
          </a:ln>
        </p:spPr>
        <p:txBody>
          <a:bodyPr anchorCtr="0" anchor="ctr" bIns="45700" lIns="91425" spcFirstLastPara="1" rIns="91425" wrap="square" tIns="45700">
            <a:noAutofit/>
          </a:bodyPr>
          <a:lstStyle>
            <a:lvl1pPr indent="-228600" lvl="0" marL="457200" algn="l">
              <a:spcBef>
                <a:spcPts val="480"/>
              </a:spcBef>
              <a:spcAft>
                <a:spcPts val="0"/>
              </a:spcAft>
              <a:buSzPts val="1560"/>
              <a:buNone/>
              <a:defRPr b="0" sz="2400" cap="none">
                <a:solidFill>
                  <a:schemeClr val="lt1"/>
                </a:solidFill>
              </a:defRPr>
            </a:lvl1pPr>
            <a:lvl2pPr indent="-228600" lvl="1" marL="914400" algn="l">
              <a:spcBef>
                <a:spcPts val="400"/>
              </a:spcBef>
              <a:spcAft>
                <a:spcPts val="0"/>
              </a:spcAft>
              <a:buSzPts val="1600"/>
              <a:buNone/>
              <a:defRPr b="1" sz="2000"/>
            </a:lvl2pPr>
            <a:lvl3pPr indent="-228600" lvl="2" marL="1371600" algn="l">
              <a:spcBef>
                <a:spcPts val="360"/>
              </a:spcBef>
              <a:spcAft>
                <a:spcPts val="0"/>
              </a:spcAft>
              <a:buSzPts val="171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3" name="Google Shape;743;p105"/>
          <p:cNvSpPr txBox="1"/>
          <p:nvPr>
            <p:ph idx="2" type="body"/>
          </p:nvPr>
        </p:nvSpPr>
        <p:spPr>
          <a:xfrm>
            <a:off x="4645025" y="1535112"/>
            <a:ext cx="4041775" cy="750887"/>
          </a:xfrm>
          <a:prstGeom prst="rect">
            <a:avLst/>
          </a:prstGeom>
          <a:noFill/>
          <a:ln>
            <a:noFill/>
          </a:ln>
        </p:spPr>
        <p:txBody>
          <a:bodyPr anchorCtr="0" anchor="ctr" bIns="45700" lIns="91425" spcFirstLastPara="1" rIns="91425" wrap="square" tIns="45700">
            <a:noAutofit/>
          </a:bodyPr>
          <a:lstStyle>
            <a:lvl1pPr indent="-228600" lvl="0" marL="457200" algn="l">
              <a:spcBef>
                <a:spcPts val="480"/>
              </a:spcBef>
              <a:spcAft>
                <a:spcPts val="0"/>
              </a:spcAft>
              <a:buSzPts val="1560"/>
              <a:buNone/>
              <a:defRPr b="0" sz="2400" cap="none">
                <a:solidFill>
                  <a:schemeClr val="lt1"/>
                </a:solidFill>
              </a:defRPr>
            </a:lvl1pPr>
            <a:lvl2pPr indent="-228600" lvl="1" marL="914400" algn="l">
              <a:spcBef>
                <a:spcPts val="400"/>
              </a:spcBef>
              <a:spcAft>
                <a:spcPts val="0"/>
              </a:spcAft>
              <a:buSzPts val="1600"/>
              <a:buNone/>
              <a:defRPr b="1" sz="2000"/>
            </a:lvl2pPr>
            <a:lvl3pPr indent="-228600" lvl="2" marL="1371600" algn="l">
              <a:spcBef>
                <a:spcPts val="360"/>
              </a:spcBef>
              <a:spcAft>
                <a:spcPts val="0"/>
              </a:spcAft>
              <a:buSzPts val="171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4" name="Google Shape;744;p105"/>
          <p:cNvSpPr txBox="1"/>
          <p:nvPr>
            <p:ph idx="3" type="body"/>
          </p:nvPr>
        </p:nvSpPr>
        <p:spPr>
          <a:xfrm>
            <a:off x="457200" y="2362200"/>
            <a:ext cx="4040188" cy="3763963"/>
          </a:xfrm>
          <a:prstGeom prst="rect">
            <a:avLst/>
          </a:prstGeom>
          <a:noFill/>
          <a:ln>
            <a:noFill/>
          </a:ln>
        </p:spPr>
        <p:txBody>
          <a:bodyPr anchorCtr="0" anchor="t" bIns="45700" lIns="91425" spcFirstLastPara="1" rIns="91425" wrap="square" tIns="45700">
            <a:noAutofit/>
          </a:bodyPr>
          <a:lstStyle>
            <a:lvl1pPr indent="-327660" lvl="0" marL="457200" algn="l">
              <a:spcBef>
                <a:spcPts val="480"/>
              </a:spcBef>
              <a:spcAft>
                <a:spcPts val="0"/>
              </a:spcAft>
              <a:buSzPts val="1560"/>
              <a:buChar char="▣"/>
              <a:defRPr sz="2400"/>
            </a:lvl1pPr>
            <a:lvl2pPr indent="-330200" lvl="1" marL="914400" algn="l">
              <a:spcBef>
                <a:spcPts val="400"/>
              </a:spcBef>
              <a:spcAft>
                <a:spcPts val="0"/>
              </a:spcAft>
              <a:buSzPts val="1600"/>
              <a:buChar char="◼"/>
              <a:defRPr sz="2000"/>
            </a:lvl2pPr>
            <a:lvl3pPr indent="-337185" lvl="2" marL="1371600" algn="l">
              <a:spcBef>
                <a:spcPts val="360"/>
              </a:spcBef>
              <a:spcAft>
                <a:spcPts val="0"/>
              </a:spcAft>
              <a:buSzPts val="171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5" name="Google Shape;745;p105"/>
          <p:cNvSpPr txBox="1"/>
          <p:nvPr>
            <p:ph idx="4" type="body"/>
          </p:nvPr>
        </p:nvSpPr>
        <p:spPr>
          <a:xfrm>
            <a:off x="4645025" y="2362200"/>
            <a:ext cx="4041775" cy="3763963"/>
          </a:xfrm>
          <a:prstGeom prst="rect">
            <a:avLst/>
          </a:prstGeom>
          <a:noFill/>
          <a:ln>
            <a:noFill/>
          </a:ln>
        </p:spPr>
        <p:txBody>
          <a:bodyPr anchorCtr="0" anchor="t" bIns="45700" lIns="91425" spcFirstLastPara="1" rIns="91425" wrap="square" tIns="45700">
            <a:noAutofit/>
          </a:bodyPr>
          <a:lstStyle>
            <a:lvl1pPr indent="-327660" lvl="0" marL="457200" algn="l">
              <a:spcBef>
                <a:spcPts val="480"/>
              </a:spcBef>
              <a:spcAft>
                <a:spcPts val="0"/>
              </a:spcAft>
              <a:buSzPts val="1560"/>
              <a:buChar char="▣"/>
              <a:defRPr sz="2400"/>
            </a:lvl1pPr>
            <a:lvl2pPr indent="-330200" lvl="1" marL="914400" algn="l">
              <a:spcBef>
                <a:spcPts val="400"/>
              </a:spcBef>
              <a:spcAft>
                <a:spcPts val="0"/>
              </a:spcAft>
              <a:buSzPts val="1600"/>
              <a:buChar char="◼"/>
              <a:defRPr sz="2000"/>
            </a:lvl2pPr>
            <a:lvl3pPr indent="-337185" lvl="2" marL="1371600" algn="l">
              <a:spcBef>
                <a:spcPts val="360"/>
              </a:spcBef>
              <a:spcAft>
                <a:spcPts val="0"/>
              </a:spcAft>
              <a:buSzPts val="171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6" name="Google Shape;746;p105"/>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7" name="Google Shape;747;p105"/>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8" name="Google Shape;748;p105"/>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bild" type="title">
  <p:cSld name="TITLE">
    <p:spTree>
      <p:nvGrpSpPr>
        <p:cNvPr id="749" name="Shape 749"/>
        <p:cNvGrpSpPr/>
        <p:nvPr/>
      </p:nvGrpSpPr>
      <p:grpSpPr>
        <a:xfrm>
          <a:off x="0" y="0"/>
          <a:ext cx="0" cy="0"/>
          <a:chOff x="0" y="0"/>
          <a:chExt cx="0" cy="0"/>
        </a:xfrm>
      </p:grpSpPr>
      <p:sp>
        <p:nvSpPr>
          <p:cNvPr id="750" name="Google Shape;750;p106"/>
          <p:cNvSpPr txBox="1"/>
          <p:nvPr>
            <p:ph type="ctrTitle"/>
          </p:nvPr>
        </p:nvSpPr>
        <p:spPr>
          <a:xfrm>
            <a:off x="422030" y="1371600"/>
            <a:ext cx="8229600" cy="1828800"/>
          </a:xfrm>
          <a:prstGeom prst="rect">
            <a:avLst/>
          </a:prstGeom>
          <a:noFill/>
          <a:ln>
            <a:noFill/>
          </a:ln>
        </p:spPr>
        <p:txBody>
          <a:bodyPr anchorCtr="0" anchor="b" bIns="0" lIns="45700" spcFirstLastPara="1" rIns="45700" wrap="square" tIns="0">
            <a:noAutofit/>
          </a:bodyPr>
          <a:lstStyle>
            <a:lvl1pPr lvl="0" algn="ctr">
              <a:spcBef>
                <a:spcPts val="0"/>
              </a:spcBef>
              <a:spcAft>
                <a:spcPts val="0"/>
              </a:spcAft>
              <a:buSzPts val="1400"/>
              <a:buNone/>
              <a:defRPr b="1" sz="4800" cap="none">
                <a:solidFill>
                  <a:srgbClr val="FF7373"/>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51" name="Google Shape;751;p106"/>
          <p:cNvSpPr txBox="1"/>
          <p:nvPr>
            <p:ph idx="1" type="subTitle"/>
          </p:nvPr>
        </p:nvSpPr>
        <p:spPr>
          <a:xfrm>
            <a:off x="1371600" y="3331698"/>
            <a:ext cx="6400800" cy="1752600"/>
          </a:xfrm>
          <a:prstGeom prst="rect">
            <a:avLst/>
          </a:prstGeom>
          <a:noFill/>
          <a:ln>
            <a:noFill/>
          </a:ln>
        </p:spPr>
        <p:txBody>
          <a:bodyPr anchorCtr="0" anchor="t" bIns="45700" lIns="91425" spcFirstLastPara="1" rIns="91425" wrap="square" tIns="45700">
            <a:noAutofit/>
          </a:bodyPr>
          <a:lstStyle>
            <a:lvl1pPr lvl="0" algn="ctr">
              <a:spcBef>
                <a:spcPts val="560"/>
              </a:spcBef>
              <a:spcAft>
                <a:spcPts val="0"/>
              </a:spcAft>
              <a:buSzPts val="1820"/>
              <a:buNone/>
              <a:defRPr>
                <a:solidFill>
                  <a:schemeClr val="lt1"/>
                </a:solidFill>
              </a:defRPr>
            </a:lvl1pPr>
            <a:lvl2pPr lvl="1" algn="ctr">
              <a:spcBef>
                <a:spcPts val="360"/>
              </a:spcBef>
              <a:spcAft>
                <a:spcPts val="0"/>
              </a:spcAft>
              <a:buSzPts val="1440"/>
              <a:buNone/>
              <a:defRPr/>
            </a:lvl2pPr>
            <a:lvl3pPr lvl="2" algn="ctr">
              <a:spcBef>
                <a:spcPts val="360"/>
              </a:spcBef>
              <a:spcAft>
                <a:spcPts val="0"/>
              </a:spcAft>
              <a:buSzPts val="1710"/>
              <a:buNone/>
              <a:defRPr/>
            </a:lvl3pPr>
            <a:lvl4pPr lvl="3" algn="ctr">
              <a:spcBef>
                <a:spcPts val="360"/>
              </a:spcBef>
              <a:spcAft>
                <a:spcPts val="0"/>
              </a:spcAft>
              <a:buSzPts val="1800"/>
              <a:buNone/>
              <a:defRPr/>
            </a:lvl4pPr>
            <a:lvl5pPr lvl="4" algn="ctr">
              <a:spcBef>
                <a:spcPts val="360"/>
              </a:spcBef>
              <a:spcAft>
                <a:spcPts val="0"/>
              </a:spcAft>
              <a:buSzPts val="1800"/>
              <a:buNone/>
              <a:defRPr/>
            </a:lvl5pPr>
            <a:lvl6pPr lvl="5" algn="ctr">
              <a:spcBef>
                <a:spcPts val="360"/>
              </a:spcBef>
              <a:spcAft>
                <a:spcPts val="0"/>
              </a:spcAft>
              <a:buSzPts val="1800"/>
              <a:buNone/>
              <a:defRPr/>
            </a:lvl6pPr>
            <a:lvl7pPr lvl="6" algn="ctr">
              <a:spcBef>
                <a:spcPts val="360"/>
              </a:spcBef>
              <a:spcAft>
                <a:spcPts val="0"/>
              </a:spcAft>
              <a:buSzPts val="180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752" name="Google Shape;752;p106"/>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3" name="Google Shape;753;p106"/>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4" name="Google Shape;754;p106"/>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text över innehåll" type="txOverObj">
  <p:cSld name="TEXT_OVER_OBJECT">
    <p:spTree>
      <p:nvGrpSpPr>
        <p:cNvPr id="774" name="Shape 774"/>
        <p:cNvGrpSpPr/>
        <p:nvPr/>
      </p:nvGrpSpPr>
      <p:grpSpPr>
        <a:xfrm>
          <a:off x="0" y="0"/>
          <a:ext cx="0" cy="0"/>
          <a:chOff x="0" y="0"/>
          <a:chExt cx="0" cy="0"/>
        </a:xfrm>
      </p:grpSpPr>
      <p:sp>
        <p:nvSpPr>
          <p:cNvPr id="775" name="Google Shape;775;p108"/>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6" name="Google Shape;776;p108"/>
          <p:cNvSpPr txBox="1"/>
          <p:nvPr>
            <p:ph idx="1" type="body"/>
          </p:nvPr>
        </p:nvSpPr>
        <p:spPr>
          <a:xfrm>
            <a:off x="685800" y="19812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777" name="Google Shape;777;p108"/>
          <p:cNvSpPr txBox="1"/>
          <p:nvPr>
            <p:ph idx="2" type="body"/>
          </p:nvPr>
        </p:nvSpPr>
        <p:spPr>
          <a:xfrm>
            <a:off x="685800" y="4114800"/>
            <a:ext cx="7772400" cy="19812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778" name="Google Shape;778;p108"/>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9" name="Google Shape;779;p108"/>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0" name="Google Shape;780;p108"/>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781" name="Shape 781"/>
        <p:cNvGrpSpPr/>
        <p:nvPr/>
      </p:nvGrpSpPr>
      <p:grpSpPr>
        <a:xfrm>
          <a:off x="0" y="0"/>
          <a:ext cx="0" cy="0"/>
          <a:chOff x="0" y="0"/>
          <a:chExt cx="0" cy="0"/>
        </a:xfrm>
      </p:grpSpPr>
      <p:sp>
        <p:nvSpPr>
          <p:cNvPr id="782" name="Google Shape;782;p109"/>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3" name="Google Shape;783;p109"/>
          <p:cNvSpPr txBox="1"/>
          <p:nvPr>
            <p:ph idx="1" type="body"/>
          </p:nvPr>
        </p:nvSpPr>
        <p:spPr>
          <a:xfrm>
            <a:off x="457200" y="2249487"/>
            <a:ext cx="8229600" cy="432435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784" name="Google Shape;784;p109"/>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5" name="Google Shape;785;p109"/>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6" name="Google Shape;786;p109"/>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tabell" type="tbl">
  <p:cSld name="TABLE">
    <p:spTree>
      <p:nvGrpSpPr>
        <p:cNvPr id="787" name="Shape 787"/>
        <p:cNvGrpSpPr/>
        <p:nvPr/>
      </p:nvGrpSpPr>
      <p:grpSpPr>
        <a:xfrm>
          <a:off x="0" y="0"/>
          <a:ext cx="0" cy="0"/>
          <a:chOff x="0" y="0"/>
          <a:chExt cx="0" cy="0"/>
        </a:xfrm>
      </p:grpSpPr>
      <p:sp>
        <p:nvSpPr>
          <p:cNvPr id="788" name="Google Shape;788;p110"/>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9" name="Google Shape;789;p110"/>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0" name="Google Shape;790;p110"/>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1" name="Google Shape;791;p110"/>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792" name="Shape 792"/>
        <p:cNvGrpSpPr/>
        <p:nvPr/>
      </p:nvGrpSpPr>
      <p:grpSpPr>
        <a:xfrm>
          <a:off x="0" y="0"/>
          <a:ext cx="0" cy="0"/>
          <a:chOff x="0" y="0"/>
          <a:chExt cx="0" cy="0"/>
        </a:xfrm>
      </p:grpSpPr>
      <p:sp>
        <p:nvSpPr>
          <p:cNvPr id="793" name="Google Shape;793;p111"/>
          <p:cNvSpPr txBox="1"/>
          <p:nvPr>
            <p:ph type="title"/>
          </p:nvPr>
        </p:nvSpPr>
        <p:spPr>
          <a:xfrm rot="5400000">
            <a:off x="4991100" y="2933700"/>
            <a:ext cx="5486400" cy="1905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4" name="Google Shape;794;p111"/>
          <p:cNvSpPr txBox="1"/>
          <p:nvPr>
            <p:ph idx="1" type="body"/>
          </p:nvPr>
        </p:nvSpPr>
        <p:spPr>
          <a:xfrm rot="5400000">
            <a:off x="838200" y="762000"/>
            <a:ext cx="5486400" cy="62484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795" name="Google Shape;795;p111"/>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6" name="Google Shape;796;p111"/>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7" name="Google Shape;797;p111"/>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798" name="Shape 798"/>
        <p:cNvGrpSpPr/>
        <p:nvPr/>
      </p:nvGrpSpPr>
      <p:grpSpPr>
        <a:xfrm>
          <a:off x="0" y="0"/>
          <a:ext cx="0" cy="0"/>
          <a:chOff x="0" y="0"/>
          <a:chExt cx="0" cy="0"/>
        </a:xfrm>
      </p:grpSpPr>
      <p:sp>
        <p:nvSpPr>
          <p:cNvPr id="799" name="Google Shape;799;p112"/>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0" name="Google Shape;800;p112"/>
          <p:cNvSpPr txBox="1"/>
          <p:nvPr>
            <p:ph idx="1" type="body"/>
          </p:nvPr>
        </p:nvSpPr>
        <p:spPr>
          <a:xfrm rot="5400000">
            <a:off x="2409825" y="296862"/>
            <a:ext cx="432435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801" name="Google Shape;801;p112"/>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2" name="Google Shape;802;p112"/>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3" name="Google Shape;803;p112"/>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ed bildtext" type="picTx">
  <p:cSld name="PICTURE_WITH_CAPTION_TEXT">
    <p:spTree>
      <p:nvGrpSpPr>
        <p:cNvPr id="804" name="Shape 804"/>
        <p:cNvGrpSpPr/>
        <p:nvPr/>
      </p:nvGrpSpPr>
      <p:grpSpPr>
        <a:xfrm>
          <a:off x="0" y="0"/>
          <a:ext cx="0" cy="0"/>
          <a:chOff x="0" y="0"/>
          <a:chExt cx="0" cy="0"/>
        </a:xfrm>
      </p:grpSpPr>
      <p:sp>
        <p:nvSpPr>
          <p:cNvPr id="805" name="Google Shape;805;p113"/>
          <p:cNvSpPr txBox="1"/>
          <p:nvPr>
            <p:ph type="title"/>
          </p:nvPr>
        </p:nvSpPr>
        <p:spPr>
          <a:xfrm rot="-5400000">
            <a:off x="3393017" y="3156577"/>
            <a:ext cx="4681637" cy="586803"/>
          </a:xfrm>
          <a:prstGeom prst="rect">
            <a:avLst/>
          </a:prstGeom>
          <a:noFill/>
          <a:ln>
            <a:noFill/>
          </a:ln>
        </p:spPr>
        <p:txBody>
          <a:bodyPr anchorCtr="0" anchor="t" bIns="45700" lIns="45700" spcFirstLastPara="1" rIns="45700" wrap="square" tIns="0">
            <a:noAutofit/>
          </a:bodyPr>
          <a:lstStyle>
            <a:lvl1pPr lvl="0" algn="ctr">
              <a:spcBef>
                <a:spcPts val="0"/>
              </a:spcBef>
              <a:spcAft>
                <a:spcPts val="0"/>
              </a:spcAft>
              <a:buClr>
                <a:schemeClr val="dk2"/>
              </a:buClr>
              <a:buSzPts val="2000"/>
              <a:buFont typeface="Trebuchet MS"/>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6" name="Google Shape;806;p113"/>
          <p:cNvSpPr/>
          <p:nvPr>
            <p:ph idx="2" type="pic"/>
          </p:nvPr>
        </p:nvSpPr>
        <p:spPr>
          <a:xfrm>
            <a:off x="403671" y="1143000"/>
            <a:ext cx="4572000" cy="4572000"/>
          </a:xfrm>
          <a:prstGeom prst="rect">
            <a:avLst/>
          </a:prstGeom>
          <a:solidFill>
            <a:srgbClr val="EAEAEA"/>
          </a:solidFill>
          <a:ln cap="flat" cmpd="sng" w="50800">
            <a:solidFill>
              <a:srgbClr val="FFFFFF"/>
            </a:solidFill>
            <a:prstDash val="solid"/>
            <a:miter lim="800000"/>
            <a:headEnd len="sm" w="sm" type="none"/>
            <a:tailEnd len="sm" w="sm" type="none"/>
          </a:ln>
          <a:effectLst>
            <a:outerShdw blurRad="57150" rotWithShape="0" algn="tl" dir="4800000" dist="31750">
              <a:srgbClr val="000000">
                <a:alpha val="24706"/>
              </a:srgbClr>
            </a:outerShdw>
          </a:effectLst>
        </p:spPr>
        <p:txBody>
          <a:bodyPr anchorCtr="0" anchor="t" bIns="45700" lIns="91425" spcFirstLastPara="1" rIns="91425" wrap="square" tIns="45700">
            <a:noAutofit/>
          </a:bodyPr>
          <a:lstStyle>
            <a:lvl1pPr lvl="0" marR="0" rtl="0" algn="l">
              <a:spcBef>
                <a:spcPts val="300"/>
              </a:spcBef>
              <a:spcAft>
                <a:spcPts val="0"/>
              </a:spcAft>
              <a:buClr>
                <a:srgbClr val="FFFF00"/>
              </a:buClr>
              <a:buSzPts val="3200"/>
              <a:buFont typeface="Georgia"/>
              <a:buNone/>
              <a:defRPr b="0" i="0" sz="3200" u="none" cap="none" strike="noStrike">
                <a:solidFill>
                  <a:schemeClr val="dk1"/>
                </a:solidFill>
                <a:latin typeface="Georgia"/>
                <a:ea typeface="Georgia"/>
                <a:cs typeface="Georgia"/>
                <a:sym typeface="Georgia"/>
              </a:defRPr>
            </a:lvl1pPr>
            <a:lvl2pPr lvl="1"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lvl="2"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lvl="3"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lvl="4" marR="0" rtl="0" algn="l">
              <a:spcBef>
                <a:spcPts val="300"/>
              </a:spcBef>
              <a:spcAft>
                <a:spcPts val="0"/>
              </a:spcAft>
              <a:buClr>
                <a:srgbClr val="FFFF00"/>
              </a:buClr>
              <a:buSzPts val="2000"/>
              <a:buFont typeface="Georgia"/>
              <a:buChar char="▫"/>
              <a:defRPr b="0" i="0" sz="2000" u="none" cap="none" strike="noStrike">
                <a:solidFill>
                  <a:srgbClr val="FFFF00"/>
                </a:solidFill>
                <a:latin typeface="Georgia"/>
                <a:ea typeface="Georgia"/>
                <a:cs typeface="Georgia"/>
                <a:sym typeface="Georgia"/>
              </a:defRPr>
            </a:lvl5pPr>
            <a:lvl6pPr lvl="5"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lvl="6"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lvl="7"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lvl="8"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807" name="Google Shape;807;p113"/>
          <p:cNvSpPr txBox="1"/>
          <p:nvPr>
            <p:ph idx="1" type="body"/>
          </p:nvPr>
        </p:nvSpPr>
        <p:spPr>
          <a:xfrm>
            <a:off x="6088443" y="3274308"/>
            <a:ext cx="2590800" cy="2516489"/>
          </a:xfrm>
          <a:prstGeom prst="rect">
            <a:avLst/>
          </a:prstGeom>
          <a:noFill/>
          <a:ln>
            <a:noFill/>
          </a:ln>
        </p:spPr>
        <p:txBody>
          <a:bodyPr anchorCtr="0" anchor="t" bIns="45700" lIns="0" spcFirstLastPara="1" rIns="45700" wrap="square" tIns="0">
            <a:noAutofit/>
          </a:bodyPr>
          <a:lstStyle>
            <a:lvl1pPr indent="-228600" lvl="0" marL="457200" algn="l">
              <a:lnSpc>
                <a:spcPct val="100000"/>
              </a:lnSpc>
              <a:spcBef>
                <a:spcPts val="0"/>
              </a:spcBef>
              <a:spcAft>
                <a:spcPts val="0"/>
              </a:spcAft>
              <a:buSzPts val="1300"/>
              <a:buFont typeface="Georgia"/>
              <a:buNone/>
              <a:defRPr sz="1300"/>
            </a:lvl1pPr>
            <a:lvl2pPr indent="-228600" lvl="1" marL="914400" algn="l">
              <a:spcBef>
                <a:spcPts val="300"/>
              </a:spcBef>
              <a:spcAft>
                <a:spcPts val="0"/>
              </a:spcAft>
              <a:buSzPts val="1200"/>
              <a:buFont typeface="Georgia"/>
              <a:buNone/>
              <a:defRPr sz="1200"/>
            </a:lvl2pPr>
            <a:lvl3pPr indent="-228600" lvl="2" marL="1371600" algn="l">
              <a:spcBef>
                <a:spcPts val="300"/>
              </a:spcBef>
              <a:spcAft>
                <a:spcPts val="0"/>
              </a:spcAft>
              <a:buSzPts val="1000"/>
              <a:buFont typeface="Georgia"/>
              <a:buNone/>
              <a:defRPr sz="1000"/>
            </a:lvl3pPr>
            <a:lvl4pPr indent="-228600" lvl="3" marL="1828800" algn="l">
              <a:spcBef>
                <a:spcPts val="300"/>
              </a:spcBef>
              <a:spcAft>
                <a:spcPts val="0"/>
              </a:spcAft>
              <a:buSzPts val="900"/>
              <a:buFont typeface="Georgia"/>
              <a:buNone/>
              <a:defRPr sz="900"/>
            </a:lvl4pPr>
            <a:lvl5pPr indent="-228600" lvl="4" marL="2286000" algn="l">
              <a:spcBef>
                <a:spcPts val="300"/>
              </a:spcBef>
              <a:spcAft>
                <a:spcPts val="0"/>
              </a:spcAft>
              <a:buSzPts val="900"/>
              <a:buFont typeface="Georgia"/>
              <a:buNone/>
              <a:defRPr sz="9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808" name="Google Shape;808;p113"/>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9" name="Google Shape;809;p113"/>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0" name="Google Shape;810;p113"/>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811" name="Shape 811"/>
        <p:cNvGrpSpPr/>
        <p:nvPr/>
      </p:nvGrpSpPr>
      <p:grpSpPr>
        <a:xfrm>
          <a:off x="0" y="0"/>
          <a:ext cx="0" cy="0"/>
          <a:chOff x="0" y="0"/>
          <a:chExt cx="0" cy="0"/>
        </a:xfrm>
      </p:grpSpPr>
      <p:sp>
        <p:nvSpPr>
          <p:cNvPr id="812" name="Google Shape;812;p114"/>
          <p:cNvSpPr txBox="1"/>
          <p:nvPr>
            <p:ph type="title"/>
          </p:nvPr>
        </p:nvSpPr>
        <p:spPr>
          <a:xfrm>
            <a:off x="5353496" y="1101970"/>
            <a:ext cx="3383280" cy="87782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Font typeface="Trebuchet MS"/>
              <a:buNone/>
              <a:defRPr b="1" sz="1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3" name="Google Shape;813;p114"/>
          <p:cNvSpPr txBox="1"/>
          <p:nvPr>
            <p:ph idx="1" type="body"/>
          </p:nvPr>
        </p:nvSpPr>
        <p:spPr>
          <a:xfrm>
            <a:off x="5353496" y="2010727"/>
            <a:ext cx="3383280" cy="4617720"/>
          </a:xfrm>
          <a:prstGeom prst="rect">
            <a:avLst/>
          </a:prstGeom>
          <a:noFill/>
          <a:ln>
            <a:noFill/>
          </a:ln>
        </p:spPr>
        <p:txBody>
          <a:bodyPr anchorCtr="0" anchor="t" bIns="45700" lIns="91425" spcFirstLastPara="1" rIns="91425" wrap="square" tIns="45700">
            <a:noAutofit/>
          </a:bodyPr>
          <a:lstStyle>
            <a:lvl1pPr indent="-228600" lvl="0" marL="457200" algn="l">
              <a:spcBef>
                <a:spcPts val="300"/>
              </a:spcBef>
              <a:spcAft>
                <a:spcPts val="0"/>
              </a:spcAft>
              <a:buSzPts val="1400"/>
              <a:buNone/>
              <a:defRPr sz="1400"/>
            </a:lvl1pPr>
            <a:lvl2pPr indent="-228600" lvl="1" marL="914400" algn="l">
              <a:spcBef>
                <a:spcPts val="300"/>
              </a:spcBef>
              <a:spcAft>
                <a:spcPts val="0"/>
              </a:spcAft>
              <a:buSzPts val="1200"/>
              <a:buNone/>
              <a:defRPr sz="1200"/>
            </a:lvl2pPr>
            <a:lvl3pPr indent="-228600" lvl="2" marL="1371600" algn="l">
              <a:spcBef>
                <a:spcPts val="300"/>
              </a:spcBef>
              <a:spcAft>
                <a:spcPts val="0"/>
              </a:spcAft>
              <a:buSzPts val="1000"/>
              <a:buNone/>
              <a:defRPr sz="1000"/>
            </a:lvl3pPr>
            <a:lvl4pPr indent="-228600" lvl="3" marL="1828800" algn="l">
              <a:spcBef>
                <a:spcPts val="300"/>
              </a:spcBef>
              <a:spcAft>
                <a:spcPts val="0"/>
              </a:spcAft>
              <a:buSzPts val="900"/>
              <a:buNone/>
              <a:defRPr sz="900"/>
            </a:lvl4pPr>
            <a:lvl5pPr indent="-228600" lvl="4" marL="2286000" algn="l">
              <a:spcBef>
                <a:spcPts val="300"/>
              </a:spcBef>
              <a:spcAft>
                <a:spcPts val="0"/>
              </a:spcAft>
              <a:buSzPts val="900"/>
              <a:buNone/>
              <a:defRPr sz="9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814" name="Google Shape;814;p114"/>
          <p:cNvSpPr txBox="1"/>
          <p:nvPr>
            <p:ph idx="2" type="body"/>
          </p:nvPr>
        </p:nvSpPr>
        <p:spPr>
          <a:xfrm>
            <a:off x="152400" y="776287"/>
            <a:ext cx="5102352" cy="5852160"/>
          </a:xfrm>
          <a:prstGeom prst="rect">
            <a:avLst/>
          </a:prstGeom>
          <a:noFill/>
          <a:ln>
            <a:noFill/>
          </a:ln>
        </p:spPr>
        <p:txBody>
          <a:bodyPr anchorCtr="0" anchor="t" bIns="45700" lIns="91425" spcFirstLastPara="1" rIns="91425" wrap="square" tIns="45700">
            <a:noAutofit/>
          </a:bodyPr>
          <a:lstStyle>
            <a:lvl1pPr indent="-431800" lvl="0" marL="457200" algn="l">
              <a:spcBef>
                <a:spcPts val="300"/>
              </a:spcBef>
              <a:spcAft>
                <a:spcPts val="0"/>
              </a:spcAft>
              <a:buSzPts val="3200"/>
              <a:buChar char="•"/>
              <a:defRPr sz="3200"/>
            </a:lvl1pPr>
            <a:lvl2pPr indent="-406400" lvl="1" marL="914400" algn="l">
              <a:spcBef>
                <a:spcPts val="300"/>
              </a:spcBef>
              <a:spcAft>
                <a:spcPts val="0"/>
              </a:spcAft>
              <a:buSzPts val="2800"/>
              <a:buChar char="▫"/>
              <a:defRPr sz="2800"/>
            </a:lvl2pPr>
            <a:lvl3pPr indent="-381000" lvl="2" marL="1371600" algn="l">
              <a:spcBef>
                <a:spcPts val="300"/>
              </a:spcBef>
              <a:spcAft>
                <a:spcPts val="0"/>
              </a:spcAft>
              <a:buSzPts val="2400"/>
              <a:buChar char="●"/>
              <a:defRPr sz="2400"/>
            </a:lvl3pPr>
            <a:lvl4pPr indent="-355600" lvl="3" marL="1828800" algn="l">
              <a:spcBef>
                <a:spcPts val="300"/>
              </a:spcBef>
              <a:spcAft>
                <a:spcPts val="0"/>
              </a:spcAft>
              <a:buSzPts val="2000"/>
              <a:buChar char="●"/>
              <a:defRPr sz="2000"/>
            </a:lvl4pPr>
            <a:lvl5pPr indent="-355600" lvl="4" marL="2286000" algn="l">
              <a:spcBef>
                <a:spcPts val="300"/>
              </a:spcBef>
              <a:spcAft>
                <a:spcPts val="0"/>
              </a:spcAft>
              <a:buSzPts val="2000"/>
              <a:buChar char="▫"/>
              <a:defRPr sz="20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815" name="Google Shape;815;p114"/>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6" name="Google Shape;816;p114"/>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7" name="Google Shape;817;p114"/>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818" name="Shape 818"/>
        <p:cNvGrpSpPr/>
        <p:nvPr/>
      </p:nvGrpSpPr>
      <p:grpSpPr>
        <a:xfrm>
          <a:off x="0" y="0"/>
          <a:ext cx="0" cy="0"/>
          <a:chOff x="0" y="0"/>
          <a:chExt cx="0" cy="0"/>
        </a:xfrm>
      </p:grpSpPr>
      <p:sp>
        <p:nvSpPr>
          <p:cNvPr id="819" name="Google Shape;819;p115"/>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0" name="Google Shape;820;p115"/>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1" name="Google Shape;821;p115"/>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822" name="Shape 822"/>
        <p:cNvGrpSpPr/>
        <p:nvPr/>
      </p:nvGrpSpPr>
      <p:grpSpPr>
        <a:xfrm>
          <a:off x="0" y="0"/>
          <a:ext cx="0" cy="0"/>
          <a:chOff x="0" y="0"/>
          <a:chExt cx="0" cy="0"/>
        </a:xfrm>
      </p:grpSpPr>
      <p:sp>
        <p:nvSpPr>
          <p:cNvPr id="823" name="Google Shape;823;p116"/>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4" name="Google Shape;824;p116"/>
          <p:cNvSpPr txBox="1"/>
          <p:nvPr>
            <p:ph idx="1" type="body"/>
          </p:nvPr>
        </p:nvSpPr>
        <p:spPr>
          <a:xfrm>
            <a:off x="457200" y="2249424"/>
            <a:ext cx="4038600" cy="4525963"/>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300"/>
              </a:spcBef>
              <a:spcAft>
                <a:spcPts val="0"/>
              </a:spcAft>
              <a:buSzPts val="1900"/>
              <a:buChar char="▫"/>
              <a:defRPr sz="1900"/>
            </a:lvl2pPr>
            <a:lvl3pPr indent="-342900" lvl="2" marL="1371600" algn="l">
              <a:spcBef>
                <a:spcPts val="300"/>
              </a:spcBef>
              <a:spcAft>
                <a:spcPts val="0"/>
              </a:spcAft>
              <a:buSzPts val="1800"/>
              <a:buChar char="●"/>
              <a:defRPr sz="1800"/>
            </a:lvl3pPr>
            <a:lvl4pPr indent="-342900" lvl="3" marL="1828800" algn="l">
              <a:spcBef>
                <a:spcPts val="300"/>
              </a:spcBef>
              <a:spcAft>
                <a:spcPts val="0"/>
              </a:spcAft>
              <a:buSzPts val="1800"/>
              <a:buChar char="●"/>
              <a:defRPr sz="1800"/>
            </a:lvl4pPr>
            <a:lvl5pPr indent="-342900" lvl="4" marL="2286000" algn="l">
              <a:spcBef>
                <a:spcPts val="300"/>
              </a:spcBef>
              <a:spcAft>
                <a:spcPts val="0"/>
              </a:spcAft>
              <a:buSzPts val="1800"/>
              <a:buChar char="▫"/>
              <a:defRPr sz="18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825" name="Google Shape;825;p116"/>
          <p:cNvSpPr txBox="1"/>
          <p:nvPr>
            <p:ph idx="2" type="body"/>
          </p:nvPr>
        </p:nvSpPr>
        <p:spPr>
          <a:xfrm>
            <a:off x="4648200" y="2249424"/>
            <a:ext cx="4038600" cy="4525963"/>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300"/>
              </a:spcBef>
              <a:spcAft>
                <a:spcPts val="0"/>
              </a:spcAft>
              <a:buSzPts val="1900"/>
              <a:buChar char="▫"/>
              <a:defRPr sz="1900"/>
            </a:lvl2pPr>
            <a:lvl3pPr indent="-342900" lvl="2" marL="1371600" algn="l">
              <a:spcBef>
                <a:spcPts val="300"/>
              </a:spcBef>
              <a:spcAft>
                <a:spcPts val="0"/>
              </a:spcAft>
              <a:buSzPts val="1800"/>
              <a:buChar char="●"/>
              <a:defRPr sz="1800"/>
            </a:lvl3pPr>
            <a:lvl4pPr indent="-342900" lvl="3" marL="1828800" algn="l">
              <a:spcBef>
                <a:spcPts val="300"/>
              </a:spcBef>
              <a:spcAft>
                <a:spcPts val="0"/>
              </a:spcAft>
              <a:buSzPts val="1800"/>
              <a:buChar char="●"/>
              <a:defRPr sz="1800"/>
            </a:lvl4pPr>
            <a:lvl5pPr indent="-342900" lvl="4" marL="2286000" algn="l">
              <a:spcBef>
                <a:spcPts val="300"/>
              </a:spcBef>
              <a:spcAft>
                <a:spcPts val="0"/>
              </a:spcAft>
              <a:buSzPts val="1800"/>
              <a:buChar char="▫"/>
              <a:defRPr sz="18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826" name="Google Shape;826;p116"/>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7" name="Google Shape;827;p116"/>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8" name="Google Shape;828;p116"/>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vsnittsrubrik" type="secHead">
  <p:cSld name="SECTION_HEADER">
    <p:spTree>
      <p:nvGrpSpPr>
        <p:cNvPr id="829" name="Shape 829"/>
        <p:cNvGrpSpPr/>
        <p:nvPr/>
      </p:nvGrpSpPr>
      <p:grpSpPr>
        <a:xfrm>
          <a:off x="0" y="0"/>
          <a:ext cx="0" cy="0"/>
          <a:chOff x="0" y="0"/>
          <a:chExt cx="0" cy="0"/>
        </a:xfrm>
      </p:grpSpPr>
      <p:sp>
        <p:nvSpPr>
          <p:cNvPr id="830" name="Google Shape;830;p117"/>
          <p:cNvSpPr txBox="1"/>
          <p:nvPr>
            <p:ph type="title"/>
          </p:nvPr>
        </p:nvSpPr>
        <p:spPr>
          <a:xfrm>
            <a:off x="722313" y="1981200"/>
            <a:ext cx="7772400" cy="13620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FFFFFF"/>
              </a:buClr>
              <a:buSzPts val="4300"/>
              <a:buFont typeface="Trebuchet MS"/>
              <a:buNone/>
              <a:defRPr b="1" sz="4300"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1" name="Google Shape;831;p117"/>
          <p:cNvSpPr txBox="1"/>
          <p:nvPr>
            <p:ph idx="1" type="body"/>
          </p:nvPr>
        </p:nvSpPr>
        <p:spPr>
          <a:xfrm>
            <a:off x="722313" y="3367088"/>
            <a:ext cx="7772400" cy="1509712"/>
          </a:xfrm>
          <a:prstGeom prst="rect">
            <a:avLst/>
          </a:prstGeom>
          <a:noFill/>
          <a:ln>
            <a:noFill/>
          </a:ln>
        </p:spPr>
        <p:txBody>
          <a:bodyPr anchorCtr="0" anchor="t" bIns="45700" lIns="91425" spcFirstLastPara="1" rIns="91425" wrap="square" tIns="45700">
            <a:noAutofit/>
          </a:bodyPr>
          <a:lstStyle>
            <a:lvl1pPr indent="-228600" lvl="0" marL="457200" algn="l">
              <a:spcBef>
                <a:spcPts val="300"/>
              </a:spcBef>
              <a:spcAft>
                <a:spcPts val="0"/>
              </a:spcAft>
              <a:buSzPts val="2100"/>
              <a:buNone/>
              <a:defRPr b="0" sz="2100">
                <a:solidFill>
                  <a:schemeClr val="dk2"/>
                </a:solidFill>
              </a:defRPr>
            </a:lvl1pPr>
            <a:lvl2pPr indent="-228600" lvl="1" marL="914400" algn="l">
              <a:spcBef>
                <a:spcPts val="300"/>
              </a:spcBef>
              <a:spcAft>
                <a:spcPts val="0"/>
              </a:spcAft>
              <a:buSzPts val="1800"/>
              <a:buNone/>
              <a:defRPr sz="1800">
                <a:solidFill>
                  <a:srgbClr val="888888"/>
                </a:solidFill>
              </a:defRPr>
            </a:lvl2pPr>
            <a:lvl3pPr indent="-228600" lvl="2" marL="1371600" algn="l">
              <a:spcBef>
                <a:spcPts val="300"/>
              </a:spcBef>
              <a:spcAft>
                <a:spcPts val="0"/>
              </a:spcAft>
              <a:buSzPts val="1600"/>
              <a:buNone/>
              <a:defRPr sz="1600">
                <a:solidFill>
                  <a:srgbClr val="888888"/>
                </a:solidFill>
              </a:defRPr>
            </a:lvl3pPr>
            <a:lvl4pPr indent="-228600" lvl="3" marL="1828800" algn="l">
              <a:spcBef>
                <a:spcPts val="300"/>
              </a:spcBef>
              <a:spcAft>
                <a:spcPts val="0"/>
              </a:spcAft>
              <a:buSzPts val="1400"/>
              <a:buNone/>
              <a:defRPr sz="1400">
                <a:solidFill>
                  <a:srgbClr val="888888"/>
                </a:solidFill>
              </a:defRPr>
            </a:lvl4pPr>
            <a:lvl5pPr indent="-228600" lvl="4" marL="2286000" algn="l">
              <a:spcBef>
                <a:spcPts val="300"/>
              </a:spcBef>
              <a:spcAft>
                <a:spcPts val="0"/>
              </a:spcAft>
              <a:buSzPts val="1400"/>
              <a:buNone/>
              <a:defRPr sz="1400">
                <a:solidFill>
                  <a:srgbClr val="888888"/>
                </a:solidFill>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832" name="Google Shape;832;p117"/>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3" name="Google Shape;833;p117"/>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4" name="Google Shape;834;p117"/>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845" name="Shape 845"/>
        <p:cNvGrpSpPr/>
        <p:nvPr/>
      </p:nvGrpSpPr>
      <p:grpSpPr>
        <a:xfrm>
          <a:off x="0" y="0"/>
          <a:ext cx="0" cy="0"/>
          <a:chOff x="0" y="0"/>
          <a:chExt cx="0" cy="0"/>
        </a:xfrm>
      </p:grpSpPr>
      <p:sp>
        <p:nvSpPr>
          <p:cNvPr id="846" name="Google Shape;846;p119"/>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7" name="Google Shape;847;p119"/>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848" name="Google Shape;848;p119"/>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400"/>
              </a:spcBef>
              <a:spcAft>
                <a:spcPts val="0"/>
              </a:spcAft>
              <a:buClr>
                <a:schemeClr val="accent1"/>
              </a:buClr>
              <a:buSzPts val="1836"/>
              <a:buFont typeface="Noto Sans Symbols"/>
              <a:buChar char="🞂"/>
              <a:defRPr b="0" i="0" sz="2700" u="none" cap="none" strike="noStrike">
                <a:solidFill>
                  <a:schemeClr val="dk1"/>
                </a:solidFill>
                <a:latin typeface="Lucida Sans"/>
                <a:ea typeface="Lucida Sans"/>
                <a:cs typeface="Lucida Sans"/>
                <a:sym typeface="Lucida Sans"/>
              </a:defRPr>
            </a:lvl1pPr>
            <a:lvl2pPr lvl="1" marR="0" rtl="0" algn="l">
              <a:spcBef>
                <a:spcPts val="325"/>
              </a:spcBef>
              <a:spcAft>
                <a:spcPts val="0"/>
              </a:spcAft>
              <a:buClr>
                <a:schemeClr val="accent1"/>
              </a:buClr>
              <a:buSzPts val="2300"/>
              <a:buFont typeface="Verdana"/>
              <a:buChar char="◦"/>
              <a:defRPr b="0" i="0" sz="2300" u="none" cap="none" strike="noStrike">
                <a:solidFill>
                  <a:schemeClr val="dk1"/>
                </a:solidFill>
                <a:latin typeface="Lucida Sans"/>
                <a:ea typeface="Lucida Sans"/>
                <a:cs typeface="Lucida Sans"/>
                <a:sym typeface="Lucida Sans"/>
              </a:defRPr>
            </a:lvl2pPr>
            <a:lvl3pPr lvl="2"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Lucida Sans"/>
                <a:ea typeface="Lucida Sans"/>
                <a:cs typeface="Lucida Sans"/>
                <a:sym typeface="Lucida Sans"/>
              </a:defRPr>
            </a:lvl3pPr>
            <a:lvl4pPr lvl="3"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Lucida Sans"/>
                <a:ea typeface="Lucida Sans"/>
                <a:cs typeface="Lucida Sans"/>
                <a:sym typeface="Lucida Sans"/>
              </a:defRPr>
            </a:lvl4pPr>
            <a:lvl5pPr lvl="4"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Lucida Sans"/>
                <a:ea typeface="Lucida Sans"/>
                <a:cs typeface="Lucida Sans"/>
                <a:sym typeface="Lucida Sans"/>
              </a:defRPr>
            </a:lvl5pPr>
            <a:lvl6pPr lvl="5"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Lucida Sans"/>
                <a:ea typeface="Lucida Sans"/>
                <a:cs typeface="Lucida Sans"/>
                <a:sym typeface="Lucida Sans"/>
              </a:defRPr>
            </a:lvl6pPr>
            <a:lvl7pPr lvl="6"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7pPr>
            <a:lvl8pPr lvl="7"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8pPr>
            <a:lvl9pPr lvl="8"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9pPr>
          </a:lstStyle>
          <a:p/>
        </p:txBody>
      </p:sp>
      <p:sp>
        <p:nvSpPr>
          <p:cNvPr id="849" name="Google Shape;849;p119"/>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0" name="Google Shape;850;p119"/>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1" name="Google Shape;851;p119"/>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852" name="Shape 852"/>
        <p:cNvGrpSpPr/>
        <p:nvPr/>
      </p:nvGrpSpPr>
      <p:grpSpPr>
        <a:xfrm>
          <a:off x="0" y="0"/>
          <a:ext cx="0" cy="0"/>
          <a:chOff x="0" y="0"/>
          <a:chExt cx="0" cy="0"/>
        </a:xfrm>
      </p:grpSpPr>
      <p:sp>
        <p:nvSpPr>
          <p:cNvPr id="853" name="Google Shape;853;p120"/>
          <p:cNvSpPr txBox="1"/>
          <p:nvPr>
            <p:ph type="title"/>
          </p:nvPr>
        </p:nvSpPr>
        <p:spPr>
          <a:xfrm rot="5400000">
            <a:off x="4936367" y="2182285"/>
            <a:ext cx="5592761" cy="17774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4" name="Google Shape;854;p120"/>
          <p:cNvSpPr txBox="1"/>
          <p:nvPr>
            <p:ph idx="1" type="body"/>
          </p:nvPr>
        </p:nvSpPr>
        <p:spPr>
          <a:xfrm rot="5400000">
            <a:off x="823120" y="-91279"/>
            <a:ext cx="5592760" cy="63246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855" name="Google Shape;855;p120"/>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6" name="Google Shape;856;p120"/>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7" name="Google Shape;857;p120"/>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858" name="Shape 858"/>
        <p:cNvGrpSpPr/>
        <p:nvPr/>
      </p:nvGrpSpPr>
      <p:grpSpPr>
        <a:xfrm>
          <a:off x="0" y="0"/>
          <a:ext cx="0" cy="0"/>
          <a:chOff x="0" y="0"/>
          <a:chExt cx="0" cy="0"/>
        </a:xfrm>
      </p:grpSpPr>
      <p:sp>
        <p:nvSpPr>
          <p:cNvPr id="859" name="Google Shape;859;p1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0" name="Google Shape;860;p121"/>
          <p:cNvSpPr txBox="1"/>
          <p:nvPr>
            <p:ph idx="1" type="body"/>
          </p:nvPr>
        </p:nvSpPr>
        <p:spPr>
          <a:xfrm rot="5400000">
            <a:off x="2378964" y="-440436"/>
            <a:ext cx="4386071" cy="82296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861" name="Google Shape;861;p121"/>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2" name="Google Shape;862;p121"/>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3" name="Google Shape;863;p121"/>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864" name="Shape 864"/>
        <p:cNvGrpSpPr/>
        <p:nvPr/>
      </p:nvGrpSpPr>
      <p:grpSpPr>
        <a:xfrm>
          <a:off x="0" y="0"/>
          <a:ext cx="0" cy="0"/>
          <a:chOff x="0" y="0"/>
          <a:chExt cx="0" cy="0"/>
        </a:xfrm>
      </p:grpSpPr>
      <p:sp>
        <p:nvSpPr>
          <p:cNvPr id="865" name="Google Shape;865;p122"/>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6" name="Google Shape;866;p122"/>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7" name="Google Shape;867;p122"/>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868" name="Shape 868"/>
        <p:cNvGrpSpPr/>
        <p:nvPr/>
      </p:nvGrpSpPr>
      <p:grpSpPr>
        <a:xfrm>
          <a:off x="0" y="0"/>
          <a:ext cx="0" cy="0"/>
          <a:chOff x="0" y="0"/>
          <a:chExt cx="0" cy="0"/>
        </a:xfrm>
      </p:grpSpPr>
      <p:sp>
        <p:nvSpPr>
          <p:cNvPr id="869" name="Google Shape;869;p123"/>
          <p:cNvSpPr txBox="1"/>
          <p:nvPr>
            <p:ph idx="1" type="body"/>
          </p:nvPr>
        </p:nvSpPr>
        <p:spPr>
          <a:xfrm>
            <a:off x="457200" y="1481137"/>
            <a:ext cx="8229600" cy="4525962"/>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870" name="Google Shape;870;p1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1" name="Google Shape;871;p123"/>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2" name="Google Shape;872;p123"/>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3" name="Google Shape;873;p123"/>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884" name="Shape 884"/>
        <p:cNvGrpSpPr/>
        <p:nvPr/>
      </p:nvGrpSpPr>
      <p:grpSpPr>
        <a:xfrm>
          <a:off x="0" y="0"/>
          <a:ext cx="0" cy="0"/>
          <a:chOff x="0" y="0"/>
          <a:chExt cx="0" cy="0"/>
        </a:xfrm>
      </p:grpSpPr>
      <p:sp>
        <p:nvSpPr>
          <p:cNvPr id="885" name="Google Shape;885;p125"/>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6" name="Google Shape;886;p125"/>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887" name="Google Shape;887;p125"/>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400"/>
              </a:spcBef>
              <a:spcAft>
                <a:spcPts val="0"/>
              </a:spcAft>
              <a:buClr>
                <a:schemeClr val="accent1"/>
              </a:buClr>
              <a:buSzPts val="1836"/>
              <a:buFont typeface="Noto Sans Symbols"/>
              <a:buChar char="🞂"/>
              <a:defRPr b="0" i="0" sz="2700" u="none" cap="none" strike="noStrike">
                <a:solidFill>
                  <a:schemeClr val="dk1"/>
                </a:solidFill>
                <a:latin typeface="Lucida Sans"/>
                <a:ea typeface="Lucida Sans"/>
                <a:cs typeface="Lucida Sans"/>
                <a:sym typeface="Lucida Sans"/>
              </a:defRPr>
            </a:lvl1pPr>
            <a:lvl2pPr lvl="1" marR="0" rtl="0" algn="l">
              <a:spcBef>
                <a:spcPts val="325"/>
              </a:spcBef>
              <a:spcAft>
                <a:spcPts val="0"/>
              </a:spcAft>
              <a:buClr>
                <a:schemeClr val="accent1"/>
              </a:buClr>
              <a:buSzPts val="2300"/>
              <a:buFont typeface="Verdana"/>
              <a:buChar char="◦"/>
              <a:defRPr b="0" i="0" sz="2300" u="none" cap="none" strike="noStrike">
                <a:solidFill>
                  <a:schemeClr val="dk1"/>
                </a:solidFill>
                <a:latin typeface="Lucida Sans"/>
                <a:ea typeface="Lucida Sans"/>
                <a:cs typeface="Lucida Sans"/>
                <a:sym typeface="Lucida Sans"/>
              </a:defRPr>
            </a:lvl2pPr>
            <a:lvl3pPr lvl="2"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Lucida Sans"/>
                <a:ea typeface="Lucida Sans"/>
                <a:cs typeface="Lucida Sans"/>
                <a:sym typeface="Lucida Sans"/>
              </a:defRPr>
            </a:lvl3pPr>
            <a:lvl4pPr lvl="3"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Lucida Sans"/>
                <a:ea typeface="Lucida Sans"/>
                <a:cs typeface="Lucida Sans"/>
                <a:sym typeface="Lucida Sans"/>
              </a:defRPr>
            </a:lvl4pPr>
            <a:lvl5pPr lvl="4"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Lucida Sans"/>
                <a:ea typeface="Lucida Sans"/>
                <a:cs typeface="Lucida Sans"/>
                <a:sym typeface="Lucida Sans"/>
              </a:defRPr>
            </a:lvl5pPr>
            <a:lvl6pPr lvl="5"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Lucida Sans"/>
                <a:ea typeface="Lucida Sans"/>
                <a:cs typeface="Lucida Sans"/>
                <a:sym typeface="Lucida Sans"/>
              </a:defRPr>
            </a:lvl6pPr>
            <a:lvl7pPr lvl="6"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7pPr>
            <a:lvl8pPr lvl="7"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8pPr>
            <a:lvl9pPr lvl="8"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9pPr>
          </a:lstStyle>
          <a:p/>
        </p:txBody>
      </p:sp>
      <p:sp>
        <p:nvSpPr>
          <p:cNvPr id="888" name="Google Shape;888;p125"/>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9" name="Google Shape;889;p125"/>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0" name="Google Shape;890;p125"/>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891" name="Shape 891"/>
        <p:cNvGrpSpPr/>
        <p:nvPr/>
      </p:nvGrpSpPr>
      <p:grpSpPr>
        <a:xfrm>
          <a:off x="0" y="0"/>
          <a:ext cx="0" cy="0"/>
          <a:chOff x="0" y="0"/>
          <a:chExt cx="0" cy="0"/>
        </a:xfrm>
      </p:grpSpPr>
      <p:sp>
        <p:nvSpPr>
          <p:cNvPr id="892" name="Google Shape;892;p126"/>
          <p:cNvSpPr txBox="1"/>
          <p:nvPr>
            <p:ph type="title"/>
          </p:nvPr>
        </p:nvSpPr>
        <p:spPr>
          <a:xfrm rot="5400000">
            <a:off x="4936367" y="2182285"/>
            <a:ext cx="5592761" cy="177747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3" name="Google Shape;893;p126"/>
          <p:cNvSpPr txBox="1"/>
          <p:nvPr>
            <p:ph idx="1" type="body"/>
          </p:nvPr>
        </p:nvSpPr>
        <p:spPr>
          <a:xfrm rot="5400000">
            <a:off x="823120" y="-91279"/>
            <a:ext cx="5592760" cy="63246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894" name="Google Shape;894;p126"/>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5" name="Google Shape;895;p126"/>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6" name="Google Shape;896;p126"/>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897" name="Shape 897"/>
        <p:cNvGrpSpPr/>
        <p:nvPr/>
      </p:nvGrpSpPr>
      <p:grpSpPr>
        <a:xfrm>
          <a:off x="0" y="0"/>
          <a:ext cx="0" cy="0"/>
          <a:chOff x="0" y="0"/>
          <a:chExt cx="0" cy="0"/>
        </a:xfrm>
      </p:grpSpPr>
      <p:sp>
        <p:nvSpPr>
          <p:cNvPr id="898" name="Google Shape;898;p1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9" name="Google Shape;899;p127"/>
          <p:cNvSpPr txBox="1"/>
          <p:nvPr>
            <p:ph idx="1" type="body"/>
          </p:nvPr>
        </p:nvSpPr>
        <p:spPr>
          <a:xfrm rot="5400000">
            <a:off x="2378964" y="-440436"/>
            <a:ext cx="4386071" cy="8229600"/>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900" name="Google Shape;900;p127"/>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1" name="Google Shape;901;p127"/>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2" name="Google Shape;902;p127"/>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903" name="Shape 903"/>
        <p:cNvGrpSpPr/>
        <p:nvPr/>
      </p:nvGrpSpPr>
      <p:grpSpPr>
        <a:xfrm>
          <a:off x="0" y="0"/>
          <a:ext cx="0" cy="0"/>
          <a:chOff x="0" y="0"/>
          <a:chExt cx="0" cy="0"/>
        </a:xfrm>
      </p:grpSpPr>
      <p:sp>
        <p:nvSpPr>
          <p:cNvPr id="904" name="Google Shape;904;p128"/>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5" name="Google Shape;905;p128"/>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6" name="Google Shape;906;p128"/>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907" name="Shape 907"/>
        <p:cNvGrpSpPr/>
        <p:nvPr/>
      </p:nvGrpSpPr>
      <p:grpSpPr>
        <a:xfrm>
          <a:off x="0" y="0"/>
          <a:ext cx="0" cy="0"/>
          <a:chOff x="0" y="0"/>
          <a:chExt cx="0" cy="0"/>
        </a:xfrm>
      </p:grpSpPr>
      <p:sp>
        <p:nvSpPr>
          <p:cNvPr id="908" name="Google Shape;908;p129"/>
          <p:cNvSpPr txBox="1"/>
          <p:nvPr>
            <p:ph idx="1" type="body"/>
          </p:nvPr>
        </p:nvSpPr>
        <p:spPr>
          <a:xfrm>
            <a:off x="457200" y="1481137"/>
            <a:ext cx="8229600" cy="4525962"/>
          </a:xfrm>
          <a:prstGeom prst="rect">
            <a:avLst/>
          </a:prstGeom>
          <a:noFill/>
          <a:ln>
            <a:noFill/>
          </a:ln>
        </p:spPr>
        <p:txBody>
          <a:bodyPr anchorCtr="0" anchor="t" bIns="45700" lIns="91425" spcFirstLastPara="1" rIns="91425" wrap="square" tIns="45700">
            <a:noAutofit/>
          </a:bodyPr>
          <a:lstStyle>
            <a:lvl1pPr indent="-306324" lvl="0" marL="457200" algn="l">
              <a:spcBef>
                <a:spcPts val="400"/>
              </a:spcBef>
              <a:spcAft>
                <a:spcPts val="0"/>
              </a:spcAft>
              <a:buSzPts val="1224"/>
              <a:buChar char="🞂"/>
              <a:defRPr/>
            </a:lvl1pPr>
            <a:lvl2pPr indent="-342900" lvl="1" marL="914400" algn="l">
              <a:spcBef>
                <a:spcPts val="325"/>
              </a:spcBef>
              <a:spcAft>
                <a:spcPts val="0"/>
              </a:spcAft>
              <a:buSzPts val="1800"/>
              <a:buChar char="◦"/>
              <a:defRPr/>
            </a:lvl2pPr>
            <a:lvl3pPr indent="-342900" lvl="2" marL="1371600" algn="l">
              <a:spcBef>
                <a:spcPts val="350"/>
              </a:spcBef>
              <a:spcAft>
                <a:spcPts val="0"/>
              </a:spcAft>
              <a:buSzPts val="1800"/>
              <a:buChar char="●"/>
              <a:defRPr/>
            </a:lvl3pPr>
            <a:lvl4pPr indent="-342900" lvl="3" marL="1828800" algn="l">
              <a:spcBef>
                <a:spcPts val="350"/>
              </a:spcBef>
              <a:spcAft>
                <a:spcPts val="0"/>
              </a:spcAft>
              <a:buSzPts val="1800"/>
              <a:buChar char="●"/>
              <a:defRPr/>
            </a:lvl4pPr>
            <a:lvl5pPr indent="-342900" lvl="4" marL="2286000" algn="l">
              <a:spcBef>
                <a:spcPts val="350"/>
              </a:spcBef>
              <a:spcAft>
                <a:spcPts val="0"/>
              </a:spcAft>
              <a:buSzPts val="1800"/>
              <a:buChar char="●"/>
              <a:defRPr/>
            </a:lvl5pPr>
            <a:lvl6pPr indent="-342900" lvl="5" marL="2743200" algn="l">
              <a:spcBef>
                <a:spcPts val="350"/>
              </a:spcBef>
              <a:spcAft>
                <a:spcPts val="0"/>
              </a:spcAft>
              <a:buSzPts val="1800"/>
              <a:buChar char="■"/>
              <a:defRPr/>
            </a:lvl6pPr>
            <a:lvl7pPr indent="-342900" lvl="6" marL="3200400" algn="l">
              <a:spcBef>
                <a:spcPts val="350"/>
              </a:spcBef>
              <a:spcAft>
                <a:spcPts val="0"/>
              </a:spcAft>
              <a:buSzPts val="1800"/>
              <a:buChar char="■"/>
              <a:defRPr/>
            </a:lvl7pPr>
            <a:lvl8pPr indent="-342900" lvl="7" marL="3657600" algn="l">
              <a:spcBef>
                <a:spcPts val="350"/>
              </a:spcBef>
              <a:spcAft>
                <a:spcPts val="0"/>
              </a:spcAft>
              <a:buSzPts val="1800"/>
              <a:buChar char="■"/>
              <a:defRPr/>
            </a:lvl8pPr>
            <a:lvl9pPr indent="-342900" lvl="8" marL="4114800" algn="l">
              <a:spcBef>
                <a:spcPts val="350"/>
              </a:spcBef>
              <a:spcAft>
                <a:spcPts val="0"/>
              </a:spcAft>
              <a:buSzPts val="1800"/>
              <a:buChar char="■"/>
              <a:defRPr/>
            </a:lvl9pPr>
          </a:lstStyle>
          <a:p/>
        </p:txBody>
      </p:sp>
      <p:sp>
        <p:nvSpPr>
          <p:cNvPr id="909" name="Google Shape;909;p1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0" name="Google Shape;910;p129"/>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1" name="Google Shape;911;p129"/>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2" name="Google Shape;912;p129"/>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920" name="Shape 920"/>
        <p:cNvGrpSpPr/>
        <p:nvPr/>
      </p:nvGrpSpPr>
      <p:grpSpPr>
        <a:xfrm>
          <a:off x="0" y="0"/>
          <a:ext cx="0" cy="0"/>
          <a:chOff x="0" y="0"/>
          <a:chExt cx="0" cy="0"/>
        </a:xfrm>
      </p:grpSpPr>
      <p:sp>
        <p:nvSpPr>
          <p:cNvPr id="921" name="Google Shape;921;p131"/>
          <p:cNvSpPr txBox="1"/>
          <p:nvPr>
            <p:ph type="title"/>
          </p:nvPr>
        </p:nvSpPr>
        <p:spPr>
          <a:xfrm>
            <a:off x="685800" y="768350"/>
            <a:ext cx="7772400" cy="1143000"/>
          </a:xfrm>
          <a:prstGeom prst="rect">
            <a:avLst/>
          </a:prstGeom>
          <a:noFill/>
          <a:ln>
            <a:noFill/>
          </a:ln>
        </p:spPr>
        <p:txBody>
          <a:bodyPr anchorCtr="0" anchor="b" bIns="0" lIns="45700" spcFirstLastPara="1" rIns="4570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2" name="Google Shape;922;p131"/>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12039" lvl="0" marL="457200" algn="l">
              <a:spcBef>
                <a:spcPts val="600"/>
              </a:spcBef>
              <a:spcAft>
                <a:spcPts val="0"/>
              </a:spcAft>
              <a:buSzPts val="1314"/>
              <a:buChar char="⦿"/>
              <a:defRPr/>
            </a:lvl1pPr>
            <a:lvl2pPr indent="-320040" lvl="1" marL="914400" algn="l">
              <a:spcBef>
                <a:spcPts val="500"/>
              </a:spcBef>
              <a:spcAft>
                <a:spcPts val="0"/>
              </a:spcAft>
              <a:buSzPts val="1440"/>
              <a:buChar char="◼"/>
              <a:defRPr/>
            </a:lvl2pPr>
            <a:lvl3pPr indent="-297180" lvl="2" marL="1371600" algn="l">
              <a:spcBef>
                <a:spcPts val="400"/>
              </a:spcBef>
              <a:spcAft>
                <a:spcPts val="0"/>
              </a:spcAft>
              <a:buSzPts val="1080"/>
              <a:buChar char="🞆"/>
              <a:defRPr/>
            </a:lvl3pPr>
            <a:lvl4pPr indent="-320040" lvl="3" marL="1828800" algn="l">
              <a:spcBef>
                <a:spcPts val="360"/>
              </a:spcBef>
              <a:spcAft>
                <a:spcPts val="0"/>
              </a:spcAft>
              <a:buSzPts val="1440"/>
              <a:buChar char="⚫"/>
              <a:defRPr/>
            </a:lvl4pPr>
            <a:lvl5pPr indent="-308610" lvl="4" marL="2286000" algn="l">
              <a:spcBef>
                <a:spcPts val="400"/>
              </a:spcBef>
              <a:spcAft>
                <a:spcPts val="0"/>
              </a:spcAft>
              <a:buSzPts val="1260"/>
              <a:buChar char="◉"/>
              <a:defRPr/>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3" name="Google Shape;923;p131"/>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600"/>
              </a:spcBef>
              <a:spcAft>
                <a:spcPts val="0"/>
              </a:spcAft>
              <a:buClr>
                <a:schemeClr val="dk2"/>
              </a:buClr>
              <a:buSzPts val="1898"/>
              <a:buFont typeface="Noto Sans Symbols"/>
              <a:buChar char="⦿"/>
              <a:defRPr b="0" i="0" sz="2600" u="none" cap="none" strike="noStrike">
                <a:solidFill>
                  <a:schemeClr val="dk1"/>
                </a:solidFill>
                <a:latin typeface="Trebuchet MS"/>
                <a:ea typeface="Trebuchet MS"/>
                <a:cs typeface="Trebuchet MS"/>
                <a:sym typeface="Trebuchet MS"/>
              </a:defRPr>
            </a:lvl1pPr>
            <a:lvl2pPr lvl="1" marR="0" rtl="0" algn="l">
              <a:spcBef>
                <a:spcPts val="500"/>
              </a:spcBef>
              <a:spcAft>
                <a:spcPts val="0"/>
              </a:spcAft>
              <a:buClr>
                <a:srgbClr val="FF0000"/>
              </a:buClr>
              <a:buSzPts val="1840"/>
              <a:buFont typeface="Noto Sans Symbols"/>
              <a:buChar char="◼"/>
              <a:defRPr b="0" i="0" sz="2300" u="none" cap="none" strike="noStrike">
                <a:solidFill>
                  <a:srgbClr val="6C6C6C"/>
                </a:solidFill>
                <a:latin typeface="Trebuchet MS"/>
                <a:ea typeface="Trebuchet MS"/>
                <a:cs typeface="Trebuchet MS"/>
                <a:sym typeface="Trebuchet MS"/>
              </a:defRPr>
            </a:lvl2pPr>
            <a:lvl3pPr lvl="2" marR="0" rtl="0" algn="l">
              <a:spcBef>
                <a:spcPts val="400"/>
              </a:spcBef>
              <a:spcAft>
                <a:spcPts val="0"/>
              </a:spcAft>
              <a:buClr>
                <a:srgbClr val="FF0000"/>
              </a:buClr>
              <a:buSzPts val="1200"/>
              <a:buFont typeface="Noto Sans Symbols"/>
              <a:buChar char="🞆"/>
              <a:defRPr b="0" i="0" sz="2000" u="none" cap="none" strike="noStrike">
                <a:solidFill>
                  <a:schemeClr val="dk1"/>
                </a:solidFill>
                <a:latin typeface="Trebuchet MS"/>
                <a:ea typeface="Trebuchet MS"/>
                <a:cs typeface="Trebuchet MS"/>
                <a:sym typeface="Trebuchet MS"/>
              </a:defRPr>
            </a:lvl3pPr>
            <a:lvl4pPr lvl="3" marR="0" rtl="0" algn="l">
              <a:spcBef>
                <a:spcPts val="400"/>
              </a:spcBef>
              <a:spcAft>
                <a:spcPts val="0"/>
              </a:spcAft>
              <a:buClr>
                <a:srgbClr val="FF0000"/>
              </a:buClr>
              <a:buSzPts val="1600"/>
              <a:buFont typeface="Noto Sans Symbols"/>
              <a:buChar char="⚫"/>
              <a:defRPr b="0" i="0" sz="2000" u="none" cap="none" strike="noStrike">
                <a:solidFill>
                  <a:srgbClr val="6C6C6C"/>
                </a:solidFill>
                <a:latin typeface="Trebuchet MS"/>
                <a:ea typeface="Trebuchet MS"/>
                <a:cs typeface="Trebuchet MS"/>
                <a:sym typeface="Trebuchet MS"/>
              </a:defRPr>
            </a:lvl4pPr>
            <a:lvl5pPr lvl="4" marR="0" rtl="0" algn="l">
              <a:spcBef>
                <a:spcPts val="400"/>
              </a:spcBef>
              <a:spcAft>
                <a:spcPts val="0"/>
              </a:spcAft>
              <a:buClr>
                <a:srgbClr val="FF0000"/>
              </a:buClr>
              <a:buSzPts val="1260"/>
              <a:buFont typeface="Noto Sans Symbols"/>
              <a:buChar char="◉"/>
              <a:defRPr b="0" i="0" sz="1800" u="none" cap="none" strike="noStrike">
                <a:solidFill>
                  <a:schemeClr val="dk1"/>
                </a:solidFill>
                <a:latin typeface="Trebuchet MS"/>
                <a:ea typeface="Trebuchet MS"/>
                <a:cs typeface="Trebuchet MS"/>
                <a:sym typeface="Trebuchet MS"/>
              </a:defRPr>
            </a:lvl5pPr>
            <a:lvl6pPr lvl="5" marR="0" rtl="0" algn="l">
              <a:spcBef>
                <a:spcPts val="400"/>
              </a:spcBef>
              <a:spcAft>
                <a:spcPts val="0"/>
              </a:spcAft>
              <a:buClr>
                <a:schemeClr val="accent4"/>
              </a:buClr>
              <a:buSzPts val="1440"/>
              <a:buFont typeface="Noto Sans Symbols"/>
              <a:buChar char="⚫"/>
              <a:defRPr b="0" i="0" sz="1800" u="none" cap="none" strike="noStrike">
                <a:solidFill>
                  <a:srgbClr val="6C6C6C"/>
                </a:solidFill>
                <a:latin typeface="Trebuchet MS"/>
                <a:ea typeface="Trebuchet MS"/>
                <a:cs typeface="Trebuchet MS"/>
                <a:sym typeface="Trebuchet MS"/>
              </a:defRPr>
            </a:lvl6pPr>
            <a:lvl7pPr lvl="6" marR="0" rtl="0" algn="l">
              <a:spcBef>
                <a:spcPts val="320"/>
              </a:spcBef>
              <a:spcAft>
                <a:spcPts val="0"/>
              </a:spcAft>
              <a:buClr>
                <a:schemeClr val="accent4"/>
              </a:buClr>
              <a:buSzPts val="1280"/>
              <a:buFont typeface="Noto Sans Symbols"/>
              <a:buChar char="◼"/>
              <a:defRPr b="0" i="0" sz="1600" u="none" cap="none" strike="noStrike">
                <a:solidFill>
                  <a:schemeClr val="dk1"/>
                </a:solidFill>
                <a:latin typeface="Trebuchet MS"/>
                <a:ea typeface="Trebuchet MS"/>
                <a:cs typeface="Trebuchet MS"/>
                <a:sym typeface="Trebuchet MS"/>
              </a:defRPr>
            </a:lvl7pPr>
            <a:lvl8pPr lvl="7" marR="0" rtl="0" algn="l">
              <a:spcBef>
                <a:spcPts val="300"/>
              </a:spcBef>
              <a:spcAft>
                <a:spcPts val="0"/>
              </a:spcAft>
              <a:buClr>
                <a:schemeClr val="accent4"/>
              </a:buClr>
              <a:buSzPts val="1600"/>
              <a:buFont typeface="Trebuchet MS"/>
              <a:buChar char="•"/>
              <a:defRPr b="0" i="0" sz="1600" u="none" cap="none" strike="noStrike">
                <a:solidFill>
                  <a:srgbClr val="6C6C6C"/>
                </a:solidFill>
                <a:latin typeface="Trebuchet MS"/>
                <a:ea typeface="Trebuchet MS"/>
                <a:cs typeface="Trebuchet MS"/>
                <a:sym typeface="Trebuchet MS"/>
              </a:defRPr>
            </a:lvl8pPr>
            <a:lvl9pPr lvl="8" marR="0" rtl="0" algn="l">
              <a:spcBef>
                <a:spcPts val="280"/>
              </a:spcBef>
              <a:spcAft>
                <a:spcPts val="0"/>
              </a:spcAft>
              <a:buClr>
                <a:schemeClr val="accent4"/>
              </a:buClr>
              <a:buSzPts val="1400"/>
              <a:buFont typeface="Noto Sans Symbols"/>
              <a:buChar char="▪"/>
              <a:defRPr b="0" i="0" sz="1400" u="none" cap="none" strike="noStrike">
                <a:solidFill>
                  <a:schemeClr val="dk1"/>
                </a:solidFill>
                <a:latin typeface="Trebuchet MS"/>
                <a:ea typeface="Trebuchet MS"/>
                <a:cs typeface="Trebuchet MS"/>
                <a:sym typeface="Trebuchet MS"/>
              </a:defRPr>
            </a:lvl9pPr>
          </a:lstStyle>
          <a:p/>
        </p:txBody>
      </p:sp>
      <p:sp>
        <p:nvSpPr>
          <p:cNvPr id="924" name="Google Shape;924;p131"/>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5" name="Google Shape;925;p131"/>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6" name="Google Shape;926;p131"/>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innehåll och text" type="objAndTx">
  <p:cSld name="OBJECT_AND_TEXT">
    <p:spTree>
      <p:nvGrpSpPr>
        <p:cNvPr id="927" name="Shape 927"/>
        <p:cNvGrpSpPr/>
        <p:nvPr/>
      </p:nvGrpSpPr>
      <p:grpSpPr>
        <a:xfrm>
          <a:off x="0" y="0"/>
          <a:ext cx="0" cy="0"/>
          <a:chOff x="0" y="0"/>
          <a:chExt cx="0" cy="0"/>
        </a:xfrm>
      </p:grpSpPr>
      <p:sp>
        <p:nvSpPr>
          <p:cNvPr id="928" name="Google Shape;928;p132"/>
          <p:cNvSpPr txBox="1"/>
          <p:nvPr>
            <p:ph type="title"/>
          </p:nvPr>
        </p:nvSpPr>
        <p:spPr>
          <a:xfrm>
            <a:off x="685800" y="768350"/>
            <a:ext cx="7772400" cy="1143000"/>
          </a:xfrm>
          <a:prstGeom prst="rect">
            <a:avLst/>
          </a:prstGeom>
          <a:noFill/>
          <a:ln>
            <a:noFill/>
          </a:ln>
        </p:spPr>
        <p:txBody>
          <a:bodyPr anchorCtr="0" anchor="b" bIns="0" lIns="45700" spcFirstLastPara="1" rIns="4570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9" name="Google Shape;929;p13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12039" lvl="0" marL="457200" algn="l">
              <a:spcBef>
                <a:spcPts val="600"/>
              </a:spcBef>
              <a:spcAft>
                <a:spcPts val="0"/>
              </a:spcAft>
              <a:buSzPts val="1314"/>
              <a:buChar char="⦿"/>
              <a:defRPr/>
            </a:lvl1pPr>
            <a:lvl2pPr indent="-320040" lvl="1" marL="914400" algn="l">
              <a:spcBef>
                <a:spcPts val="500"/>
              </a:spcBef>
              <a:spcAft>
                <a:spcPts val="0"/>
              </a:spcAft>
              <a:buSzPts val="1440"/>
              <a:buChar char="◼"/>
              <a:defRPr/>
            </a:lvl2pPr>
            <a:lvl3pPr indent="-297180" lvl="2" marL="1371600" algn="l">
              <a:spcBef>
                <a:spcPts val="400"/>
              </a:spcBef>
              <a:spcAft>
                <a:spcPts val="0"/>
              </a:spcAft>
              <a:buSzPts val="1080"/>
              <a:buChar char="🞆"/>
              <a:defRPr/>
            </a:lvl3pPr>
            <a:lvl4pPr indent="-320040" lvl="3" marL="1828800" algn="l">
              <a:spcBef>
                <a:spcPts val="360"/>
              </a:spcBef>
              <a:spcAft>
                <a:spcPts val="0"/>
              </a:spcAft>
              <a:buSzPts val="1440"/>
              <a:buChar char="⚫"/>
              <a:defRPr/>
            </a:lvl4pPr>
            <a:lvl5pPr indent="-308610" lvl="4" marL="2286000" algn="l">
              <a:spcBef>
                <a:spcPts val="400"/>
              </a:spcBef>
              <a:spcAft>
                <a:spcPts val="0"/>
              </a:spcAft>
              <a:buSzPts val="1260"/>
              <a:buChar char="◉"/>
              <a:defRPr/>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0" name="Google Shape;930;p132"/>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12039" lvl="0" marL="457200" algn="l">
              <a:spcBef>
                <a:spcPts val="600"/>
              </a:spcBef>
              <a:spcAft>
                <a:spcPts val="0"/>
              </a:spcAft>
              <a:buSzPts val="1314"/>
              <a:buChar char="⦿"/>
              <a:defRPr/>
            </a:lvl1pPr>
            <a:lvl2pPr indent="-320040" lvl="1" marL="914400" algn="l">
              <a:spcBef>
                <a:spcPts val="500"/>
              </a:spcBef>
              <a:spcAft>
                <a:spcPts val="0"/>
              </a:spcAft>
              <a:buSzPts val="1440"/>
              <a:buChar char="◼"/>
              <a:defRPr/>
            </a:lvl2pPr>
            <a:lvl3pPr indent="-297180" lvl="2" marL="1371600" algn="l">
              <a:spcBef>
                <a:spcPts val="400"/>
              </a:spcBef>
              <a:spcAft>
                <a:spcPts val="0"/>
              </a:spcAft>
              <a:buSzPts val="1080"/>
              <a:buChar char="🞆"/>
              <a:defRPr/>
            </a:lvl3pPr>
            <a:lvl4pPr indent="-320040" lvl="3" marL="1828800" algn="l">
              <a:spcBef>
                <a:spcPts val="360"/>
              </a:spcBef>
              <a:spcAft>
                <a:spcPts val="0"/>
              </a:spcAft>
              <a:buSzPts val="1440"/>
              <a:buChar char="⚫"/>
              <a:defRPr/>
            </a:lvl4pPr>
            <a:lvl5pPr indent="-308610" lvl="4" marL="2286000" algn="l">
              <a:spcBef>
                <a:spcPts val="400"/>
              </a:spcBef>
              <a:spcAft>
                <a:spcPts val="0"/>
              </a:spcAft>
              <a:buSzPts val="1260"/>
              <a:buChar char="◉"/>
              <a:defRPr/>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1" name="Google Shape;931;p132"/>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2" name="Google Shape;932;p132"/>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3" name="Google Shape;933;p132"/>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934" name="Shape 934"/>
        <p:cNvGrpSpPr/>
        <p:nvPr/>
      </p:nvGrpSpPr>
      <p:grpSpPr>
        <a:xfrm>
          <a:off x="0" y="0"/>
          <a:ext cx="0" cy="0"/>
          <a:chOff x="0" y="0"/>
          <a:chExt cx="0" cy="0"/>
        </a:xfrm>
      </p:grpSpPr>
      <p:sp>
        <p:nvSpPr>
          <p:cNvPr id="935" name="Google Shape;935;p133"/>
          <p:cNvSpPr txBox="1"/>
          <p:nvPr>
            <p:ph type="title"/>
          </p:nvPr>
        </p:nvSpPr>
        <p:spPr>
          <a:xfrm>
            <a:off x="457200" y="320675"/>
            <a:ext cx="7239000" cy="1143000"/>
          </a:xfrm>
          <a:prstGeom prst="rect">
            <a:avLst/>
          </a:prstGeom>
          <a:noFill/>
          <a:ln>
            <a:noFill/>
          </a:ln>
        </p:spPr>
        <p:txBody>
          <a:bodyPr anchorCtr="0" anchor="b" bIns="0" lIns="45700" spcFirstLastPara="1" rIns="4570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6" name="Google Shape;936;p133"/>
          <p:cNvSpPr txBox="1"/>
          <p:nvPr>
            <p:ph idx="1" type="body"/>
          </p:nvPr>
        </p:nvSpPr>
        <p:spPr>
          <a:xfrm rot="5400000">
            <a:off x="1653381" y="413543"/>
            <a:ext cx="4846637" cy="7239000"/>
          </a:xfrm>
          <a:prstGeom prst="rect">
            <a:avLst/>
          </a:prstGeom>
          <a:noFill/>
          <a:ln>
            <a:noFill/>
          </a:ln>
        </p:spPr>
        <p:txBody>
          <a:bodyPr anchorCtr="0" anchor="t" bIns="45700" lIns="91425" spcFirstLastPara="1" rIns="91425" wrap="square" tIns="45700">
            <a:noAutofit/>
          </a:bodyPr>
          <a:lstStyle>
            <a:lvl1pPr indent="-312039" lvl="0" marL="457200" algn="l">
              <a:spcBef>
                <a:spcPts val="600"/>
              </a:spcBef>
              <a:spcAft>
                <a:spcPts val="0"/>
              </a:spcAft>
              <a:buSzPts val="1314"/>
              <a:buChar char="⦿"/>
              <a:defRPr/>
            </a:lvl1pPr>
            <a:lvl2pPr indent="-320040" lvl="1" marL="914400" algn="l">
              <a:spcBef>
                <a:spcPts val="500"/>
              </a:spcBef>
              <a:spcAft>
                <a:spcPts val="0"/>
              </a:spcAft>
              <a:buSzPts val="1440"/>
              <a:buChar char="◼"/>
              <a:defRPr/>
            </a:lvl2pPr>
            <a:lvl3pPr indent="-297180" lvl="2" marL="1371600" algn="l">
              <a:spcBef>
                <a:spcPts val="400"/>
              </a:spcBef>
              <a:spcAft>
                <a:spcPts val="0"/>
              </a:spcAft>
              <a:buSzPts val="1080"/>
              <a:buChar char="🞆"/>
              <a:defRPr/>
            </a:lvl3pPr>
            <a:lvl4pPr indent="-320040" lvl="3" marL="1828800" algn="l">
              <a:spcBef>
                <a:spcPts val="360"/>
              </a:spcBef>
              <a:spcAft>
                <a:spcPts val="0"/>
              </a:spcAft>
              <a:buSzPts val="1440"/>
              <a:buChar char="⚫"/>
              <a:defRPr/>
            </a:lvl4pPr>
            <a:lvl5pPr indent="-308610" lvl="4" marL="2286000" algn="l">
              <a:spcBef>
                <a:spcPts val="400"/>
              </a:spcBef>
              <a:spcAft>
                <a:spcPts val="0"/>
              </a:spcAft>
              <a:buSzPts val="1260"/>
              <a:buChar char="◉"/>
              <a:defRPr/>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7" name="Google Shape;937;p133"/>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8" name="Google Shape;938;p133"/>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9" name="Google Shape;939;p133"/>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940" name="Shape 940"/>
        <p:cNvGrpSpPr/>
        <p:nvPr/>
      </p:nvGrpSpPr>
      <p:grpSpPr>
        <a:xfrm>
          <a:off x="0" y="0"/>
          <a:ext cx="0" cy="0"/>
          <a:chOff x="0" y="0"/>
          <a:chExt cx="0" cy="0"/>
        </a:xfrm>
      </p:grpSpPr>
      <p:sp>
        <p:nvSpPr>
          <p:cNvPr id="941" name="Google Shape;941;p134"/>
          <p:cNvSpPr txBox="1"/>
          <p:nvPr>
            <p:ph type="title"/>
          </p:nvPr>
        </p:nvSpPr>
        <p:spPr>
          <a:xfrm>
            <a:off x="457200" y="228600"/>
            <a:ext cx="5897880" cy="1173480"/>
          </a:xfrm>
          <a:prstGeom prst="rect">
            <a:avLst/>
          </a:prstGeom>
          <a:noFill/>
          <a:ln>
            <a:noFill/>
          </a:ln>
        </p:spPr>
        <p:txBody>
          <a:bodyPr anchorCtr="0" anchor="b" bIns="0" lIns="45700" spcFirstLastPara="1" rIns="45700" wrap="square" tIns="0">
            <a:noAutofit/>
          </a:bodyPr>
          <a:lstStyle>
            <a:lvl1pPr lvl="0" algn="l">
              <a:spcBef>
                <a:spcPts val="0"/>
              </a:spcBef>
              <a:spcAft>
                <a:spcPts val="0"/>
              </a:spcAft>
              <a:buClr>
                <a:srgbClr val="FFEFEF"/>
              </a:buClr>
              <a:buSzPts val="2400"/>
              <a:buFont typeface="Trebuchet MS"/>
              <a:buNone/>
              <a:defRPr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2" name="Google Shape;942;p134"/>
          <p:cNvSpPr txBox="1"/>
          <p:nvPr>
            <p:ph idx="1" type="body"/>
          </p:nvPr>
        </p:nvSpPr>
        <p:spPr>
          <a:xfrm>
            <a:off x="457200" y="1497416"/>
            <a:ext cx="5897880" cy="602512"/>
          </a:xfrm>
          <a:prstGeom prst="rect">
            <a:avLst/>
          </a:prstGeom>
          <a:noFill/>
          <a:ln>
            <a:noFill/>
          </a:ln>
        </p:spPr>
        <p:txBody>
          <a:bodyPr anchorCtr="0" anchor="t" bIns="0" lIns="45700" spcFirstLastPara="1" rIns="0" wrap="square" tIns="0">
            <a:noAutofit/>
          </a:bodyPr>
          <a:lstStyle>
            <a:lvl1pPr indent="-228600" lvl="0" marL="457200" algn="l">
              <a:spcBef>
                <a:spcPts val="0"/>
              </a:spcBef>
              <a:spcAft>
                <a:spcPts val="0"/>
              </a:spcAft>
              <a:buSzPts val="1022"/>
              <a:buNone/>
              <a:defRPr sz="1400"/>
            </a:lvl1pPr>
            <a:lvl2pPr indent="-228600" lvl="1" marL="914400" algn="l">
              <a:spcBef>
                <a:spcPts val="500"/>
              </a:spcBef>
              <a:spcAft>
                <a:spcPts val="0"/>
              </a:spcAft>
              <a:buSzPts val="960"/>
              <a:buNone/>
              <a:defRPr sz="1200"/>
            </a:lvl2pPr>
            <a:lvl3pPr indent="-228600" lvl="2" marL="1371600" algn="l">
              <a:spcBef>
                <a:spcPts val="400"/>
              </a:spcBef>
              <a:spcAft>
                <a:spcPts val="0"/>
              </a:spcAft>
              <a:buSzPts val="600"/>
              <a:buNone/>
              <a:defRPr sz="1000"/>
            </a:lvl3pPr>
            <a:lvl4pPr indent="-228600" lvl="3" marL="1828800" algn="l">
              <a:spcBef>
                <a:spcPts val="180"/>
              </a:spcBef>
              <a:spcAft>
                <a:spcPts val="0"/>
              </a:spcAft>
              <a:buSzPts val="720"/>
              <a:buNone/>
              <a:defRPr sz="900"/>
            </a:lvl4pPr>
            <a:lvl5pPr indent="-228600" lvl="4" marL="2286000" algn="l">
              <a:spcBef>
                <a:spcPts val="400"/>
              </a:spcBef>
              <a:spcAft>
                <a:spcPts val="0"/>
              </a:spcAft>
              <a:buSzPts val="630"/>
              <a:buNone/>
              <a:defRPr sz="900"/>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43" name="Google Shape;943;p134"/>
          <p:cNvSpPr txBox="1"/>
          <p:nvPr>
            <p:ph idx="2" type="body"/>
          </p:nvPr>
        </p:nvSpPr>
        <p:spPr>
          <a:xfrm>
            <a:off x="457200" y="2133600"/>
            <a:ext cx="7239000" cy="4371752"/>
          </a:xfrm>
          <a:prstGeom prst="rect">
            <a:avLst/>
          </a:prstGeom>
          <a:noFill/>
          <a:ln>
            <a:noFill/>
          </a:ln>
        </p:spPr>
        <p:txBody>
          <a:bodyPr anchorCtr="0" anchor="t" bIns="45700" lIns="91425" spcFirstLastPara="1" rIns="91425" wrap="square" tIns="45700">
            <a:noAutofit/>
          </a:bodyPr>
          <a:lstStyle>
            <a:lvl1pPr indent="-376936" lvl="0" marL="457200" algn="l">
              <a:spcBef>
                <a:spcPts val="600"/>
              </a:spcBef>
              <a:spcAft>
                <a:spcPts val="0"/>
              </a:spcAft>
              <a:buSzPts val="2336"/>
              <a:buChar char="⦿"/>
              <a:defRPr sz="3200"/>
            </a:lvl1pPr>
            <a:lvl2pPr indent="-370840" lvl="1" marL="914400" algn="l">
              <a:spcBef>
                <a:spcPts val="500"/>
              </a:spcBef>
              <a:spcAft>
                <a:spcPts val="0"/>
              </a:spcAft>
              <a:buSzPts val="2240"/>
              <a:buChar char="◼"/>
              <a:defRPr sz="2800"/>
            </a:lvl2pPr>
            <a:lvl3pPr indent="-320040" lvl="2" marL="1371600" algn="l">
              <a:spcBef>
                <a:spcPts val="400"/>
              </a:spcBef>
              <a:spcAft>
                <a:spcPts val="0"/>
              </a:spcAft>
              <a:buSzPts val="1440"/>
              <a:buChar char="🞆"/>
              <a:defRPr sz="2400"/>
            </a:lvl3pPr>
            <a:lvl4pPr indent="-330200" lvl="3" marL="1828800" algn="l">
              <a:spcBef>
                <a:spcPts val="400"/>
              </a:spcBef>
              <a:spcAft>
                <a:spcPts val="0"/>
              </a:spcAft>
              <a:buSzPts val="1600"/>
              <a:buChar char="⚫"/>
              <a:defRPr sz="2000"/>
            </a:lvl4pPr>
            <a:lvl5pPr indent="-317500" lvl="4" marL="2286000" algn="l">
              <a:spcBef>
                <a:spcPts val="400"/>
              </a:spcBef>
              <a:spcAft>
                <a:spcPts val="0"/>
              </a:spcAft>
              <a:buSzPts val="1400"/>
              <a:buChar char="◉"/>
              <a:defRPr sz="2000"/>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44" name="Google Shape;944;p134"/>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5" name="Google Shape;945;p134"/>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6" name="Google Shape;946;p134"/>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947" name="Shape 947"/>
        <p:cNvGrpSpPr/>
        <p:nvPr/>
      </p:nvGrpSpPr>
      <p:grpSpPr>
        <a:xfrm>
          <a:off x="0" y="0"/>
          <a:ext cx="0" cy="0"/>
          <a:chOff x="0" y="0"/>
          <a:chExt cx="0" cy="0"/>
        </a:xfrm>
      </p:grpSpPr>
      <p:sp>
        <p:nvSpPr>
          <p:cNvPr id="948" name="Google Shape;948;p135"/>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9" name="Google Shape;949;p135"/>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0" name="Google Shape;950;p135"/>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951" name="Shape 951"/>
        <p:cNvGrpSpPr/>
        <p:nvPr/>
      </p:nvGrpSpPr>
      <p:grpSpPr>
        <a:xfrm>
          <a:off x="0" y="0"/>
          <a:ext cx="0" cy="0"/>
          <a:chOff x="0" y="0"/>
          <a:chExt cx="0" cy="0"/>
        </a:xfrm>
      </p:grpSpPr>
      <p:sp>
        <p:nvSpPr>
          <p:cNvPr id="952" name="Google Shape;952;p136"/>
          <p:cNvSpPr txBox="1"/>
          <p:nvPr>
            <p:ph type="title"/>
          </p:nvPr>
        </p:nvSpPr>
        <p:spPr>
          <a:xfrm>
            <a:off x="457200" y="320040"/>
            <a:ext cx="7242048" cy="1143000"/>
          </a:xfrm>
          <a:prstGeom prst="rect">
            <a:avLst/>
          </a:prstGeom>
          <a:noFill/>
          <a:ln>
            <a:noFill/>
          </a:ln>
        </p:spPr>
        <p:txBody>
          <a:bodyPr anchorCtr="0" anchor="b" bIns="0" lIns="45700" spcFirstLastPara="1" rIns="4570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3" name="Google Shape;953;p136"/>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4" name="Google Shape;954;p136"/>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5" name="Google Shape;955;p136"/>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956" name="Shape 956"/>
        <p:cNvGrpSpPr/>
        <p:nvPr/>
      </p:nvGrpSpPr>
      <p:grpSpPr>
        <a:xfrm>
          <a:off x="0" y="0"/>
          <a:ext cx="0" cy="0"/>
          <a:chOff x="0" y="0"/>
          <a:chExt cx="0" cy="0"/>
        </a:xfrm>
      </p:grpSpPr>
      <p:sp>
        <p:nvSpPr>
          <p:cNvPr id="957" name="Google Shape;957;p137"/>
          <p:cNvSpPr txBox="1"/>
          <p:nvPr>
            <p:ph type="title"/>
          </p:nvPr>
        </p:nvSpPr>
        <p:spPr>
          <a:xfrm>
            <a:off x="457200" y="320040"/>
            <a:ext cx="7242048" cy="1143000"/>
          </a:xfrm>
          <a:prstGeom prst="rect">
            <a:avLst/>
          </a:prstGeom>
          <a:noFill/>
          <a:ln>
            <a:noFill/>
          </a:ln>
        </p:spPr>
        <p:txBody>
          <a:bodyPr anchorCtr="0" anchor="b" bIns="0" lIns="45700" spcFirstLastPara="1" rIns="4570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8" name="Google Shape;958;p137"/>
          <p:cNvSpPr txBox="1"/>
          <p:nvPr>
            <p:ph idx="1" type="body"/>
          </p:nvPr>
        </p:nvSpPr>
        <p:spPr>
          <a:xfrm>
            <a:off x="457200" y="5867400"/>
            <a:ext cx="3520440" cy="457200"/>
          </a:xfrm>
          <a:prstGeom prst="rect">
            <a:avLst/>
          </a:prstGeom>
          <a:noFill/>
          <a:ln cap="flat" cmpd="sng" w="12700">
            <a:solidFill>
              <a:schemeClr val="dk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spcBef>
                <a:spcPts val="600"/>
              </a:spcBef>
              <a:spcAft>
                <a:spcPts val="0"/>
              </a:spcAft>
              <a:buSzPts val="1314"/>
              <a:buNone/>
              <a:defRPr b="1" sz="1800">
                <a:solidFill>
                  <a:schemeClr val="dk2"/>
                </a:solidFill>
                <a:latin typeface="Trebuchet MS"/>
                <a:ea typeface="Trebuchet MS"/>
                <a:cs typeface="Trebuchet MS"/>
                <a:sym typeface="Trebuchet MS"/>
              </a:defRPr>
            </a:lvl1pPr>
            <a:lvl2pPr indent="-228600" lvl="1" marL="914400" algn="l">
              <a:spcBef>
                <a:spcPts val="500"/>
              </a:spcBef>
              <a:spcAft>
                <a:spcPts val="0"/>
              </a:spcAft>
              <a:buSzPts val="1600"/>
              <a:buNone/>
              <a:defRPr b="1" sz="2000">
                <a:solidFill>
                  <a:schemeClr val="lt1"/>
                </a:solidFill>
                <a:latin typeface="Trebuchet MS"/>
                <a:ea typeface="Trebuchet MS"/>
                <a:cs typeface="Trebuchet MS"/>
                <a:sym typeface="Trebuchet MS"/>
              </a:defRPr>
            </a:lvl2pPr>
            <a:lvl3pPr indent="-228600" lvl="2" marL="1371600" algn="l">
              <a:spcBef>
                <a:spcPts val="400"/>
              </a:spcBef>
              <a:spcAft>
                <a:spcPts val="0"/>
              </a:spcAft>
              <a:buSzPts val="1080"/>
              <a:buNone/>
              <a:defRPr b="1" sz="1800">
                <a:solidFill>
                  <a:schemeClr val="lt1"/>
                </a:solidFill>
                <a:latin typeface="Trebuchet MS"/>
                <a:ea typeface="Trebuchet MS"/>
                <a:cs typeface="Trebuchet MS"/>
                <a:sym typeface="Trebuchet MS"/>
              </a:defRPr>
            </a:lvl3pPr>
            <a:lvl4pPr indent="-228600" lvl="3" marL="1828800" algn="l">
              <a:spcBef>
                <a:spcPts val="320"/>
              </a:spcBef>
              <a:spcAft>
                <a:spcPts val="0"/>
              </a:spcAft>
              <a:buSzPts val="1280"/>
              <a:buNone/>
              <a:defRPr b="1" sz="1600">
                <a:solidFill>
                  <a:schemeClr val="lt1"/>
                </a:solidFill>
                <a:latin typeface="Trebuchet MS"/>
                <a:ea typeface="Trebuchet MS"/>
                <a:cs typeface="Trebuchet MS"/>
                <a:sym typeface="Trebuchet MS"/>
              </a:defRPr>
            </a:lvl4pPr>
            <a:lvl5pPr indent="-228600" lvl="4" marL="2286000" algn="l">
              <a:spcBef>
                <a:spcPts val="400"/>
              </a:spcBef>
              <a:spcAft>
                <a:spcPts val="0"/>
              </a:spcAft>
              <a:buSzPts val="1120"/>
              <a:buNone/>
              <a:defRPr b="1" sz="1600">
                <a:solidFill>
                  <a:schemeClr val="lt1"/>
                </a:solidFill>
                <a:latin typeface="Trebuchet MS"/>
                <a:ea typeface="Trebuchet MS"/>
                <a:cs typeface="Trebuchet MS"/>
                <a:sym typeface="Trebuchet MS"/>
              </a:defRPr>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59" name="Google Shape;959;p137"/>
          <p:cNvSpPr txBox="1"/>
          <p:nvPr>
            <p:ph idx="2" type="body"/>
          </p:nvPr>
        </p:nvSpPr>
        <p:spPr>
          <a:xfrm>
            <a:off x="4178808" y="5867400"/>
            <a:ext cx="3520440" cy="457200"/>
          </a:xfrm>
          <a:prstGeom prst="rect">
            <a:avLst/>
          </a:prstGeom>
          <a:noFill/>
          <a:ln cap="flat" cmpd="sng" w="12700">
            <a:solidFill>
              <a:schemeClr val="dk2"/>
            </a:solidFill>
            <a:prstDash val="solid"/>
            <a:round/>
            <a:headEnd len="sm" w="sm" type="none"/>
            <a:tailEnd len="sm" w="sm" type="none"/>
          </a:ln>
        </p:spPr>
        <p:txBody>
          <a:bodyPr anchorCtr="0" anchor="ctr" bIns="45700" lIns="91425" spcFirstLastPara="1" rIns="91425" wrap="square" tIns="45700">
            <a:noAutofit/>
          </a:bodyPr>
          <a:lstStyle>
            <a:lvl1pPr indent="-228600" lvl="0" marL="457200" algn="ctr">
              <a:spcBef>
                <a:spcPts val="600"/>
              </a:spcBef>
              <a:spcAft>
                <a:spcPts val="0"/>
              </a:spcAft>
              <a:buSzPts val="1314"/>
              <a:buNone/>
              <a:defRPr b="1" sz="1800">
                <a:solidFill>
                  <a:schemeClr val="dk2"/>
                </a:solidFill>
                <a:latin typeface="Trebuchet MS"/>
                <a:ea typeface="Trebuchet MS"/>
                <a:cs typeface="Trebuchet MS"/>
                <a:sym typeface="Trebuchet MS"/>
              </a:defRPr>
            </a:lvl1pPr>
            <a:lvl2pPr indent="-228600" lvl="1" marL="914400" algn="l">
              <a:spcBef>
                <a:spcPts val="500"/>
              </a:spcBef>
              <a:spcAft>
                <a:spcPts val="0"/>
              </a:spcAft>
              <a:buSzPts val="1600"/>
              <a:buNone/>
              <a:defRPr b="1" sz="2000">
                <a:solidFill>
                  <a:schemeClr val="lt1"/>
                </a:solidFill>
                <a:latin typeface="Trebuchet MS"/>
                <a:ea typeface="Trebuchet MS"/>
                <a:cs typeface="Trebuchet MS"/>
                <a:sym typeface="Trebuchet MS"/>
              </a:defRPr>
            </a:lvl2pPr>
            <a:lvl3pPr indent="-228600" lvl="2" marL="1371600" algn="l">
              <a:spcBef>
                <a:spcPts val="400"/>
              </a:spcBef>
              <a:spcAft>
                <a:spcPts val="0"/>
              </a:spcAft>
              <a:buSzPts val="1080"/>
              <a:buNone/>
              <a:defRPr b="1" sz="1800">
                <a:solidFill>
                  <a:schemeClr val="lt1"/>
                </a:solidFill>
                <a:latin typeface="Trebuchet MS"/>
                <a:ea typeface="Trebuchet MS"/>
                <a:cs typeface="Trebuchet MS"/>
                <a:sym typeface="Trebuchet MS"/>
              </a:defRPr>
            </a:lvl3pPr>
            <a:lvl4pPr indent="-228600" lvl="3" marL="1828800" algn="l">
              <a:spcBef>
                <a:spcPts val="320"/>
              </a:spcBef>
              <a:spcAft>
                <a:spcPts val="0"/>
              </a:spcAft>
              <a:buSzPts val="1280"/>
              <a:buNone/>
              <a:defRPr b="1" sz="1600">
                <a:solidFill>
                  <a:schemeClr val="lt1"/>
                </a:solidFill>
                <a:latin typeface="Trebuchet MS"/>
                <a:ea typeface="Trebuchet MS"/>
                <a:cs typeface="Trebuchet MS"/>
                <a:sym typeface="Trebuchet MS"/>
              </a:defRPr>
            </a:lvl4pPr>
            <a:lvl5pPr indent="-228600" lvl="4" marL="2286000" algn="l">
              <a:spcBef>
                <a:spcPts val="400"/>
              </a:spcBef>
              <a:spcAft>
                <a:spcPts val="0"/>
              </a:spcAft>
              <a:buSzPts val="1120"/>
              <a:buNone/>
              <a:defRPr b="1" sz="1600">
                <a:solidFill>
                  <a:schemeClr val="lt1"/>
                </a:solidFill>
                <a:latin typeface="Trebuchet MS"/>
                <a:ea typeface="Trebuchet MS"/>
                <a:cs typeface="Trebuchet MS"/>
                <a:sym typeface="Trebuchet MS"/>
              </a:defRPr>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60" name="Google Shape;960;p137"/>
          <p:cNvSpPr txBox="1"/>
          <p:nvPr>
            <p:ph idx="3" type="body"/>
          </p:nvPr>
        </p:nvSpPr>
        <p:spPr>
          <a:xfrm>
            <a:off x="457200" y="1711840"/>
            <a:ext cx="3520440" cy="4114800"/>
          </a:xfrm>
          <a:prstGeom prst="rect">
            <a:avLst/>
          </a:prstGeom>
          <a:noFill/>
          <a:ln>
            <a:noFill/>
          </a:ln>
        </p:spPr>
        <p:txBody>
          <a:bodyPr anchorCtr="0" anchor="t" bIns="45700" lIns="91425" spcFirstLastPara="1" rIns="91425" wrap="square" tIns="45700">
            <a:noAutofit/>
          </a:bodyPr>
          <a:lstStyle>
            <a:lvl1pPr indent="-339852" lvl="0" marL="457200" algn="l">
              <a:spcBef>
                <a:spcPts val="600"/>
              </a:spcBef>
              <a:spcAft>
                <a:spcPts val="0"/>
              </a:spcAft>
              <a:buSzPts val="1752"/>
              <a:buChar char="⦿"/>
              <a:defRPr sz="2400"/>
            </a:lvl1pPr>
            <a:lvl2pPr indent="-330200" lvl="1" marL="914400" algn="l">
              <a:spcBef>
                <a:spcPts val="500"/>
              </a:spcBef>
              <a:spcAft>
                <a:spcPts val="0"/>
              </a:spcAft>
              <a:buSzPts val="1600"/>
              <a:buChar char="◼"/>
              <a:defRPr sz="2000"/>
            </a:lvl2pPr>
            <a:lvl3pPr indent="-297180" lvl="2" marL="1371600" algn="l">
              <a:spcBef>
                <a:spcPts val="400"/>
              </a:spcBef>
              <a:spcAft>
                <a:spcPts val="0"/>
              </a:spcAft>
              <a:buSzPts val="1080"/>
              <a:buChar char="🞆"/>
              <a:defRPr sz="1800"/>
            </a:lvl3pPr>
            <a:lvl4pPr indent="-309880" lvl="3" marL="1828800" algn="l">
              <a:spcBef>
                <a:spcPts val="320"/>
              </a:spcBef>
              <a:spcAft>
                <a:spcPts val="0"/>
              </a:spcAft>
              <a:buSzPts val="1280"/>
              <a:buChar char="⚫"/>
              <a:defRPr sz="1600"/>
            </a:lvl4pPr>
            <a:lvl5pPr indent="-299720" lvl="4" marL="2286000" algn="l">
              <a:spcBef>
                <a:spcPts val="400"/>
              </a:spcBef>
              <a:spcAft>
                <a:spcPts val="0"/>
              </a:spcAft>
              <a:buSzPts val="1120"/>
              <a:buChar char="◉"/>
              <a:defRPr sz="1600"/>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61" name="Google Shape;961;p137"/>
          <p:cNvSpPr txBox="1"/>
          <p:nvPr>
            <p:ph idx="4" type="body"/>
          </p:nvPr>
        </p:nvSpPr>
        <p:spPr>
          <a:xfrm>
            <a:off x="4178808" y="1711840"/>
            <a:ext cx="3520440" cy="4114800"/>
          </a:xfrm>
          <a:prstGeom prst="rect">
            <a:avLst/>
          </a:prstGeom>
          <a:noFill/>
          <a:ln>
            <a:noFill/>
          </a:ln>
        </p:spPr>
        <p:txBody>
          <a:bodyPr anchorCtr="0" anchor="t" bIns="45700" lIns="91425" spcFirstLastPara="1" rIns="91425" wrap="square" tIns="45700">
            <a:noAutofit/>
          </a:bodyPr>
          <a:lstStyle>
            <a:lvl1pPr indent="-339852" lvl="0" marL="457200" algn="l">
              <a:spcBef>
                <a:spcPts val="600"/>
              </a:spcBef>
              <a:spcAft>
                <a:spcPts val="0"/>
              </a:spcAft>
              <a:buSzPts val="1752"/>
              <a:buChar char="⦿"/>
              <a:defRPr sz="2400"/>
            </a:lvl1pPr>
            <a:lvl2pPr indent="-330200" lvl="1" marL="914400" algn="l">
              <a:spcBef>
                <a:spcPts val="500"/>
              </a:spcBef>
              <a:spcAft>
                <a:spcPts val="0"/>
              </a:spcAft>
              <a:buSzPts val="1600"/>
              <a:buChar char="◼"/>
              <a:defRPr sz="2000"/>
            </a:lvl2pPr>
            <a:lvl3pPr indent="-297180" lvl="2" marL="1371600" algn="l">
              <a:spcBef>
                <a:spcPts val="400"/>
              </a:spcBef>
              <a:spcAft>
                <a:spcPts val="0"/>
              </a:spcAft>
              <a:buSzPts val="1080"/>
              <a:buChar char="🞆"/>
              <a:defRPr sz="1800"/>
            </a:lvl3pPr>
            <a:lvl4pPr indent="-309880" lvl="3" marL="1828800" algn="l">
              <a:spcBef>
                <a:spcPts val="320"/>
              </a:spcBef>
              <a:spcAft>
                <a:spcPts val="0"/>
              </a:spcAft>
              <a:buSzPts val="1280"/>
              <a:buChar char="⚫"/>
              <a:defRPr sz="1600"/>
            </a:lvl4pPr>
            <a:lvl5pPr indent="-299720" lvl="4" marL="2286000" algn="l">
              <a:spcBef>
                <a:spcPts val="400"/>
              </a:spcBef>
              <a:spcAft>
                <a:spcPts val="0"/>
              </a:spcAft>
              <a:buSzPts val="1120"/>
              <a:buChar char="◉"/>
              <a:defRPr sz="1600"/>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62" name="Google Shape;962;p137"/>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3" name="Google Shape;963;p137"/>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4" name="Google Shape;964;p137"/>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965" name="Shape 965"/>
        <p:cNvGrpSpPr/>
        <p:nvPr/>
      </p:nvGrpSpPr>
      <p:grpSpPr>
        <a:xfrm>
          <a:off x="0" y="0"/>
          <a:ext cx="0" cy="0"/>
          <a:chOff x="0" y="0"/>
          <a:chExt cx="0" cy="0"/>
        </a:xfrm>
      </p:grpSpPr>
      <p:sp>
        <p:nvSpPr>
          <p:cNvPr id="966" name="Google Shape;966;p138"/>
          <p:cNvSpPr txBox="1"/>
          <p:nvPr>
            <p:ph type="title"/>
          </p:nvPr>
        </p:nvSpPr>
        <p:spPr>
          <a:xfrm>
            <a:off x="457200" y="320040"/>
            <a:ext cx="7242048" cy="1143000"/>
          </a:xfrm>
          <a:prstGeom prst="rect">
            <a:avLst/>
          </a:prstGeom>
          <a:noFill/>
          <a:ln>
            <a:noFill/>
          </a:ln>
        </p:spPr>
        <p:txBody>
          <a:bodyPr anchorCtr="0" anchor="b" bIns="0" lIns="45700" spcFirstLastPara="1" rIns="4570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7" name="Google Shape;967;p138"/>
          <p:cNvSpPr txBox="1"/>
          <p:nvPr>
            <p:ph idx="1" type="body"/>
          </p:nvPr>
        </p:nvSpPr>
        <p:spPr>
          <a:xfrm>
            <a:off x="457200" y="1600200"/>
            <a:ext cx="3520440" cy="4525963"/>
          </a:xfrm>
          <a:prstGeom prst="rect">
            <a:avLst/>
          </a:prstGeom>
          <a:noFill/>
          <a:ln>
            <a:noFill/>
          </a:ln>
        </p:spPr>
        <p:txBody>
          <a:bodyPr anchorCtr="0" anchor="t" bIns="45700" lIns="91425" spcFirstLastPara="1" rIns="91425" wrap="square" tIns="45700">
            <a:noAutofit/>
          </a:bodyPr>
          <a:lstStyle>
            <a:lvl1pPr indent="-358394" lvl="0" marL="457200" algn="l">
              <a:spcBef>
                <a:spcPts val="600"/>
              </a:spcBef>
              <a:spcAft>
                <a:spcPts val="0"/>
              </a:spcAft>
              <a:buSzPts val="2044"/>
              <a:buChar char="⦿"/>
              <a:defRPr sz="2800"/>
            </a:lvl1pPr>
            <a:lvl2pPr indent="-350520" lvl="1" marL="914400" algn="l">
              <a:spcBef>
                <a:spcPts val="500"/>
              </a:spcBef>
              <a:spcAft>
                <a:spcPts val="0"/>
              </a:spcAft>
              <a:buSzPts val="1920"/>
              <a:buChar char="◼"/>
              <a:defRPr sz="2400"/>
            </a:lvl2pPr>
            <a:lvl3pPr indent="-304800" lvl="2" marL="1371600" algn="l">
              <a:spcBef>
                <a:spcPts val="400"/>
              </a:spcBef>
              <a:spcAft>
                <a:spcPts val="0"/>
              </a:spcAft>
              <a:buSzPts val="1200"/>
              <a:buChar char="🞆"/>
              <a:defRPr sz="2000"/>
            </a:lvl3pPr>
            <a:lvl4pPr indent="-320040" lvl="3" marL="1828800" algn="l">
              <a:spcBef>
                <a:spcPts val="360"/>
              </a:spcBef>
              <a:spcAft>
                <a:spcPts val="0"/>
              </a:spcAft>
              <a:buSzPts val="1440"/>
              <a:buChar char="⚫"/>
              <a:defRPr sz="1800"/>
            </a:lvl4pPr>
            <a:lvl5pPr indent="-308610" lvl="4" marL="2286000" algn="l">
              <a:spcBef>
                <a:spcPts val="400"/>
              </a:spcBef>
              <a:spcAft>
                <a:spcPts val="0"/>
              </a:spcAft>
              <a:buSzPts val="1260"/>
              <a:buChar char="◉"/>
              <a:defRPr sz="1800"/>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68" name="Google Shape;968;p138"/>
          <p:cNvSpPr txBox="1"/>
          <p:nvPr>
            <p:ph idx="2" type="body"/>
          </p:nvPr>
        </p:nvSpPr>
        <p:spPr>
          <a:xfrm>
            <a:off x="4178808" y="1600200"/>
            <a:ext cx="3520440" cy="4525963"/>
          </a:xfrm>
          <a:prstGeom prst="rect">
            <a:avLst/>
          </a:prstGeom>
          <a:noFill/>
          <a:ln>
            <a:noFill/>
          </a:ln>
        </p:spPr>
        <p:txBody>
          <a:bodyPr anchorCtr="0" anchor="t" bIns="45700" lIns="91425" spcFirstLastPara="1" rIns="91425" wrap="square" tIns="45700">
            <a:noAutofit/>
          </a:bodyPr>
          <a:lstStyle>
            <a:lvl1pPr indent="-358394" lvl="0" marL="457200" algn="l">
              <a:spcBef>
                <a:spcPts val="600"/>
              </a:spcBef>
              <a:spcAft>
                <a:spcPts val="0"/>
              </a:spcAft>
              <a:buSzPts val="2044"/>
              <a:buChar char="⦿"/>
              <a:defRPr sz="2800"/>
            </a:lvl1pPr>
            <a:lvl2pPr indent="-350520" lvl="1" marL="914400" algn="l">
              <a:spcBef>
                <a:spcPts val="500"/>
              </a:spcBef>
              <a:spcAft>
                <a:spcPts val="0"/>
              </a:spcAft>
              <a:buSzPts val="1920"/>
              <a:buChar char="◼"/>
              <a:defRPr sz="2400"/>
            </a:lvl2pPr>
            <a:lvl3pPr indent="-304800" lvl="2" marL="1371600" algn="l">
              <a:spcBef>
                <a:spcPts val="400"/>
              </a:spcBef>
              <a:spcAft>
                <a:spcPts val="0"/>
              </a:spcAft>
              <a:buSzPts val="1200"/>
              <a:buChar char="🞆"/>
              <a:defRPr sz="2000"/>
            </a:lvl3pPr>
            <a:lvl4pPr indent="-320040" lvl="3" marL="1828800" algn="l">
              <a:spcBef>
                <a:spcPts val="360"/>
              </a:spcBef>
              <a:spcAft>
                <a:spcPts val="0"/>
              </a:spcAft>
              <a:buSzPts val="1440"/>
              <a:buChar char="⚫"/>
              <a:defRPr sz="1800"/>
            </a:lvl4pPr>
            <a:lvl5pPr indent="-308610" lvl="4" marL="2286000" algn="l">
              <a:spcBef>
                <a:spcPts val="400"/>
              </a:spcBef>
              <a:spcAft>
                <a:spcPts val="0"/>
              </a:spcAft>
              <a:buSzPts val="1260"/>
              <a:buChar char="◉"/>
              <a:defRPr sz="1800"/>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69" name="Google Shape;969;p138"/>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0" name="Google Shape;970;p138"/>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1" name="Google Shape;971;p138"/>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972" name="Shape 972"/>
        <p:cNvGrpSpPr/>
        <p:nvPr/>
      </p:nvGrpSpPr>
      <p:grpSpPr>
        <a:xfrm>
          <a:off x="0" y="0"/>
          <a:ext cx="0" cy="0"/>
          <a:chOff x="0" y="0"/>
          <a:chExt cx="0" cy="0"/>
        </a:xfrm>
      </p:grpSpPr>
      <p:sp>
        <p:nvSpPr>
          <p:cNvPr id="973" name="Google Shape;973;p139"/>
          <p:cNvSpPr txBox="1"/>
          <p:nvPr>
            <p:ph type="title"/>
          </p:nvPr>
        </p:nvSpPr>
        <p:spPr>
          <a:xfrm>
            <a:off x="457200" y="320675"/>
            <a:ext cx="7239000" cy="1143000"/>
          </a:xfrm>
          <a:prstGeom prst="rect">
            <a:avLst/>
          </a:prstGeom>
          <a:noFill/>
          <a:ln>
            <a:noFill/>
          </a:ln>
        </p:spPr>
        <p:txBody>
          <a:bodyPr anchorCtr="0" anchor="b" bIns="0" lIns="45700" spcFirstLastPara="1" rIns="4570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4" name="Google Shape;974;p139"/>
          <p:cNvSpPr txBox="1"/>
          <p:nvPr>
            <p:ph idx="1" type="body"/>
          </p:nvPr>
        </p:nvSpPr>
        <p:spPr>
          <a:xfrm>
            <a:off x="457200" y="1609725"/>
            <a:ext cx="7239000" cy="4846637"/>
          </a:xfrm>
          <a:prstGeom prst="rect">
            <a:avLst/>
          </a:prstGeom>
          <a:noFill/>
          <a:ln>
            <a:noFill/>
          </a:ln>
        </p:spPr>
        <p:txBody>
          <a:bodyPr anchorCtr="0" anchor="t" bIns="45700" lIns="91425" spcFirstLastPara="1" rIns="91425" wrap="square" tIns="45700">
            <a:noAutofit/>
          </a:bodyPr>
          <a:lstStyle>
            <a:lvl1pPr indent="-312039" lvl="0" marL="457200" algn="l">
              <a:spcBef>
                <a:spcPts val="600"/>
              </a:spcBef>
              <a:spcAft>
                <a:spcPts val="0"/>
              </a:spcAft>
              <a:buSzPts val="1314"/>
              <a:buChar char="⦿"/>
              <a:defRPr/>
            </a:lvl1pPr>
            <a:lvl2pPr indent="-320040" lvl="1" marL="914400" algn="l">
              <a:spcBef>
                <a:spcPts val="500"/>
              </a:spcBef>
              <a:spcAft>
                <a:spcPts val="0"/>
              </a:spcAft>
              <a:buSzPts val="1440"/>
              <a:buChar char="◼"/>
              <a:defRPr/>
            </a:lvl2pPr>
            <a:lvl3pPr indent="-297180" lvl="2" marL="1371600" algn="l">
              <a:spcBef>
                <a:spcPts val="400"/>
              </a:spcBef>
              <a:spcAft>
                <a:spcPts val="0"/>
              </a:spcAft>
              <a:buSzPts val="1080"/>
              <a:buChar char="🞆"/>
              <a:defRPr/>
            </a:lvl3pPr>
            <a:lvl4pPr indent="-320040" lvl="3" marL="1828800" algn="l">
              <a:spcBef>
                <a:spcPts val="360"/>
              </a:spcBef>
              <a:spcAft>
                <a:spcPts val="0"/>
              </a:spcAft>
              <a:buSzPts val="1440"/>
              <a:buChar char="⚫"/>
              <a:defRPr/>
            </a:lvl4pPr>
            <a:lvl5pPr indent="-308610" lvl="4" marL="2286000" algn="l">
              <a:spcBef>
                <a:spcPts val="400"/>
              </a:spcBef>
              <a:spcAft>
                <a:spcPts val="0"/>
              </a:spcAft>
              <a:buSzPts val="1260"/>
              <a:buChar char="◉"/>
              <a:defRPr/>
            </a:lvl5pPr>
            <a:lvl6pPr indent="-320040" lvl="5" marL="2743200" algn="l">
              <a:spcBef>
                <a:spcPts val="40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0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75" name="Google Shape;975;p139"/>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6" name="Google Shape;976;p139"/>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7" name="Google Shape;977;p139"/>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bild" type="title">
  <p:cSld name="TITLE">
    <p:spTree>
      <p:nvGrpSpPr>
        <p:cNvPr id="978" name="Shape 978"/>
        <p:cNvGrpSpPr/>
        <p:nvPr/>
      </p:nvGrpSpPr>
      <p:grpSpPr>
        <a:xfrm>
          <a:off x="0" y="0"/>
          <a:ext cx="0" cy="0"/>
          <a:chOff x="0" y="0"/>
          <a:chExt cx="0" cy="0"/>
        </a:xfrm>
      </p:grpSpPr>
      <p:sp>
        <p:nvSpPr>
          <p:cNvPr id="979" name="Google Shape;979;p140"/>
          <p:cNvSpPr txBox="1"/>
          <p:nvPr>
            <p:ph type="ctrTitle"/>
          </p:nvPr>
        </p:nvSpPr>
        <p:spPr>
          <a:xfrm>
            <a:off x="685800" y="2130427"/>
            <a:ext cx="7772400" cy="1470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0" name="Google Shape;980;p1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981" name="Google Shape;981;p140"/>
          <p:cNvSpPr txBox="1"/>
          <p:nvPr>
            <p:ph idx="10" type="dt"/>
          </p:nvPr>
        </p:nvSpPr>
        <p:spPr>
          <a:xfrm>
            <a:off x="457200" y="6245225"/>
            <a:ext cx="2133600" cy="4764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2" name="Google Shape;982;p140"/>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3" name="Google Shape;983;p140"/>
          <p:cNvSpPr txBox="1"/>
          <p:nvPr>
            <p:ph idx="12" type="sldNum"/>
          </p:nvPr>
        </p:nvSpPr>
        <p:spPr>
          <a:xfrm>
            <a:off x="6553200" y="6245225"/>
            <a:ext cx="2133600" cy="4764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b="0" i="0" sz="1400" u="none" cap="none" strike="noStrike">
                <a:solidFill>
                  <a:schemeClr val="dk1"/>
                </a:solidFill>
                <a:latin typeface="Arial"/>
                <a:ea typeface="Arial"/>
                <a:cs typeface="Arial"/>
                <a:sym typeface="Arial"/>
              </a:defRPr>
            </a:lvl1pPr>
            <a:lvl2pPr indent="0" lvl="1" marL="0" algn="r">
              <a:spcBef>
                <a:spcPts val="0"/>
              </a:spcBef>
              <a:buNone/>
              <a:defRPr b="0" i="0" sz="1400" u="none" cap="none" strike="noStrike">
                <a:solidFill>
                  <a:schemeClr val="dk1"/>
                </a:solidFill>
                <a:latin typeface="Arial"/>
                <a:ea typeface="Arial"/>
                <a:cs typeface="Arial"/>
                <a:sym typeface="Arial"/>
              </a:defRPr>
            </a:lvl2pPr>
            <a:lvl3pPr indent="0" lvl="2" marL="0" algn="r">
              <a:spcBef>
                <a:spcPts val="0"/>
              </a:spcBef>
              <a:buNone/>
              <a:defRPr b="0" i="0" sz="1400" u="none" cap="none" strike="noStrike">
                <a:solidFill>
                  <a:schemeClr val="dk1"/>
                </a:solidFill>
                <a:latin typeface="Arial"/>
                <a:ea typeface="Arial"/>
                <a:cs typeface="Arial"/>
                <a:sym typeface="Arial"/>
              </a:defRPr>
            </a:lvl3pPr>
            <a:lvl4pPr indent="0" lvl="3" marL="0" algn="r">
              <a:spcBef>
                <a:spcPts val="0"/>
              </a:spcBef>
              <a:buNone/>
              <a:defRPr b="0" i="0" sz="1400" u="none" cap="none" strike="noStrike">
                <a:solidFill>
                  <a:schemeClr val="dk1"/>
                </a:solidFill>
                <a:latin typeface="Arial"/>
                <a:ea typeface="Arial"/>
                <a:cs typeface="Arial"/>
                <a:sym typeface="Arial"/>
              </a:defRPr>
            </a:lvl4pPr>
            <a:lvl5pPr indent="0" lvl="4" marL="0" algn="r">
              <a:spcBef>
                <a:spcPts val="0"/>
              </a:spcBef>
              <a:buNone/>
              <a:defRPr b="0" i="0" sz="1400" u="none" cap="none" strike="noStrike">
                <a:solidFill>
                  <a:schemeClr val="dk1"/>
                </a:solidFill>
                <a:latin typeface="Arial"/>
                <a:ea typeface="Arial"/>
                <a:cs typeface="Arial"/>
                <a:sym typeface="Arial"/>
              </a:defRPr>
            </a:lvl5pPr>
            <a:lvl6pPr indent="0" lvl="5" marL="0" algn="r">
              <a:spcBef>
                <a:spcPts val="0"/>
              </a:spcBef>
              <a:buNone/>
              <a:defRPr b="0" i="0" sz="1400" u="none" cap="none" strike="noStrike">
                <a:solidFill>
                  <a:schemeClr val="dk1"/>
                </a:solidFill>
                <a:latin typeface="Arial"/>
                <a:ea typeface="Arial"/>
                <a:cs typeface="Arial"/>
                <a:sym typeface="Arial"/>
              </a:defRPr>
            </a:lvl6pPr>
            <a:lvl7pPr indent="0" lvl="6" marL="0" algn="r">
              <a:spcBef>
                <a:spcPts val="0"/>
              </a:spcBef>
              <a:buNone/>
              <a:defRPr b="0" i="0" sz="1400" u="none" cap="none" strike="noStrike">
                <a:solidFill>
                  <a:schemeClr val="dk1"/>
                </a:solidFill>
                <a:latin typeface="Arial"/>
                <a:ea typeface="Arial"/>
                <a:cs typeface="Arial"/>
                <a:sym typeface="Arial"/>
              </a:defRPr>
            </a:lvl7pPr>
            <a:lvl8pPr indent="0" lvl="7" marL="0" algn="r">
              <a:spcBef>
                <a:spcPts val="0"/>
              </a:spcBef>
              <a:buNone/>
              <a:defRPr b="0" i="0" sz="1400" u="none" cap="none" strike="noStrike">
                <a:solidFill>
                  <a:schemeClr val="dk1"/>
                </a:solidFill>
                <a:latin typeface="Arial"/>
                <a:ea typeface="Arial"/>
                <a:cs typeface="Arial"/>
                <a:sym typeface="Arial"/>
              </a:defRPr>
            </a:lvl8pPr>
            <a:lvl9pPr indent="0" lvl="8" marL="0" algn="r">
              <a:spcBef>
                <a:spcPts val="0"/>
              </a:spcBef>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999" name="Shape 999"/>
        <p:cNvGrpSpPr/>
        <p:nvPr/>
      </p:nvGrpSpPr>
      <p:grpSpPr>
        <a:xfrm>
          <a:off x="0" y="0"/>
          <a:ext cx="0" cy="0"/>
          <a:chOff x="0" y="0"/>
          <a:chExt cx="0" cy="0"/>
        </a:xfrm>
      </p:grpSpPr>
      <p:sp>
        <p:nvSpPr>
          <p:cNvPr id="1000" name="Google Shape;1000;p142"/>
          <p:cNvSpPr txBox="1"/>
          <p:nvPr>
            <p:ph type="title"/>
          </p:nvPr>
        </p:nvSpPr>
        <p:spPr>
          <a:xfrm>
            <a:off x="685800" y="76835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01" name="Google Shape;1001;p14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08610" lvl="1" marL="914400" algn="l">
              <a:spcBef>
                <a:spcPts val="360"/>
              </a:spcBef>
              <a:spcAft>
                <a:spcPts val="0"/>
              </a:spcAft>
              <a:buSzPts val="1260"/>
              <a:buChar char="⚪"/>
              <a:defRPr/>
            </a:lvl2pPr>
            <a:lvl3pPr indent="-314325" lvl="2" marL="1371600" algn="l">
              <a:spcBef>
                <a:spcPts val="360"/>
              </a:spcBef>
              <a:spcAft>
                <a:spcPts val="0"/>
              </a:spcAft>
              <a:buSzPts val="135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20040" lvl="5" marL="2743200" algn="l">
              <a:spcBef>
                <a:spcPts val="360"/>
              </a:spcBef>
              <a:spcAft>
                <a:spcPts val="0"/>
              </a:spcAft>
              <a:buSzPts val="1440"/>
              <a:buChar char="⚫"/>
              <a:defRPr/>
            </a:lvl6pPr>
            <a:lvl7pPr indent="-331470" lvl="6" marL="3200400" algn="l">
              <a:spcBef>
                <a:spcPts val="360"/>
              </a:spcBef>
              <a:spcAft>
                <a:spcPts val="0"/>
              </a:spcAft>
              <a:buSzPts val="1620"/>
              <a:buChar char="•"/>
              <a:defRPr/>
            </a:lvl7pPr>
            <a:lvl8pPr indent="-342900" lvl="7" marL="3657600" algn="l">
              <a:spcBef>
                <a:spcPts val="360"/>
              </a:spcBef>
              <a:spcAft>
                <a:spcPts val="0"/>
              </a:spcAft>
              <a:buSzPts val="1800"/>
              <a:buChar char="•"/>
              <a:defRPr/>
            </a:lvl8pPr>
            <a:lvl9pPr indent="-331470" lvl="8" marL="4114800" algn="l">
              <a:spcBef>
                <a:spcPts val="360"/>
              </a:spcBef>
              <a:spcAft>
                <a:spcPts val="0"/>
              </a:spcAft>
              <a:buSzPts val="1620"/>
              <a:buChar char="•"/>
              <a:defRPr/>
            </a:lvl9pPr>
          </a:lstStyle>
          <a:p/>
        </p:txBody>
      </p:sp>
      <p:sp>
        <p:nvSpPr>
          <p:cNvPr id="1002" name="Google Shape;1002;p142"/>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540"/>
              </a:spcBef>
              <a:spcAft>
                <a:spcPts val="0"/>
              </a:spcAft>
              <a:buClr>
                <a:schemeClr val="accent1"/>
              </a:buClr>
              <a:buSzPts val="2295"/>
              <a:buFont typeface="Noto Sans Symbols"/>
              <a:buChar char="⚫"/>
              <a:defRPr b="0" i="0" sz="2700" u="none" cap="none" strike="noStrike">
                <a:solidFill>
                  <a:schemeClr val="dk1"/>
                </a:solidFill>
                <a:latin typeface="Georgia"/>
                <a:ea typeface="Georgia"/>
                <a:cs typeface="Georgia"/>
                <a:sym typeface="Georgia"/>
              </a:defRPr>
            </a:lvl1pPr>
            <a:lvl2pPr lvl="1" marR="0" rtl="0" algn="l">
              <a:spcBef>
                <a:spcPts val="440"/>
              </a:spcBef>
              <a:spcAft>
                <a:spcPts val="0"/>
              </a:spcAft>
              <a:buClr>
                <a:schemeClr val="accent2"/>
              </a:buClr>
              <a:buSzPts val="1540"/>
              <a:buFont typeface="Noto Sans Symbols"/>
              <a:buChar char="⚪"/>
              <a:defRPr b="0" i="0" sz="2200" u="none" cap="none" strike="noStrike">
                <a:solidFill>
                  <a:schemeClr val="dk2"/>
                </a:solidFill>
                <a:latin typeface="Georgia"/>
                <a:ea typeface="Georgia"/>
                <a:cs typeface="Georgia"/>
                <a:sym typeface="Georgia"/>
              </a:defRPr>
            </a:lvl2pPr>
            <a:lvl3pPr lvl="2" marR="0" rtl="0" algn="l">
              <a:spcBef>
                <a:spcPts val="400"/>
              </a:spcBef>
              <a:spcAft>
                <a:spcPts val="0"/>
              </a:spcAft>
              <a:buClr>
                <a:srgbClr val="8CADAE"/>
              </a:buClr>
              <a:buSzPts val="1500"/>
              <a:buFont typeface="Noto Sans Symbols"/>
              <a:buChar char="⯍"/>
              <a:defRPr b="0" i="0" sz="2000" u="none" cap="none" strike="noStrike">
                <a:solidFill>
                  <a:schemeClr val="dk1"/>
                </a:solidFill>
                <a:latin typeface="Georgia"/>
                <a:ea typeface="Georgia"/>
                <a:cs typeface="Georgia"/>
                <a:sym typeface="Georgia"/>
              </a:defRPr>
            </a:lvl3pPr>
            <a:lvl4pPr lvl="3" marR="0" rtl="0" algn="l">
              <a:spcBef>
                <a:spcPts val="400"/>
              </a:spcBef>
              <a:spcAft>
                <a:spcPts val="0"/>
              </a:spcAft>
              <a:buClr>
                <a:srgbClr val="8C7B70"/>
              </a:buClr>
              <a:buSzPts val="1400"/>
              <a:buFont typeface="Noto Sans Symbols"/>
              <a:buChar char="🞆"/>
              <a:defRPr b="0" i="0" sz="2000" u="none" cap="none" strike="noStrike">
                <a:solidFill>
                  <a:schemeClr val="dk2"/>
                </a:solidFill>
                <a:latin typeface="Georgia"/>
                <a:ea typeface="Georgia"/>
                <a:cs typeface="Georgia"/>
                <a:sym typeface="Georgia"/>
              </a:defRPr>
            </a:lvl4pPr>
            <a:lvl5pPr lvl="4" marR="0" rtl="0" algn="l">
              <a:spcBef>
                <a:spcPts val="360"/>
              </a:spcBef>
              <a:spcAft>
                <a:spcPts val="0"/>
              </a:spcAft>
              <a:buClr>
                <a:srgbClr val="8FB08C"/>
              </a:buClr>
              <a:buSzPts val="1800"/>
              <a:buFont typeface="Georgia"/>
              <a:buChar char="•"/>
              <a:defRPr b="0" i="0" sz="1800" u="none" cap="none" strike="noStrike">
                <a:solidFill>
                  <a:schemeClr val="dk1"/>
                </a:solidFill>
                <a:latin typeface="Georgia"/>
                <a:ea typeface="Georgia"/>
                <a:cs typeface="Georgia"/>
                <a:sym typeface="Georgia"/>
              </a:defRPr>
            </a:lvl5pPr>
            <a:lvl6pPr lvl="5" marR="0" rtl="0" algn="l">
              <a:spcBef>
                <a:spcPts val="360"/>
              </a:spcBef>
              <a:spcAft>
                <a:spcPts val="0"/>
              </a:spcAft>
              <a:buClr>
                <a:schemeClr val="accent6"/>
              </a:buClr>
              <a:buSzPts val="1440"/>
              <a:buFont typeface="Noto Sans Symbols"/>
              <a:buChar char="⚫"/>
              <a:defRPr b="0" i="0" sz="1800" u="none" cap="none" strike="noStrike">
                <a:solidFill>
                  <a:schemeClr val="dk1"/>
                </a:solidFill>
                <a:latin typeface="Georgia"/>
                <a:ea typeface="Georgia"/>
                <a:cs typeface="Georgia"/>
                <a:sym typeface="Georgia"/>
              </a:defRPr>
            </a:lvl6pPr>
            <a:lvl7pPr lvl="6" marR="0" rtl="0" algn="l">
              <a:spcBef>
                <a:spcPts val="320"/>
              </a:spcBef>
              <a:spcAft>
                <a:spcPts val="0"/>
              </a:spcAft>
              <a:buClr>
                <a:srgbClr val="B75640"/>
              </a:buClr>
              <a:buSzPts val="1440"/>
              <a:buFont typeface="Georgia"/>
              <a:buChar char="•"/>
              <a:defRPr b="0" i="0" sz="1600" u="none" cap="none" strike="noStrike">
                <a:solidFill>
                  <a:schemeClr val="dk1"/>
                </a:solidFill>
                <a:latin typeface="Georgia"/>
                <a:ea typeface="Georgia"/>
                <a:cs typeface="Georgia"/>
                <a:sym typeface="Georgia"/>
              </a:defRPr>
            </a:lvl7pPr>
            <a:lvl8pPr lvl="7" marR="0" rtl="0" algn="l">
              <a:spcBef>
                <a:spcPts val="320"/>
              </a:spcBef>
              <a:spcAft>
                <a:spcPts val="0"/>
              </a:spcAft>
              <a:buClr>
                <a:srgbClr val="7A6B62"/>
              </a:buClr>
              <a:buSzPts val="1600"/>
              <a:buFont typeface="Georgia"/>
              <a:buChar char="•"/>
              <a:defRPr b="0" i="0" sz="1600" u="none" cap="none" strike="noStrike">
                <a:solidFill>
                  <a:schemeClr val="dk1"/>
                </a:solidFill>
                <a:latin typeface="Georgia"/>
                <a:ea typeface="Georgia"/>
                <a:cs typeface="Georgia"/>
                <a:sym typeface="Georgia"/>
              </a:defRPr>
            </a:lvl8pPr>
            <a:lvl9pPr lvl="8" marR="0" rtl="0" algn="l">
              <a:spcBef>
                <a:spcPts val="280"/>
              </a:spcBef>
              <a:spcAft>
                <a:spcPts val="0"/>
              </a:spcAft>
              <a:buClr>
                <a:srgbClr val="B29D00"/>
              </a:buClr>
              <a:buSzPts val="1260"/>
              <a:buFont typeface="Georgia"/>
              <a:buChar char="•"/>
              <a:defRPr b="0" i="0" sz="1400" u="none" cap="none" strike="noStrike">
                <a:solidFill>
                  <a:schemeClr val="dk1"/>
                </a:solidFill>
                <a:latin typeface="Georgia"/>
                <a:ea typeface="Georgia"/>
                <a:cs typeface="Georgia"/>
                <a:sym typeface="Georgia"/>
              </a:defRPr>
            </a:lvl9pPr>
          </a:lstStyle>
          <a:p/>
        </p:txBody>
      </p:sp>
      <p:sp>
        <p:nvSpPr>
          <p:cNvPr id="1003" name="Google Shape;1003;p142"/>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4" name="Google Shape;1004;p142"/>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5" name="Google Shape;1005;p142"/>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innehåll" type="txAndObj">
  <p:cSld name="TEXT_AND_OBJECT">
    <p:spTree>
      <p:nvGrpSpPr>
        <p:cNvPr id="1015" name="Shape 1015"/>
        <p:cNvGrpSpPr/>
        <p:nvPr/>
      </p:nvGrpSpPr>
      <p:grpSpPr>
        <a:xfrm>
          <a:off x="0" y="0"/>
          <a:ext cx="0" cy="0"/>
          <a:chOff x="0" y="0"/>
          <a:chExt cx="0" cy="0"/>
        </a:xfrm>
      </p:grpSpPr>
      <p:sp>
        <p:nvSpPr>
          <p:cNvPr id="1016" name="Google Shape;1016;p144"/>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7" name="Google Shape;1017;p144"/>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8" name="Google Shape;1018;p144"/>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9" name="Google Shape;1019;p144"/>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0" name="Google Shape;1020;p144"/>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1" name="Google Shape;1021;p144"/>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1022" name="Shape 1022"/>
        <p:cNvGrpSpPr/>
        <p:nvPr/>
      </p:nvGrpSpPr>
      <p:grpSpPr>
        <a:xfrm>
          <a:off x="0" y="0"/>
          <a:ext cx="0" cy="0"/>
          <a:chOff x="0" y="0"/>
          <a:chExt cx="0" cy="0"/>
        </a:xfrm>
      </p:grpSpPr>
      <p:sp>
        <p:nvSpPr>
          <p:cNvPr id="1023" name="Google Shape;1023;p145"/>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4" name="Google Shape;1024;p145"/>
          <p:cNvSpPr txBox="1"/>
          <p:nvPr>
            <p:ph idx="1" type="body"/>
          </p:nvPr>
        </p:nvSpPr>
        <p:spPr>
          <a:xfrm rot="5400000">
            <a:off x="2426494" y="-213519"/>
            <a:ext cx="4525962" cy="81534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25" name="Google Shape;1025;p145"/>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6" name="Google Shape;1026;p145"/>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7" name="Google Shape;1027;p145"/>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1028" name="Shape 1028"/>
        <p:cNvGrpSpPr/>
        <p:nvPr/>
      </p:nvGrpSpPr>
      <p:grpSpPr>
        <a:xfrm>
          <a:off x="0" y="0"/>
          <a:ext cx="0" cy="0"/>
          <a:chOff x="0" y="0"/>
          <a:chExt cx="0" cy="0"/>
        </a:xfrm>
      </p:grpSpPr>
      <p:sp>
        <p:nvSpPr>
          <p:cNvPr id="1029" name="Google Shape;1029;p146"/>
          <p:cNvSpPr txBox="1"/>
          <p:nvPr>
            <p:ph type="title"/>
          </p:nvPr>
        </p:nvSpPr>
        <p:spPr>
          <a:xfrm>
            <a:off x="609600" y="273050"/>
            <a:ext cx="8077200" cy="8699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dk2"/>
              </a:buClr>
              <a:buSzPts val="4400"/>
              <a:buFont typeface="Twentieth Century"/>
              <a:buNone/>
              <a:defRPr b="0" sz="4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0" name="Google Shape;1030;p146"/>
          <p:cNvSpPr txBox="1"/>
          <p:nvPr>
            <p:ph idx="1" type="body"/>
          </p:nvPr>
        </p:nvSpPr>
        <p:spPr>
          <a:xfrm>
            <a:off x="609600" y="1752600"/>
            <a:ext cx="1600200" cy="4343400"/>
          </a:xfrm>
          <a:prstGeom prst="rect">
            <a:avLst/>
          </a:prstGeom>
          <a:solidFill>
            <a:schemeClr val="accent2"/>
          </a:solidFill>
          <a:ln cap="sq" cmpd="dbl" w="50800">
            <a:solidFill>
              <a:schemeClr val="accent2"/>
            </a:solidFill>
            <a:prstDash val="solid"/>
            <a:miter lim="800000"/>
            <a:headEnd len="sm" w="sm" type="none"/>
            <a:tailEnd len="sm" w="sm" type="none"/>
          </a:ln>
        </p:spPr>
        <p:txBody>
          <a:bodyPr anchorCtr="0" anchor="t" bIns="91425" lIns="137150" spcFirstLastPara="1" rIns="137150" wrap="square" tIns="182875">
            <a:noAutofit/>
          </a:bodyPr>
          <a:lstStyle>
            <a:lvl1pPr indent="-228600" lvl="0" marL="457200" algn="l">
              <a:spcBef>
                <a:spcPts val="700"/>
              </a:spcBef>
              <a:spcAft>
                <a:spcPts val="0"/>
              </a:spcAft>
              <a:buSzPts val="1080"/>
              <a:buNone/>
              <a:defRPr sz="1800">
                <a:solidFill>
                  <a:schemeClr val="lt1"/>
                </a:solidFill>
                <a:latin typeface="Twentieth Century"/>
                <a:ea typeface="Twentieth Century"/>
                <a:cs typeface="Twentieth Century"/>
                <a:sym typeface="Twentieth Century"/>
              </a:defRPr>
            </a:lvl1pPr>
            <a:lvl2pPr indent="-228600" lvl="1" marL="914400" algn="l">
              <a:spcBef>
                <a:spcPts val="1000"/>
              </a:spcBef>
              <a:spcAft>
                <a:spcPts val="0"/>
              </a:spcAft>
              <a:buSzPts val="840"/>
              <a:buNone/>
              <a:defRPr sz="1200">
                <a:solidFill>
                  <a:schemeClr val="lt1"/>
                </a:solidFill>
                <a:latin typeface="Twentieth Century"/>
                <a:ea typeface="Twentieth Century"/>
                <a:cs typeface="Twentieth Century"/>
                <a:sym typeface="Twentieth Century"/>
              </a:defRPr>
            </a:lvl2pPr>
            <a:lvl3pPr indent="-228600" lvl="2" marL="1371600" algn="l">
              <a:spcBef>
                <a:spcPts val="500"/>
              </a:spcBef>
              <a:spcAft>
                <a:spcPts val="0"/>
              </a:spcAft>
              <a:buSzPts val="750"/>
              <a:buNone/>
              <a:defRPr sz="1000">
                <a:solidFill>
                  <a:schemeClr val="lt1"/>
                </a:solidFill>
                <a:latin typeface="Twentieth Century"/>
                <a:ea typeface="Twentieth Century"/>
                <a:cs typeface="Twentieth Century"/>
                <a:sym typeface="Twentieth Century"/>
              </a:defRPr>
            </a:lvl3pPr>
            <a:lvl4pPr indent="-228600" lvl="3" marL="1828800" algn="l">
              <a:spcBef>
                <a:spcPts val="400"/>
              </a:spcBef>
              <a:spcAft>
                <a:spcPts val="0"/>
              </a:spcAft>
              <a:buSzPts val="675"/>
              <a:buNone/>
              <a:defRPr sz="900">
                <a:solidFill>
                  <a:schemeClr val="lt1"/>
                </a:solidFill>
                <a:latin typeface="Twentieth Century"/>
                <a:ea typeface="Twentieth Century"/>
                <a:cs typeface="Twentieth Century"/>
                <a:sym typeface="Twentieth Century"/>
              </a:defRPr>
            </a:lvl4pPr>
            <a:lvl5pPr indent="-228600" lvl="4" marL="2286000" algn="l">
              <a:spcBef>
                <a:spcPts val="400"/>
              </a:spcBef>
              <a:spcAft>
                <a:spcPts val="0"/>
              </a:spcAft>
              <a:buSzPts val="585"/>
              <a:buNone/>
              <a:defRPr sz="900">
                <a:solidFill>
                  <a:schemeClr val="lt1"/>
                </a:solidFill>
                <a:latin typeface="Twentieth Century"/>
                <a:ea typeface="Twentieth Century"/>
                <a:cs typeface="Twentieth Century"/>
                <a:sym typeface="Twentieth Century"/>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31" name="Google Shape;1031;p146"/>
          <p:cNvSpPr txBox="1"/>
          <p:nvPr>
            <p:ph idx="2" type="body"/>
          </p:nvPr>
        </p:nvSpPr>
        <p:spPr>
          <a:xfrm>
            <a:off x="2362200" y="1752600"/>
            <a:ext cx="6400800" cy="44196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32" name="Google Shape;1032;p146"/>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3" name="Google Shape;1033;p146"/>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4" name="Google Shape;1034;p146"/>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1035" name="Shape 1035"/>
        <p:cNvGrpSpPr/>
        <p:nvPr/>
      </p:nvGrpSpPr>
      <p:grpSpPr>
        <a:xfrm>
          <a:off x="0" y="0"/>
          <a:ext cx="0" cy="0"/>
          <a:chOff x="0" y="0"/>
          <a:chExt cx="0" cy="0"/>
        </a:xfrm>
      </p:grpSpPr>
      <p:sp>
        <p:nvSpPr>
          <p:cNvPr id="1036" name="Google Shape;1036;p147"/>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7" name="Google Shape;1037;p147"/>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8" name="Google Shape;1038;p147"/>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9" name="Google Shape;1039;p147"/>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1040" name="Shape 1040"/>
        <p:cNvGrpSpPr/>
        <p:nvPr/>
      </p:nvGrpSpPr>
      <p:grpSpPr>
        <a:xfrm>
          <a:off x="0" y="0"/>
          <a:ext cx="0" cy="0"/>
          <a:chOff x="0" y="0"/>
          <a:chExt cx="0" cy="0"/>
        </a:xfrm>
      </p:grpSpPr>
      <p:sp>
        <p:nvSpPr>
          <p:cNvPr id="1041" name="Google Shape;1041;p148"/>
          <p:cNvSpPr txBox="1"/>
          <p:nvPr>
            <p:ph type="title"/>
          </p:nvPr>
        </p:nvSpPr>
        <p:spPr>
          <a:xfrm>
            <a:off x="612648"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2" name="Google Shape;1042;p148"/>
          <p:cNvSpPr txBox="1"/>
          <p:nvPr>
            <p:ph idx="1" type="body"/>
          </p:nvPr>
        </p:nvSpPr>
        <p:spPr>
          <a:xfrm>
            <a:off x="612648" y="1600200"/>
            <a:ext cx="8153400" cy="44958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43" name="Google Shape;1043;p148"/>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4" name="Google Shape;1044;p148"/>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5" name="Google Shape;1045;p148"/>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1052" name="Shape 1052"/>
        <p:cNvGrpSpPr/>
        <p:nvPr/>
      </p:nvGrpSpPr>
      <p:grpSpPr>
        <a:xfrm>
          <a:off x="0" y="0"/>
          <a:ext cx="0" cy="0"/>
          <a:chOff x="0" y="0"/>
          <a:chExt cx="0" cy="0"/>
        </a:xfrm>
      </p:grpSpPr>
      <p:sp>
        <p:nvSpPr>
          <p:cNvPr id="1053" name="Google Shape;1053;p1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4" name="Google Shape;1054;p1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5" name="Google Shape;1055;p1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1056" name="Shape 1056"/>
        <p:cNvGrpSpPr/>
        <p:nvPr/>
      </p:nvGrpSpPr>
      <p:grpSpPr>
        <a:xfrm>
          <a:off x="0" y="0"/>
          <a:ext cx="0" cy="0"/>
          <a:chOff x="0" y="0"/>
          <a:chExt cx="0" cy="0"/>
        </a:xfrm>
      </p:grpSpPr>
      <p:sp>
        <p:nvSpPr>
          <p:cNvPr id="1057" name="Google Shape;1057;p151"/>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58" name="Google Shape;1058;p151"/>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59" name="Google Shape;1059;p1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0" name="Google Shape;1060;p1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1" name="Google Shape;1061;p1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1062" name="Shape 1062"/>
        <p:cNvGrpSpPr/>
        <p:nvPr/>
      </p:nvGrpSpPr>
      <p:grpSpPr>
        <a:xfrm>
          <a:off x="0" y="0"/>
          <a:ext cx="0" cy="0"/>
          <a:chOff x="0" y="0"/>
          <a:chExt cx="0" cy="0"/>
        </a:xfrm>
      </p:grpSpPr>
      <p:sp>
        <p:nvSpPr>
          <p:cNvPr id="1063" name="Google Shape;1063;p1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64" name="Google Shape;1064;p152"/>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065" name="Google Shape;1065;p1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6" name="Google Shape;1066;p1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7" name="Google Shape;1067;p1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ed bildtext" type="picTx">
  <p:cSld name="PICTURE_WITH_CAPTION_TEXT">
    <p:spTree>
      <p:nvGrpSpPr>
        <p:cNvPr id="1068" name="Shape 1068"/>
        <p:cNvGrpSpPr/>
        <p:nvPr/>
      </p:nvGrpSpPr>
      <p:grpSpPr>
        <a:xfrm>
          <a:off x="0" y="0"/>
          <a:ext cx="0" cy="0"/>
          <a:chOff x="0" y="0"/>
          <a:chExt cx="0" cy="0"/>
        </a:xfrm>
      </p:grpSpPr>
      <p:sp>
        <p:nvSpPr>
          <p:cNvPr id="1069" name="Google Shape;1069;p15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70" name="Google Shape;1070;p153"/>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1071" name="Google Shape;1071;p15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72" name="Google Shape;1072;p1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3" name="Google Shape;1073;p1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4" name="Google Shape;1074;p1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1075" name="Shape 1075"/>
        <p:cNvGrpSpPr/>
        <p:nvPr/>
      </p:nvGrpSpPr>
      <p:grpSpPr>
        <a:xfrm>
          <a:off x="0" y="0"/>
          <a:ext cx="0" cy="0"/>
          <a:chOff x="0" y="0"/>
          <a:chExt cx="0" cy="0"/>
        </a:xfrm>
      </p:grpSpPr>
      <p:sp>
        <p:nvSpPr>
          <p:cNvPr id="1076" name="Google Shape;1076;p15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77" name="Google Shape;1077;p15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078" name="Google Shape;1078;p15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079" name="Google Shape;1079;p1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0" name="Google Shape;1080;p1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1" name="Google Shape;1081;p1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1082" name="Shape 1082"/>
        <p:cNvGrpSpPr/>
        <p:nvPr/>
      </p:nvGrpSpPr>
      <p:grpSpPr>
        <a:xfrm>
          <a:off x="0" y="0"/>
          <a:ext cx="0" cy="0"/>
          <a:chOff x="0" y="0"/>
          <a:chExt cx="0" cy="0"/>
        </a:xfrm>
      </p:grpSpPr>
      <p:sp>
        <p:nvSpPr>
          <p:cNvPr id="1083" name="Google Shape;1083;p15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4" name="Google Shape;1084;p1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5" name="Google Shape;1085;p1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6" name="Google Shape;1086;p1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1087" name="Shape 1087"/>
        <p:cNvGrpSpPr/>
        <p:nvPr/>
      </p:nvGrpSpPr>
      <p:grpSpPr>
        <a:xfrm>
          <a:off x="0" y="0"/>
          <a:ext cx="0" cy="0"/>
          <a:chOff x="0" y="0"/>
          <a:chExt cx="0" cy="0"/>
        </a:xfrm>
      </p:grpSpPr>
      <p:sp>
        <p:nvSpPr>
          <p:cNvPr id="1088" name="Google Shape;1088;p15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9" name="Google Shape;1089;p15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090" name="Google Shape;1090;p15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091" name="Google Shape;1091;p15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092" name="Google Shape;1092;p15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093" name="Google Shape;1093;p1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4" name="Google Shape;1094;p1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5" name="Google Shape;1095;p1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1096" name="Shape 1096"/>
        <p:cNvGrpSpPr/>
        <p:nvPr/>
      </p:nvGrpSpPr>
      <p:grpSpPr>
        <a:xfrm>
          <a:off x="0" y="0"/>
          <a:ext cx="0" cy="0"/>
          <a:chOff x="0" y="0"/>
          <a:chExt cx="0" cy="0"/>
        </a:xfrm>
      </p:grpSpPr>
      <p:sp>
        <p:nvSpPr>
          <p:cNvPr id="1097" name="Google Shape;1097;p15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98" name="Google Shape;1098;p15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099" name="Google Shape;1099;p15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00" name="Google Shape;1100;p1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1" name="Google Shape;1101;p1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2" name="Google Shape;1102;p1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vsnittsrubrik" type="secHead">
  <p:cSld name="SECTION_HEADER">
    <p:spTree>
      <p:nvGrpSpPr>
        <p:cNvPr id="1103" name="Shape 1103"/>
        <p:cNvGrpSpPr/>
        <p:nvPr/>
      </p:nvGrpSpPr>
      <p:grpSpPr>
        <a:xfrm>
          <a:off x="0" y="0"/>
          <a:ext cx="0" cy="0"/>
          <a:chOff x="0" y="0"/>
          <a:chExt cx="0" cy="0"/>
        </a:xfrm>
      </p:grpSpPr>
      <p:sp>
        <p:nvSpPr>
          <p:cNvPr id="1104" name="Google Shape;1104;p15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05" name="Google Shape;1105;p15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106" name="Google Shape;1106;p1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7" name="Google Shape;1107;p1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8" name="Google Shape;1108;p1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1109" name="Shape 1109"/>
        <p:cNvGrpSpPr/>
        <p:nvPr/>
      </p:nvGrpSpPr>
      <p:grpSpPr>
        <a:xfrm>
          <a:off x="0" y="0"/>
          <a:ext cx="0" cy="0"/>
          <a:chOff x="0" y="0"/>
          <a:chExt cx="0" cy="0"/>
        </a:xfrm>
      </p:grpSpPr>
      <p:sp>
        <p:nvSpPr>
          <p:cNvPr id="1110" name="Google Shape;1110;p15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1" name="Google Shape;1111;p15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112" name="Google Shape;1112;p1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3" name="Google Shape;1113;p1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4" name="Google Shape;1114;p1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bild" type="title">
  <p:cSld name="TITLE">
    <p:spTree>
      <p:nvGrpSpPr>
        <p:cNvPr id="1115" name="Shape 1115"/>
        <p:cNvGrpSpPr/>
        <p:nvPr/>
      </p:nvGrpSpPr>
      <p:grpSpPr>
        <a:xfrm>
          <a:off x="0" y="0"/>
          <a:ext cx="0" cy="0"/>
          <a:chOff x="0" y="0"/>
          <a:chExt cx="0" cy="0"/>
        </a:xfrm>
      </p:grpSpPr>
      <p:sp>
        <p:nvSpPr>
          <p:cNvPr id="1116" name="Google Shape;1116;p16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17" name="Google Shape;1117;p16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118" name="Google Shape;1118;p1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9" name="Google Shape;1119;p1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0" name="Google Shape;1120;p1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innehåll och text" type="objAndTx">
  <p:cSld name="OBJECT_AND_TEXT">
    <p:spTree>
      <p:nvGrpSpPr>
        <p:cNvPr id="1136" name="Shape 1136"/>
        <p:cNvGrpSpPr/>
        <p:nvPr/>
      </p:nvGrpSpPr>
      <p:grpSpPr>
        <a:xfrm>
          <a:off x="0" y="0"/>
          <a:ext cx="0" cy="0"/>
          <a:chOff x="0" y="0"/>
          <a:chExt cx="0" cy="0"/>
        </a:xfrm>
      </p:grpSpPr>
      <p:sp>
        <p:nvSpPr>
          <p:cNvPr id="1137" name="Google Shape;1137;p162"/>
          <p:cNvSpPr txBox="1"/>
          <p:nvPr>
            <p:ph type="title"/>
          </p:nvPr>
        </p:nvSpPr>
        <p:spPr>
          <a:xfrm>
            <a:off x="685800" y="76835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38" name="Google Shape;1138;p16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08610" lvl="1" marL="914400" algn="l">
              <a:spcBef>
                <a:spcPts val="360"/>
              </a:spcBef>
              <a:spcAft>
                <a:spcPts val="0"/>
              </a:spcAft>
              <a:buSzPts val="1260"/>
              <a:buChar char="⚪"/>
              <a:defRPr/>
            </a:lvl2pPr>
            <a:lvl3pPr indent="-314325" lvl="2" marL="1371600" algn="l">
              <a:spcBef>
                <a:spcPts val="360"/>
              </a:spcBef>
              <a:spcAft>
                <a:spcPts val="0"/>
              </a:spcAft>
              <a:buSzPts val="135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20040" lvl="5" marL="2743200" algn="l">
              <a:spcBef>
                <a:spcPts val="360"/>
              </a:spcBef>
              <a:spcAft>
                <a:spcPts val="0"/>
              </a:spcAft>
              <a:buSzPts val="1440"/>
              <a:buChar char="⚫"/>
              <a:defRPr/>
            </a:lvl6pPr>
            <a:lvl7pPr indent="-331470" lvl="6" marL="3200400" algn="l">
              <a:spcBef>
                <a:spcPts val="360"/>
              </a:spcBef>
              <a:spcAft>
                <a:spcPts val="0"/>
              </a:spcAft>
              <a:buSzPts val="1620"/>
              <a:buChar char="•"/>
              <a:defRPr/>
            </a:lvl7pPr>
            <a:lvl8pPr indent="-342900" lvl="7" marL="3657600" algn="l">
              <a:spcBef>
                <a:spcPts val="360"/>
              </a:spcBef>
              <a:spcAft>
                <a:spcPts val="0"/>
              </a:spcAft>
              <a:buSzPts val="1800"/>
              <a:buChar char="•"/>
              <a:defRPr/>
            </a:lvl8pPr>
            <a:lvl9pPr indent="-331470" lvl="8" marL="4114800" algn="l">
              <a:spcBef>
                <a:spcPts val="360"/>
              </a:spcBef>
              <a:spcAft>
                <a:spcPts val="0"/>
              </a:spcAft>
              <a:buSzPts val="1620"/>
              <a:buChar char="•"/>
              <a:defRPr/>
            </a:lvl9pPr>
          </a:lstStyle>
          <a:p/>
        </p:txBody>
      </p:sp>
      <p:sp>
        <p:nvSpPr>
          <p:cNvPr id="1139" name="Google Shape;1139;p162"/>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08610" lvl="1" marL="914400" algn="l">
              <a:spcBef>
                <a:spcPts val="360"/>
              </a:spcBef>
              <a:spcAft>
                <a:spcPts val="0"/>
              </a:spcAft>
              <a:buSzPts val="1260"/>
              <a:buChar char="⚪"/>
              <a:defRPr/>
            </a:lvl2pPr>
            <a:lvl3pPr indent="-314325" lvl="2" marL="1371600" algn="l">
              <a:spcBef>
                <a:spcPts val="360"/>
              </a:spcBef>
              <a:spcAft>
                <a:spcPts val="0"/>
              </a:spcAft>
              <a:buSzPts val="135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20040" lvl="5" marL="2743200" algn="l">
              <a:spcBef>
                <a:spcPts val="360"/>
              </a:spcBef>
              <a:spcAft>
                <a:spcPts val="0"/>
              </a:spcAft>
              <a:buSzPts val="1440"/>
              <a:buChar char="⚫"/>
              <a:defRPr/>
            </a:lvl6pPr>
            <a:lvl7pPr indent="-331470" lvl="6" marL="3200400" algn="l">
              <a:spcBef>
                <a:spcPts val="360"/>
              </a:spcBef>
              <a:spcAft>
                <a:spcPts val="0"/>
              </a:spcAft>
              <a:buSzPts val="1620"/>
              <a:buChar char="•"/>
              <a:defRPr/>
            </a:lvl7pPr>
            <a:lvl8pPr indent="-342900" lvl="7" marL="3657600" algn="l">
              <a:spcBef>
                <a:spcPts val="360"/>
              </a:spcBef>
              <a:spcAft>
                <a:spcPts val="0"/>
              </a:spcAft>
              <a:buSzPts val="1800"/>
              <a:buChar char="•"/>
              <a:defRPr/>
            </a:lvl8pPr>
            <a:lvl9pPr indent="-331470" lvl="8" marL="4114800" algn="l">
              <a:spcBef>
                <a:spcPts val="360"/>
              </a:spcBef>
              <a:spcAft>
                <a:spcPts val="0"/>
              </a:spcAft>
              <a:buSzPts val="1620"/>
              <a:buChar char="•"/>
              <a:defRPr/>
            </a:lvl9pPr>
          </a:lstStyle>
          <a:p/>
        </p:txBody>
      </p:sp>
      <p:sp>
        <p:nvSpPr>
          <p:cNvPr id="1140" name="Google Shape;1140;p162"/>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1" name="Google Shape;1141;p162"/>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2" name="Google Shape;1142;p162"/>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1143" name="Shape 1143"/>
        <p:cNvGrpSpPr/>
        <p:nvPr/>
      </p:nvGrpSpPr>
      <p:grpSpPr>
        <a:xfrm>
          <a:off x="0" y="0"/>
          <a:ext cx="0" cy="0"/>
          <a:chOff x="0" y="0"/>
          <a:chExt cx="0" cy="0"/>
        </a:xfrm>
      </p:grpSpPr>
      <p:sp>
        <p:nvSpPr>
          <p:cNvPr id="1144" name="Google Shape;1144;p163"/>
          <p:cNvSpPr txBox="1"/>
          <p:nvPr>
            <p:ph type="title"/>
          </p:nvPr>
        </p:nvSpPr>
        <p:spPr>
          <a:xfrm>
            <a:off x="685800" y="76835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45" name="Google Shape;1145;p163"/>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08610" lvl="1" marL="914400" algn="l">
              <a:spcBef>
                <a:spcPts val="360"/>
              </a:spcBef>
              <a:spcAft>
                <a:spcPts val="0"/>
              </a:spcAft>
              <a:buSzPts val="1260"/>
              <a:buChar char="⚪"/>
              <a:defRPr/>
            </a:lvl2pPr>
            <a:lvl3pPr indent="-314325" lvl="2" marL="1371600" algn="l">
              <a:spcBef>
                <a:spcPts val="360"/>
              </a:spcBef>
              <a:spcAft>
                <a:spcPts val="0"/>
              </a:spcAft>
              <a:buSzPts val="135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20040" lvl="5" marL="2743200" algn="l">
              <a:spcBef>
                <a:spcPts val="360"/>
              </a:spcBef>
              <a:spcAft>
                <a:spcPts val="0"/>
              </a:spcAft>
              <a:buSzPts val="1440"/>
              <a:buChar char="⚫"/>
              <a:defRPr/>
            </a:lvl6pPr>
            <a:lvl7pPr indent="-331470" lvl="6" marL="3200400" algn="l">
              <a:spcBef>
                <a:spcPts val="360"/>
              </a:spcBef>
              <a:spcAft>
                <a:spcPts val="0"/>
              </a:spcAft>
              <a:buSzPts val="1620"/>
              <a:buChar char="•"/>
              <a:defRPr/>
            </a:lvl7pPr>
            <a:lvl8pPr indent="-342900" lvl="7" marL="3657600" algn="l">
              <a:spcBef>
                <a:spcPts val="360"/>
              </a:spcBef>
              <a:spcAft>
                <a:spcPts val="0"/>
              </a:spcAft>
              <a:buSzPts val="1800"/>
              <a:buChar char="•"/>
              <a:defRPr/>
            </a:lvl8pPr>
            <a:lvl9pPr indent="-331470" lvl="8" marL="4114800" algn="l">
              <a:spcBef>
                <a:spcPts val="360"/>
              </a:spcBef>
              <a:spcAft>
                <a:spcPts val="0"/>
              </a:spcAft>
              <a:buSzPts val="1620"/>
              <a:buChar char="•"/>
              <a:defRPr/>
            </a:lvl9pPr>
          </a:lstStyle>
          <a:p/>
        </p:txBody>
      </p:sp>
      <p:sp>
        <p:nvSpPr>
          <p:cNvPr id="1146" name="Google Shape;1146;p163"/>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540"/>
              </a:spcBef>
              <a:spcAft>
                <a:spcPts val="0"/>
              </a:spcAft>
              <a:buClr>
                <a:schemeClr val="accent1"/>
              </a:buClr>
              <a:buSzPts val="2295"/>
              <a:buFont typeface="Noto Sans Symbols"/>
              <a:buChar char="⚫"/>
              <a:defRPr b="0" i="0" sz="2700" u="none" cap="none" strike="noStrike">
                <a:solidFill>
                  <a:schemeClr val="dk1"/>
                </a:solidFill>
                <a:latin typeface="Georgia"/>
                <a:ea typeface="Georgia"/>
                <a:cs typeface="Georgia"/>
                <a:sym typeface="Georgia"/>
              </a:defRPr>
            </a:lvl1pPr>
            <a:lvl2pPr lvl="1" marR="0" rtl="0" algn="l">
              <a:spcBef>
                <a:spcPts val="440"/>
              </a:spcBef>
              <a:spcAft>
                <a:spcPts val="0"/>
              </a:spcAft>
              <a:buClr>
                <a:schemeClr val="accent2"/>
              </a:buClr>
              <a:buSzPts val="1540"/>
              <a:buFont typeface="Noto Sans Symbols"/>
              <a:buChar char="⚪"/>
              <a:defRPr b="0" i="0" sz="2200" u="none" cap="none" strike="noStrike">
                <a:solidFill>
                  <a:schemeClr val="dk2"/>
                </a:solidFill>
                <a:latin typeface="Georgia"/>
                <a:ea typeface="Georgia"/>
                <a:cs typeface="Georgia"/>
                <a:sym typeface="Georgia"/>
              </a:defRPr>
            </a:lvl2pPr>
            <a:lvl3pPr lvl="2" marR="0" rtl="0" algn="l">
              <a:spcBef>
                <a:spcPts val="400"/>
              </a:spcBef>
              <a:spcAft>
                <a:spcPts val="0"/>
              </a:spcAft>
              <a:buClr>
                <a:srgbClr val="8CADAE"/>
              </a:buClr>
              <a:buSzPts val="1500"/>
              <a:buFont typeface="Noto Sans Symbols"/>
              <a:buChar char="⯍"/>
              <a:defRPr b="0" i="0" sz="2000" u="none" cap="none" strike="noStrike">
                <a:solidFill>
                  <a:schemeClr val="dk1"/>
                </a:solidFill>
                <a:latin typeface="Georgia"/>
                <a:ea typeface="Georgia"/>
                <a:cs typeface="Georgia"/>
                <a:sym typeface="Georgia"/>
              </a:defRPr>
            </a:lvl3pPr>
            <a:lvl4pPr lvl="3" marR="0" rtl="0" algn="l">
              <a:spcBef>
                <a:spcPts val="400"/>
              </a:spcBef>
              <a:spcAft>
                <a:spcPts val="0"/>
              </a:spcAft>
              <a:buClr>
                <a:srgbClr val="8C7B70"/>
              </a:buClr>
              <a:buSzPts val="1400"/>
              <a:buFont typeface="Noto Sans Symbols"/>
              <a:buChar char="🞆"/>
              <a:defRPr b="0" i="0" sz="2000" u="none" cap="none" strike="noStrike">
                <a:solidFill>
                  <a:schemeClr val="dk2"/>
                </a:solidFill>
                <a:latin typeface="Georgia"/>
                <a:ea typeface="Georgia"/>
                <a:cs typeface="Georgia"/>
                <a:sym typeface="Georgia"/>
              </a:defRPr>
            </a:lvl4pPr>
            <a:lvl5pPr lvl="4" marR="0" rtl="0" algn="l">
              <a:spcBef>
                <a:spcPts val="360"/>
              </a:spcBef>
              <a:spcAft>
                <a:spcPts val="0"/>
              </a:spcAft>
              <a:buClr>
                <a:srgbClr val="8FB08C"/>
              </a:buClr>
              <a:buSzPts val="1800"/>
              <a:buFont typeface="Georgia"/>
              <a:buChar char="•"/>
              <a:defRPr b="0" i="0" sz="1800" u="none" cap="none" strike="noStrike">
                <a:solidFill>
                  <a:schemeClr val="dk1"/>
                </a:solidFill>
                <a:latin typeface="Georgia"/>
                <a:ea typeface="Georgia"/>
                <a:cs typeface="Georgia"/>
                <a:sym typeface="Georgia"/>
              </a:defRPr>
            </a:lvl5pPr>
            <a:lvl6pPr lvl="5" marR="0" rtl="0" algn="l">
              <a:spcBef>
                <a:spcPts val="360"/>
              </a:spcBef>
              <a:spcAft>
                <a:spcPts val="0"/>
              </a:spcAft>
              <a:buClr>
                <a:schemeClr val="accent6"/>
              </a:buClr>
              <a:buSzPts val="1440"/>
              <a:buFont typeface="Noto Sans Symbols"/>
              <a:buChar char="⚫"/>
              <a:defRPr b="0" i="0" sz="1800" u="none" cap="none" strike="noStrike">
                <a:solidFill>
                  <a:schemeClr val="dk1"/>
                </a:solidFill>
                <a:latin typeface="Georgia"/>
                <a:ea typeface="Georgia"/>
                <a:cs typeface="Georgia"/>
                <a:sym typeface="Georgia"/>
              </a:defRPr>
            </a:lvl6pPr>
            <a:lvl7pPr lvl="6" marR="0" rtl="0" algn="l">
              <a:spcBef>
                <a:spcPts val="320"/>
              </a:spcBef>
              <a:spcAft>
                <a:spcPts val="0"/>
              </a:spcAft>
              <a:buClr>
                <a:srgbClr val="B75640"/>
              </a:buClr>
              <a:buSzPts val="1440"/>
              <a:buFont typeface="Georgia"/>
              <a:buChar char="•"/>
              <a:defRPr b="0" i="0" sz="1600" u="none" cap="none" strike="noStrike">
                <a:solidFill>
                  <a:schemeClr val="dk1"/>
                </a:solidFill>
                <a:latin typeface="Georgia"/>
                <a:ea typeface="Georgia"/>
                <a:cs typeface="Georgia"/>
                <a:sym typeface="Georgia"/>
              </a:defRPr>
            </a:lvl7pPr>
            <a:lvl8pPr lvl="7" marR="0" rtl="0" algn="l">
              <a:spcBef>
                <a:spcPts val="320"/>
              </a:spcBef>
              <a:spcAft>
                <a:spcPts val="0"/>
              </a:spcAft>
              <a:buClr>
                <a:srgbClr val="7A6B62"/>
              </a:buClr>
              <a:buSzPts val="1600"/>
              <a:buFont typeface="Georgia"/>
              <a:buChar char="•"/>
              <a:defRPr b="0" i="0" sz="1600" u="none" cap="none" strike="noStrike">
                <a:solidFill>
                  <a:schemeClr val="dk1"/>
                </a:solidFill>
                <a:latin typeface="Georgia"/>
                <a:ea typeface="Georgia"/>
                <a:cs typeface="Georgia"/>
                <a:sym typeface="Georgia"/>
              </a:defRPr>
            </a:lvl8pPr>
            <a:lvl9pPr lvl="8" marR="0" rtl="0" algn="l">
              <a:spcBef>
                <a:spcPts val="280"/>
              </a:spcBef>
              <a:spcAft>
                <a:spcPts val="0"/>
              </a:spcAft>
              <a:buClr>
                <a:srgbClr val="B29D00"/>
              </a:buClr>
              <a:buSzPts val="1260"/>
              <a:buFont typeface="Georgia"/>
              <a:buChar char="•"/>
              <a:defRPr b="0" i="0" sz="1400" u="none" cap="none" strike="noStrike">
                <a:solidFill>
                  <a:schemeClr val="dk1"/>
                </a:solidFill>
                <a:latin typeface="Georgia"/>
                <a:ea typeface="Georgia"/>
                <a:cs typeface="Georgia"/>
                <a:sym typeface="Georgia"/>
              </a:defRPr>
            </a:lvl9pPr>
          </a:lstStyle>
          <a:p/>
        </p:txBody>
      </p:sp>
      <p:sp>
        <p:nvSpPr>
          <p:cNvPr id="1147" name="Google Shape;1147;p163"/>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8" name="Google Shape;1148;p163"/>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9" name="Google Shape;1149;p163"/>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ClipArt och text" type="clipArtAndTx">
  <p:cSld name="CLIPART_AND_TEXT">
    <p:spTree>
      <p:nvGrpSpPr>
        <p:cNvPr id="1150" name="Shape 1150"/>
        <p:cNvGrpSpPr/>
        <p:nvPr/>
      </p:nvGrpSpPr>
      <p:grpSpPr>
        <a:xfrm>
          <a:off x="0" y="0"/>
          <a:ext cx="0" cy="0"/>
          <a:chOff x="0" y="0"/>
          <a:chExt cx="0" cy="0"/>
        </a:xfrm>
      </p:grpSpPr>
      <p:sp>
        <p:nvSpPr>
          <p:cNvPr id="1151" name="Google Shape;1151;p164"/>
          <p:cNvSpPr txBox="1"/>
          <p:nvPr>
            <p:ph type="title"/>
          </p:nvPr>
        </p:nvSpPr>
        <p:spPr>
          <a:xfrm>
            <a:off x="685800" y="76835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52" name="Google Shape;1152;p164"/>
          <p:cNvSpPr/>
          <p:nvPr>
            <p:ph idx="2" type="clipArt"/>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540"/>
              </a:spcBef>
              <a:spcAft>
                <a:spcPts val="0"/>
              </a:spcAft>
              <a:buClr>
                <a:schemeClr val="accent1"/>
              </a:buClr>
              <a:buSzPts val="2295"/>
              <a:buFont typeface="Noto Sans Symbols"/>
              <a:buChar char="⚫"/>
              <a:defRPr b="0" i="0" sz="2700" u="none" cap="none" strike="noStrike">
                <a:solidFill>
                  <a:schemeClr val="dk1"/>
                </a:solidFill>
                <a:latin typeface="Georgia"/>
                <a:ea typeface="Georgia"/>
                <a:cs typeface="Georgia"/>
                <a:sym typeface="Georgia"/>
              </a:defRPr>
            </a:lvl1pPr>
            <a:lvl2pPr lvl="1" marR="0" rtl="0" algn="l">
              <a:spcBef>
                <a:spcPts val="440"/>
              </a:spcBef>
              <a:spcAft>
                <a:spcPts val="0"/>
              </a:spcAft>
              <a:buClr>
                <a:schemeClr val="accent2"/>
              </a:buClr>
              <a:buSzPts val="1540"/>
              <a:buFont typeface="Noto Sans Symbols"/>
              <a:buChar char="⚪"/>
              <a:defRPr b="0" i="0" sz="2200" u="none" cap="none" strike="noStrike">
                <a:solidFill>
                  <a:schemeClr val="dk2"/>
                </a:solidFill>
                <a:latin typeface="Georgia"/>
                <a:ea typeface="Georgia"/>
                <a:cs typeface="Georgia"/>
                <a:sym typeface="Georgia"/>
              </a:defRPr>
            </a:lvl2pPr>
            <a:lvl3pPr lvl="2" marR="0" rtl="0" algn="l">
              <a:spcBef>
                <a:spcPts val="400"/>
              </a:spcBef>
              <a:spcAft>
                <a:spcPts val="0"/>
              </a:spcAft>
              <a:buClr>
                <a:srgbClr val="8CADAE"/>
              </a:buClr>
              <a:buSzPts val="1500"/>
              <a:buFont typeface="Noto Sans Symbols"/>
              <a:buChar char="⯍"/>
              <a:defRPr b="0" i="0" sz="2000" u="none" cap="none" strike="noStrike">
                <a:solidFill>
                  <a:schemeClr val="dk1"/>
                </a:solidFill>
                <a:latin typeface="Georgia"/>
                <a:ea typeface="Georgia"/>
                <a:cs typeface="Georgia"/>
                <a:sym typeface="Georgia"/>
              </a:defRPr>
            </a:lvl3pPr>
            <a:lvl4pPr lvl="3" marR="0" rtl="0" algn="l">
              <a:spcBef>
                <a:spcPts val="400"/>
              </a:spcBef>
              <a:spcAft>
                <a:spcPts val="0"/>
              </a:spcAft>
              <a:buClr>
                <a:srgbClr val="8C7B70"/>
              </a:buClr>
              <a:buSzPts val="1400"/>
              <a:buFont typeface="Noto Sans Symbols"/>
              <a:buChar char="🞆"/>
              <a:defRPr b="0" i="0" sz="2000" u="none" cap="none" strike="noStrike">
                <a:solidFill>
                  <a:schemeClr val="dk2"/>
                </a:solidFill>
                <a:latin typeface="Georgia"/>
                <a:ea typeface="Georgia"/>
                <a:cs typeface="Georgia"/>
                <a:sym typeface="Georgia"/>
              </a:defRPr>
            </a:lvl4pPr>
            <a:lvl5pPr lvl="4" marR="0" rtl="0" algn="l">
              <a:spcBef>
                <a:spcPts val="360"/>
              </a:spcBef>
              <a:spcAft>
                <a:spcPts val="0"/>
              </a:spcAft>
              <a:buClr>
                <a:srgbClr val="8FB08C"/>
              </a:buClr>
              <a:buSzPts val="1800"/>
              <a:buFont typeface="Georgia"/>
              <a:buChar char="•"/>
              <a:defRPr b="0" i="0" sz="1800" u="none" cap="none" strike="noStrike">
                <a:solidFill>
                  <a:schemeClr val="dk1"/>
                </a:solidFill>
                <a:latin typeface="Georgia"/>
                <a:ea typeface="Georgia"/>
                <a:cs typeface="Georgia"/>
                <a:sym typeface="Georgia"/>
              </a:defRPr>
            </a:lvl5pPr>
            <a:lvl6pPr lvl="5" marR="0" rtl="0" algn="l">
              <a:spcBef>
                <a:spcPts val="360"/>
              </a:spcBef>
              <a:spcAft>
                <a:spcPts val="0"/>
              </a:spcAft>
              <a:buClr>
                <a:schemeClr val="accent6"/>
              </a:buClr>
              <a:buSzPts val="1440"/>
              <a:buFont typeface="Noto Sans Symbols"/>
              <a:buChar char="⚫"/>
              <a:defRPr b="0" i="0" sz="1800" u="none" cap="none" strike="noStrike">
                <a:solidFill>
                  <a:schemeClr val="dk1"/>
                </a:solidFill>
                <a:latin typeface="Georgia"/>
                <a:ea typeface="Georgia"/>
                <a:cs typeface="Georgia"/>
                <a:sym typeface="Georgia"/>
              </a:defRPr>
            </a:lvl6pPr>
            <a:lvl7pPr lvl="6" marR="0" rtl="0" algn="l">
              <a:spcBef>
                <a:spcPts val="320"/>
              </a:spcBef>
              <a:spcAft>
                <a:spcPts val="0"/>
              </a:spcAft>
              <a:buClr>
                <a:srgbClr val="B75640"/>
              </a:buClr>
              <a:buSzPts val="1440"/>
              <a:buFont typeface="Georgia"/>
              <a:buChar char="•"/>
              <a:defRPr b="0" i="0" sz="1600" u="none" cap="none" strike="noStrike">
                <a:solidFill>
                  <a:schemeClr val="dk1"/>
                </a:solidFill>
                <a:latin typeface="Georgia"/>
                <a:ea typeface="Georgia"/>
                <a:cs typeface="Georgia"/>
                <a:sym typeface="Georgia"/>
              </a:defRPr>
            </a:lvl7pPr>
            <a:lvl8pPr lvl="7" marR="0" rtl="0" algn="l">
              <a:spcBef>
                <a:spcPts val="320"/>
              </a:spcBef>
              <a:spcAft>
                <a:spcPts val="0"/>
              </a:spcAft>
              <a:buClr>
                <a:srgbClr val="7A6B62"/>
              </a:buClr>
              <a:buSzPts val="1600"/>
              <a:buFont typeface="Georgia"/>
              <a:buChar char="•"/>
              <a:defRPr b="0" i="0" sz="1600" u="none" cap="none" strike="noStrike">
                <a:solidFill>
                  <a:schemeClr val="dk1"/>
                </a:solidFill>
                <a:latin typeface="Georgia"/>
                <a:ea typeface="Georgia"/>
                <a:cs typeface="Georgia"/>
                <a:sym typeface="Georgia"/>
              </a:defRPr>
            </a:lvl8pPr>
            <a:lvl9pPr lvl="8" marR="0" rtl="0" algn="l">
              <a:spcBef>
                <a:spcPts val="280"/>
              </a:spcBef>
              <a:spcAft>
                <a:spcPts val="0"/>
              </a:spcAft>
              <a:buClr>
                <a:srgbClr val="B29D00"/>
              </a:buClr>
              <a:buSzPts val="1260"/>
              <a:buFont typeface="Georgia"/>
              <a:buChar char="•"/>
              <a:defRPr b="0" i="0" sz="1400" u="none" cap="none" strike="noStrike">
                <a:solidFill>
                  <a:schemeClr val="dk1"/>
                </a:solidFill>
                <a:latin typeface="Georgia"/>
                <a:ea typeface="Georgia"/>
                <a:cs typeface="Georgia"/>
                <a:sym typeface="Georgia"/>
              </a:defRPr>
            </a:lvl9pPr>
          </a:lstStyle>
          <a:p/>
        </p:txBody>
      </p:sp>
      <p:sp>
        <p:nvSpPr>
          <p:cNvPr id="1153" name="Google Shape;1153;p164"/>
          <p:cNvSpPr txBox="1"/>
          <p:nvPr>
            <p:ph idx="1"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08610" lvl="1" marL="914400" algn="l">
              <a:spcBef>
                <a:spcPts val="360"/>
              </a:spcBef>
              <a:spcAft>
                <a:spcPts val="0"/>
              </a:spcAft>
              <a:buSzPts val="1260"/>
              <a:buChar char="⚪"/>
              <a:defRPr/>
            </a:lvl2pPr>
            <a:lvl3pPr indent="-314325" lvl="2" marL="1371600" algn="l">
              <a:spcBef>
                <a:spcPts val="360"/>
              </a:spcBef>
              <a:spcAft>
                <a:spcPts val="0"/>
              </a:spcAft>
              <a:buSzPts val="135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20040" lvl="5" marL="2743200" algn="l">
              <a:spcBef>
                <a:spcPts val="360"/>
              </a:spcBef>
              <a:spcAft>
                <a:spcPts val="0"/>
              </a:spcAft>
              <a:buSzPts val="1440"/>
              <a:buChar char="⚫"/>
              <a:defRPr/>
            </a:lvl6pPr>
            <a:lvl7pPr indent="-331470" lvl="6" marL="3200400" algn="l">
              <a:spcBef>
                <a:spcPts val="360"/>
              </a:spcBef>
              <a:spcAft>
                <a:spcPts val="0"/>
              </a:spcAft>
              <a:buSzPts val="1620"/>
              <a:buChar char="•"/>
              <a:defRPr/>
            </a:lvl7pPr>
            <a:lvl8pPr indent="-342900" lvl="7" marL="3657600" algn="l">
              <a:spcBef>
                <a:spcPts val="360"/>
              </a:spcBef>
              <a:spcAft>
                <a:spcPts val="0"/>
              </a:spcAft>
              <a:buSzPts val="1800"/>
              <a:buChar char="•"/>
              <a:defRPr/>
            </a:lvl8pPr>
            <a:lvl9pPr indent="-331470" lvl="8" marL="4114800" algn="l">
              <a:spcBef>
                <a:spcPts val="360"/>
              </a:spcBef>
              <a:spcAft>
                <a:spcPts val="0"/>
              </a:spcAft>
              <a:buSzPts val="1620"/>
              <a:buChar char="•"/>
              <a:defRPr/>
            </a:lvl9pPr>
          </a:lstStyle>
          <a:p/>
        </p:txBody>
      </p:sp>
      <p:sp>
        <p:nvSpPr>
          <p:cNvPr id="1154" name="Google Shape;1154;p164"/>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5" name="Google Shape;1155;p164"/>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6" name="Google Shape;1156;p164"/>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text och ClipArt" type="txAndClipArt">
  <p:cSld name="TEXT_AND_CLIPART">
    <p:spTree>
      <p:nvGrpSpPr>
        <p:cNvPr id="1172" name="Shape 1172"/>
        <p:cNvGrpSpPr/>
        <p:nvPr/>
      </p:nvGrpSpPr>
      <p:grpSpPr>
        <a:xfrm>
          <a:off x="0" y="0"/>
          <a:ext cx="0" cy="0"/>
          <a:chOff x="0" y="0"/>
          <a:chExt cx="0" cy="0"/>
        </a:xfrm>
      </p:grpSpPr>
      <p:sp>
        <p:nvSpPr>
          <p:cNvPr id="1173" name="Google Shape;1173;p166"/>
          <p:cNvSpPr txBox="1"/>
          <p:nvPr>
            <p:ph type="title"/>
          </p:nvPr>
        </p:nvSpPr>
        <p:spPr>
          <a:xfrm>
            <a:off x="685800" y="76835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74" name="Google Shape;1174;p166"/>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08610" lvl="1" marL="914400" algn="l">
              <a:spcBef>
                <a:spcPts val="360"/>
              </a:spcBef>
              <a:spcAft>
                <a:spcPts val="0"/>
              </a:spcAft>
              <a:buSzPts val="1260"/>
              <a:buChar char="⚪"/>
              <a:defRPr/>
            </a:lvl2pPr>
            <a:lvl3pPr indent="-314325" lvl="2" marL="1371600" algn="l">
              <a:spcBef>
                <a:spcPts val="360"/>
              </a:spcBef>
              <a:spcAft>
                <a:spcPts val="0"/>
              </a:spcAft>
              <a:buSzPts val="135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20040" lvl="5" marL="2743200" algn="l">
              <a:spcBef>
                <a:spcPts val="360"/>
              </a:spcBef>
              <a:spcAft>
                <a:spcPts val="0"/>
              </a:spcAft>
              <a:buSzPts val="1440"/>
              <a:buChar char="⚫"/>
              <a:defRPr/>
            </a:lvl6pPr>
            <a:lvl7pPr indent="-331470" lvl="6" marL="3200400" algn="l">
              <a:spcBef>
                <a:spcPts val="360"/>
              </a:spcBef>
              <a:spcAft>
                <a:spcPts val="0"/>
              </a:spcAft>
              <a:buSzPts val="1620"/>
              <a:buChar char="•"/>
              <a:defRPr/>
            </a:lvl7pPr>
            <a:lvl8pPr indent="-342900" lvl="7" marL="3657600" algn="l">
              <a:spcBef>
                <a:spcPts val="360"/>
              </a:spcBef>
              <a:spcAft>
                <a:spcPts val="0"/>
              </a:spcAft>
              <a:buSzPts val="1800"/>
              <a:buChar char="•"/>
              <a:defRPr/>
            </a:lvl8pPr>
            <a:lvl9pPr indent="-331470" lvl="8" marL="4114800" algn="l">
              <a:spcBef>
                <a:spcPts val="360"/>
              </a:spcBef>
              <a:spcAft>
                <a:spcPts val="0"/>
              </a:spcAft>
              <a:buSzPts val="1620"/>
              <a:buChar char="•"/>
              <a:defRPr/>
            </a:lvl9pPr>
          </a:lstStyle>
          <a:p/>
        </p:txBody>
      </p:sp>
      <p:sp>
        <p:nvSpPr>
          <p:cNvPr id="1175" name="Google Shape;1175;p166"/>
          <p:cNvSpPr/>
          <p:nvPr>
            <p:ph idx="2" type="clipArt"/>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540"/>
              </a:spcBef>
              <a:spcAft>
                <a:spcPts val="0"/>
              </a:spcAft>
              <a:buClr>
                <a:schemeClr val="accent1"/>
              </a:buClr>
              <a:buSzPts val="2295"/>
              <a:buFont typeface="Noto Sans Symbols"/>
              <a:buChar char="⚫"/>
              <a:defRPr b="0" i="0" sz="2700" u="none" cap="none" strike="noStrike">
                <a:solidFill>
                  <a:schemeClr val="dk1"/>
                </a:solidFill>
                <a:latin typeface="Georgia"/>
                <a:ea typeface="Georgia"/>
                <a:cs typeface="Georgia"/>
                <a:sym typeface="Georgia"/>
              </a:defRPr>
            </a:lvl1pPr>
            <a:lvl2pPr lvl="1" marR="0" rtl="0" algn="l">
              <a:spcBef>
                <a:spcPts val="440"/>
              </a:spcBef>
              <a:spcAft>
                <a:spcPts val="0"/>
              </a:spcAft>
              <a:buClr>
                <a:schemeClr val="accent2"/>
              </a:buClr>
              <a:buSzPts val="1540"/>
              <a:buFont typeface="Noto Sans Symbols"/>
              <a:buChar char="⚪"/>
              <a:defRPr b="0" i="0" sz="2200" u="none" cap="none" strike="noStrike">
                <a:solidFill>
                  <a:schemeClr val="dk2"/>
                </a:solidFill>
                <a:latin typeface="Georgia"/>
                <a:ea typeface="Georgia"/>
                <a:cs typeface="Georgia"/>
                <a:sym typeface="Georgia"/>
              </a:defRPr>
            </a:lvl2pPr>
            <a:lvl3pPr lvl="2" marR="0" rtl="0" algn="l">
              <a:spcBef>
                <a:spcPts val="400"/>
              </a:spcBef>
              <a:spcAft>
                <a:spcPts val="0"/>
              </a:spcAft>
              <a:buClr>
                <a:srgbClr val="8CADAE"/>
              </a:buClr>
              <a:buSzPts val="1500"/>
              <a:buFont typeface="Noto Sans Symbols"/>
              <a:buChar char="⯍"/>
              <a:defRPr b="0" i="0" sz="2000" u="none" cap="none" strike="noStrike">
                <a:solidFill>
                  <a:schemeClr val="dk1"/>
                </a:solidFill>
                <a:latin typeface="Georgia"/>
                <a:ea typeface="Georgia"/>
                <a:cs typeface="Georgia"/>
                <a:sym typeface="Georgia"/>
              </a:defRPr>
            </a:lvl3pPr>
            <a:lvl4pPr lvl="3" marR="0" rtl="0" algn="l">
              <a:spcBef>
                <a:spcPts val="400"/>
              </a:spcBef>
              <a:spcAft>
                <a:spcPts val="0"/>
              </a:spcAft>
              <a:buClr>
                <a:srgbClr val="8C7B70"/>
              </a:buClr>
              <a:buSzPts val="1400"/>
              <a:buFont typeface="Noto Sans Symbols"/>
              <a:buChar char="🞆"/>
              <a:defRPr b="0" i="0" sz="2000" u="none" cap="none" strike="noStrike">
                <a:solidFill>
                  <a:schemeClr val="dk2"/>
                </a:solidFill>
                <a:latin typeface="Georgia"/>
                <a:ea typeface="Georgia"/>
                <a:cs typeface="Georgia"/>
                <a:sym typeface="Georgia"/>
              </a:defRPr>
            </a:lvl4pPr>
            <a:lvl5pPr lvl="4" marR="0" rtl="0" algn="l">
              <a:spcBef>
                <a:spcPts val="360"/>
              </a:spcBef>
              <a:spcAft>
                <a:spcPts val="0"/>
              </a:spcAft>
              <a:buClr>
                <a:srgbClr val="8FB08C"/>
              </a:buClr>
              <a:buSzPts val="1800"/>
              <a:buFont typeface="Georgia"/>
              <a:buChar char="•"/>
              <a:defRPr b="0" i="0" sz="1800" u="none" cap="none" strike="noStrike">
                <a:solidFill>
                  <a:schemeClr val="dk1"/>
                </a:solidFill>
                <a:latin typeface="Georgia"/>
                <a:ea typeface="Georgia"/>
                <a:cs typeface="Georgia"/>
                <a:sym typeface="Georgia"/>
              </a:defRPr>
            </a:lvl5pPr>
            <a:lvl6pPr lvl="5" marR="0" rtl="0" algn="l">
              <a:spcBef>
                <a:spcPts val="360"/>
              </a:spcBef>
              <a:spcAft>
                <a:spcPts val="0"/>
              </a:spcAft>
              <a:buClr>
                <a:schemeClr val="accent6"/>
              </a:buClr>
              <a:buSzPts val="1440"/>
              <a:buFont typeface="Noto Sans Symbols"/>
              <a:buChar char="⚫"/>
              <a:defRPr b="0" i="0" sz="1800" u="none" cap="none" strike="noStrike">
                <a:solidFill>
                  <a:schemeClr val="dk1"/>
                </a:solidFill>
                <a:latin typeface="Georgia"/>
                <a:ea typeface="Georgia"/>
                <a:cs typeface="Georgia"/>
                <a:sym typeface="Georgia"/>
              </a:defRPr>
            </a:lvl6pPr>
            <a:lvl7pPr lvl="6" marR="0" rtl="0" algn="l">
              <a:spcBef>
                <a:spcPts val="320"/>
              </a:spcBef>
              <a:spcAft>
                <a:spcPts val="0"/>
              </a:spcAft>
              <a:buClr>
                <a:srgbClr val="B75640"/>
              </a:buClr>
              <a:buSzPts val="1440"/>
              <a:buFont typeface="Georgia"/>
              <a:buChar char="•"/>
              <a:defRPr b="0" i="0" sz="1600" u="none" cap="none" strike="noStrike">
                <a:solidFill>
                  <a:schemeClr val="dk1"/>
                </a:solidFill>
                <a:latin typeface="Georgia"/>
                <a:ea typeface="Georgia"/>
                <a:cs typeface="Georgia"/>
                <a:sym typeface="Georgia"/>
              </a:defRPr>
            </a:lvl7pPr>
            <a:lvl8pPr lvl="7" marR="0" rtl="0" algn="l">
              <a:spcBef>
                <a:spcPts val="320"/>
              </a:spcBef>
              <a:spcAft>
                <a:spcPts val="0"/>
              </a:spcAft>
              <a:buClr>
                <a:srgbClr val="7A6B62"/>
              </a:buClr>
              <a:buSzPts val="1600"/>
              <a:buFont typeface="Georgia"/>
              <a:buChar char="•"/>
              <a:defRPr b="0" i="0" sz="1600" u="none" cap="none" strike="noStrike">
                <a:solidFill>
                  <a:schemeClr val="dk1"/>
                </a:solidFill>
                <a:latin typeface="Georgia"/>
                <a:ea typeface="Georgia"/>
                <a:cs typeface="Georgia"/>
                <a:sym typeface="Georgia"/>
              </a:defRPr>
            </a:lvl8pPr>
            <a:lvl9pPr lvl="8" marR="0" rtl="0" algn="l">
              <a:spcBef>
                <a:spcPts val="280"/>
              </a:spcBef>
              <a:spcAft>
                <a:spcPts val="0"/>
              </a:spcAft>
              <a:buClr>
                <a:srgbClr val="B29D00"/>
              </a:buClr>
              <a:buSzPts val="1260"/>
              <a:buFont typeface="Georgia"/>
              <a:buChar char="•"/>
              <a:defRPr b="0" i="0" sz="1400" u="none" cap="none" strike="noStrike">
                <a:solidFill>
                  <a:schemeClr val="dk1"/>
                </a:solidFill>
                <a:latin typeface="Georgia"/>
                <a:ea typeface="Georgia"/>
                <a:cs typeface="Georgia"/>
                <a:sym typeface="Georgia"/>
              </a:defRPr>
            </a:lvl9pPr>
          </a:lstStyle>
          <a:p/>
        </p:txBody>
      </p:sp>
      <p:sp>
        <p:nvSpPr>
          <p:cNvPr id="1176" name="Google Shape;1176;p166"/>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7" name="Google Shape;1177;p166"/>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8" name="Google Shape;1178;p166"/>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1187" name="Shape 1187"/>
        <p:cNvGrpSpPr/>
        <p:nvPr/>
      </p:nvGrpSpPr>
      <p:grpSpPr>
        <a:xfrm>
          <a:off x="0" y="0"/>
          <a:ext cx="0" cy="0"/>
          <a:chOff x="0" y="0"/>
          <a:chExt cx="0" cy="0"/>
        </a:xfrm>
      </p:grpSpPr>
      <p:sp>
        <p:nvSpPr>
          <p:cNvPr id="1188" name="Google Shape;1188;p168"/>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9" name="Google Shape;1189;p168"/>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40"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190" name="Google Shape;1190;p16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1" name="Google Shape;1191;p16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2" name="Google Shape;1192;p168"/>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1193" name="Shape 1193"/>
        <p:cNvGrpSpPr/>
        <p:nvPr/>
      </p:nvGrpSpPr>
      <p:grpSpPr>
        <a:xfrm>
          <a:off x="0" y="0"/>
          <a:ext cx="0" cy="0"/>
          <a:chOff x="0" y="0"/>
          <a:chExt cx="0" cy="0"/>
        </a:xfrm>
      </p:grpSpPr>
      <p:sp>
        <p:nvSpPr>
          <p:cNvPr id="1194" name="Google Shape;1194;p169"/>
          <p:cNvSpPr txBox="1"/>
          <p:nvPr>
            <p:ph type="title"/>
          </p:nvPr>
        </p:nvSpPr>
        <p:spPr>
          <a:xfrm rot="5400000">
            <a:off x="4709477" y="2194564"/>
            <a:ext cx="5851525" cy="201168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5" name="Google Shape;1195;p169"/>
          <p:cNvSpPr txBox="1"/>
          <p:nvPr>
            <p:ph idx="1" type="body"/>
          </p:nvPr>
        </p:nvSpPr>
        <p:spPr>
          <a:xfrm rot="5400000">
            <a:off x="769937" y="419103"/>
            <a:ext cx="5851525" cy="55626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40"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196" name="Google Shape;1196;p16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7" name="Google Shape;1197;p16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8" name="Google Shape;1198;p169"/>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1199" name="Shape 1199"/>
        <p:cNvGrpSpPr/>
        <p:nvPr/>
      </p:nvGrpSpPr>
      <p:grpSpPr>
        <a:xfrm>
          <a:off x="0" y="0"/>
          <a:ext cx="0" cy="0"/>
          <a:chOff x="0" y="0"/>
          <a:chExt cx="0" cy="0"/>
        </a:xfrm>
      </p:grpSpPr>
      <p:sp>
        <p:nvSpPr>
          <p:cNvPr id="1200" name="Google Shape;1200;p170"/>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1" name="Google Shape;1201;p170"/>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40"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202" name="Google Shape;1202;p17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3" name="Google Shape;1203;p17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4" name="Google Shape;1204;p170"/>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1205" name="Shape 1205"/>
        <p:cNvGrpSpPr/>
        <p:nvPr/>
      </p:nvGrpSpPr>
      <p:grpSpPr>
        <a:xfrm>
          <a:off x="0" y="0"/>
          <a:ext cx="0" cy="0"/>
          <a:chOff x="0" y="0"/>
          <a:chExt cx="0" cy="0"/>
        </a:xfrm>
      </p:grpSpPr>
      <p:sp>
        <p:nvSpPr>
          <p:cNvPr id="1206" name="Google Shape;1206;p17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7" name="Google Shape;1207;p17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8" name="Google Shape;1208;p17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ast rubrik" type="titleOnly">
  <p:cSld name="TITLE_ONLY">
    <p:spTree>
      <p:nvGrpSpPr>
        <p:cNvPr id="1209" name="Shape 1209"/>
        <p:cNvGrpSpPr/>
        <p:nvPr/>
      </p:nvGrpSpPr>
      <p:grpSpPr>
        <a:xfrm>
          <a:off x="0" y="0"/>
          <a:ext cx="0" cy="0"/>
          <a:chOff x="0" y="0"/>
          <a:chExt cx="0" cy="0"/>
        </a:xfrm>
      </p:grpSpPr>
      <p:sp>
        <p:nvSpPr>
          <p:cNvPr id="1210" name="Google Shape;1210;p172"/>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1" name="Google Shape;1211;p17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2" name="Google Shape;1212;p17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3" name="Google Shape;1213;p17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1214" name="Shape 1214"/>
        <p:cNvGrpSpPr/>
        <p:nvPr/>
      </p:nvGrpSpPr>
      <p:grpSpPr>
        <a:xfrm>
          <a:off x="0" y="0"/>
          <a:ext cx="0" cy="0"/>
          <a:chOff x="0" y="0"/>
          <a:chExt cx="0" cy="0"/>
        </a:xfrm>
      </p:grpSpPr>
      <p:sp>
        <p:nvSpPr>
          <p:cNvPr id="1215" name="Google Shape;1215;p173"/>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6" name="Google Shape;1216;p173"/>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75"/>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5"/>
              </a:spcBef>
              <a:spcAft>
                <a:spcPts val="0"/>
              </a:spcAft>
              <a:buSzPts val="1700"/>
              <a:buNone/>
              <a:defRPr b="1" sz="2000"/>
            </a:lvl2pPr>
            <a:lvl3pPr indent="-228600" lvl="2" marL="1371600" algn="l">
              <a:spcBef>
                <a:spcPts val="375"/>
              </a:spcBef>
              <a:spcAft>
                <a:spcPts val="0"/>
              </a:spcAft>
              <a:buSzPts val="1530"/>
              <a:buNone/>
              <a:defRPr b="1" sz="1800"/>
            </a:lvl3pPr>
            <a:lvl4pPr indent="-228600" lvl="3" marL="1828800" algn="l">
              <a:spcBef>
                <a:spcPts val="375"/>
              </a:spcBef>
              <a:spcAft>
                <a:spcPts val="0"/>
              </a:spcAft>
              <a:buSzPts val="1280"/>
              <a:buNone/>
              <a:defRPr b="1" sz="1600"/>
            </a:lvl4pPr>
            <a:lvl5pPr indent="-228600" lvl="4" marL="2286000" algn="l">
              <a:spcBef>
                <a:spcPts val="375"/>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217" name="Google Shape;1217;p173"/>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75"/>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5"/>
              </a:spcBef>
              <a:spcAft>
                <a:spcPts val="0"/>
              </a:spcAft>
              <a:buSzPts val="1700"/>
              <a:buNone/>
              <a:defRPr b="1" sz="2000"/>
            </a:lvl2pPr>
            <a:lvl3pPr indent="-228600" lvl="2" marL="1371600" algn="l">
              <a:spcBef>
                <a:spcPts val="375"/>
              </a:spcBef>
              <a:spcAft>
                <a:spcPts val="0"/>
              </a:spcAft>
              <a:buSzPts val="1530"/>
              <a:buNone/>
              <a:defRPr b="1" sz="1800"/>
            </a:lvl3pPr>
            <a:lvl4pPr indent="-228600" lvl="3" marL="1828800" algn="l">
              <a:spcBef>
                <a:spcPts val="375"/>
              </a:spcBef>
              <a:spcAft>
                <a:spcPts val="0"/>
              </a:spcAft>
              <a:buSzPts val="1280"/>
              <a:buNone/>
              <a:defRPr b="1" sz="1600"/>
            </a:lvl4pPr>
            <a:lvl5pPr indent="-228600" lvl="4" marL="2286000" algn="l">
              <a:spcBef>
                <a:spcPts val="375"/>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218" name="Google Shape;1218;p173"/>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40"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219" name="Google Shape;1219;p173"/>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40"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220" name="Google Shape;1220;p17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1" name="Google Shape;1221;p17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2" name="Google Shape;1222;p173"/>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1223" name="Shape 1223"/>
        <p:cNvGrpSpPr/>
        <p:nvPr/>
      </p:nvGrpSpPr>
      <p:grpSpPr>
        <a:xfrm>
          <a:off x="0" y="0"/>
          <a:ext cx="0" cy="0"/>
          <a:chOff x="0" y="0"/>
          <a:chExt cx="0" cy="0"/>
        </a:xfrm>
      </p:grpSpPr>
      <p:sp>
        <p:nvSpPr>
          <p:cNvPr id="1224" name="Google Shape;1224;p174"/>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5" name="Google Shape;1225;p174"/>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40"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226" name="Google Shape;1226;p174"/>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575"/>
              </a:spcBef>
              <a:spcAft>
                <a:spcPts val="0"/>
              </a:spcAft>
              <a:buSzPts val="1530"/>
              <a:buChar char="⚫"/>
              <a:defRPr/>
            </a:lvl1pPr>
            <a:lvl2pPr indent="-325755" lvl="1" marL="914400" algn="l">
              <a:spcBef>
                <a:spcPts val="375"/>
              </a:spcBef>
              <a:spcAft>
                <a:spcPts val="0"/>
              </a:spcAft>
              <a:buSzPts val="1530"/>
              <a:buChar char="⚫"/>
              <a:defRPr/>
            </a:lvl2pPr>
            <a:lvl3pPr indent="-325755" lvl="2" marL="1371600" algn="l">
              <a:spcBef>
                <a:spcPts val="375"/>
              </a:spcBef>
              <a:spcAft>
                <a:spcPts val="0"/>
              </a:spcAft>
              <a:buSzPts val="1530"/>
              <a:buChar char="⚫"/>
              <a:defRPr/>
            </a:lvl3pPr>
            <a:lvl4pPr indent="-320040" lvl="3" marL="1828800" algn="l">
              <a:spcBef>
                <a:spcPts val="375"/>
              </a:spcBef>
              <a:spcAft>
                <a:spcPts val="0"/>
              </a:spcAft>
              <a:buSzPts val="1440"/>
              <a:buChar char="⚫"/>
              <a:defRPr/>
            </a:lvl4pPr>
            <a:lvl5pPr indent="-342900" lvl="4" marL="2286000" algn="l">
              <a:spcBef>
                <a:spcPts val="375"/>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227" name="Google Shape;1227;p17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8" name="Google Shape;1228;p174"/>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9" name="Google Shape;1229;p17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ClipArt och text" type="clipArtAndTx">
  <p:cSld name="CLIPART_AND_TEXT">
    <p:spTree>
      <p:nvGrpSpPr>
        <p:cNvPr id="1239" name="Shape 1239"/>
        <p:cNvGrpSpPr/>
        <p:nvPr/>
      </p:nvGrpSpPr>
      <p:grpSpPr>
        <a:xfrm>
          <a:off x="0" y="0"/>
          <a:ext cx="0" cy="0"/>
          <a:chOff x="0" y="0"/>
          <a:chExt cx="0" cy="0"/>
        </a:xfrm>
      </p:grpSpPr>
      <p:sp>
        <p:nvSpPr>
          <p:cNvPr id="1240" name="Google Shape;1240;p176"/>
          <p:cNvSpPr txBox="1"/>
          <p:nvPr>
            <p:ph type="title"/>
          </p:nvPr>
        </p:nvSpPr>
        <p:spPr>
          <a:xfrm>
            <a:off x="685800" y="768350"/>
            <a:ext cx="77724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1" name="Google Shape;1241;p176"/>
          <p:cNvSpPr/>
          <p:nvPr>
            <p:ph idx="2" type="clipArt"/>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lvl="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lvl="1"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lvl="2" marR="0" rtl="0" algn="l">
              <a:spcBef>
                <a:spcPts val="500"/>
              </a:spcBef>
              <a:spcAft>
                <a:spcPts val="0"/>
              </a:spcAft>
              <a:buClr>
                <a:srgbClr val="BCBCBC"/>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lvl="3" marR="0" rtl="0" algn="l">
              <a:spcBef>
                <a:spcPts val="400"/>
              </a:spcBef>
              <a:spcAft>
                <a:spcPts val="0"/>
              </a:spcAft>
              <a:buClr>
                <a:srgbClr val="8BA2B4"/>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lvl="4"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lvl="5"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lvl="6"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lvl="7"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lvl="8"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42" name="Google Shape;1242;p176"/>
          <p:cNvSpPr txBox="1"/>
          <p:nvPr>
            <p:ph idx="1"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8"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243" name="Google Shape;1243;p176"/>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4" name="Google Shape;1244;p176"/>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5" name="Google Shape;1245;p176"/>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1246" name="Shape 1246"/>
        <p:cNvGrpSpPr/>
        <p:nvPr/>
      </p:nvGrpSpPr>
      <p:grpSpPr>
        <a:xfrm>
          <a:off x="0" y="0"/>
          <a:ext cx="0" cy="0"/>
          <a:chOff x="0" y="0"/>
          <a:chExt cx="0" cy="0"/>
        </a:xfrm>
      </p:grpSpPr>
      <p:sp>
        <p:nvSpPr>
          <p:cNvPr id="1247" name="Google Shape;1247;p177"/>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8" name="Google Shape;1248;p177"/>
          <p:cNvSpPr txBox="1"/>
          <p:nvPr>
            <p:ph idx="1" type="body"/>
          </p:nvPr>
        </p:nvSpPr>
        <p:spPr>
          <a:xfrm rot="5400000">
            <a:off x="2116931" y="-440532"/>
            <a:ext cx="4910137" cy="822960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8"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249" name="Google Shape;1249;p177"/>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0" name="Google Shape;1250;p177"/>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1" name="Google Shape;1251;p177"/>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ämförelse" type="twoTxTwoObj">
  <p:cSld name="TWO_OBJECTS_WITH_TEXT">
    <p:spTree>
      <p:nvGrpSpPr>
        <p:cNvPr id="1252" name="Shape 1252"/>
        <p:cNvGrpSpPr/>
        <p:nvPr/>
      </p:nvGrpSpPr>
      <p:grpSpPr>
        <a:xfrm>
          <a:off x="0" y="0"/>
          <a:ext cx="0" cy="0"/>
          <a:chOff x="0" y="0"/>
          <a:chExt cx="0" cy="0"/>
        </a:xfrm>
      </p:grpSpPr>
      <p:sp>
        <p:nvSpPr>
          <p:cNvPr id="1253" name="Google Shape;1253;p178"/>
          <p:cNvSpPr txBox="1"/>
          <p:nvPr>
            <p:ph type="title"/>
          </p:nvPr>
        </p:nvSpPr>
        <p:spPr>
          <a:xfrm>
            <a:off x="457200" y="228600"/>
            <a:ext cx="8229600" cy="9144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4" name="Google Shape;1254;p178"/>
          <p:cNvSpPr txBox="1"/>
          <p:nvPr>
            <p:ph idx="1" type="body"/>
          </p:nvPr>
        </p:nvSpPr>
        <p:spPr>
          <a:xfrm>
            <a:off x="457200" y="1285875"/>
            <a:ext cx="4040188"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255" name="Google Shape;1255;p178"/>
          <p:cNvSpPr txBox="1"/>
          <p:nvPr>
            <p:ph idx="2" type="body"/>
          </p:nvPr>
        </p:nvSpPr>
        <p:spPr>
          <a:xfrm>
            <a:off x="4648200" y="1295400"/>
            <a:ext cx="4041775" cy="685800"/>
          </a:xfrm>
          <a:prstGeom prst="rect">
            <a:avLst/>
          </a:prstGeom>
          <a:noFill/>
          <a:ln>
            <a:noFill/>
          </a:ln>
        </p:spPr>
        <p:txBody>
          <a:bodyPr anchorCtr="0" anchor="b" bIns="45700" lIns="91425" spcFirstLastPara="1" rIns="91425" wrap="square" tIns="45700">
            <a:noAutofit/>
          </a:bodyPr>
          <a:lstStyle>
            <a:lvl1pPr indent="-228600" lvl="0" marL="457200" algn="l">
              <a:spcBef>
                <a:spcPts val="600"/>
              </a:spcBef>
              <a:spcAft>
                <a:spcPts val="0"/>
              </a:spcAft>
              <a:buSzPts val="1824"/>
              <a:buNone/>
              <a:defRPr b="1" sz="2400">
                <a:solidFill>
                  <a:schemeClr val="accent2"/>
                </a:solidFill>
              </a:defRPr>
            </a:lvl1pPr>
            <a:lvl2pPr indent="-228600" lvl="1" marL="914400" algn="l">
              <a:spcBef>
                <a:spcPts val="500"/>
              </a:spcBef>
              <a:spcAft>
                <a:spcPts val="0"/>
              </a:spcAft>
              <a:buSzPts val="1520"/>
              <a:buNone/>
              <a:defRPr b="1" sz="2000"/>
            </a:lvl2pPr>
            <a:lvl3pPr indent="-228600" lvl="2" marL="1371600" algn="l">
              <a:spcBef>
                <a:spcPts val="500"/>
              </a:spcBef>
              <a:spcAft>
                <a:spcPts val="0"/>
              </a:spcAft>
              <a:buSzPts val="1368"/>
              <a:buNone/>
              <a:defRPr b="1" sz="1800"/>
            </a:lvl3pPr>
            <a:lvl4pPr indent="-228600" lvl="3" marL="1828800" algn="l">
              <a:spcBef>
                <a:spcPts val="400"/>
              </a:spcBef>
              <a:spcAft>
                <a:spcPts val="0"/>
              </a:spcAft>
              <a:buSzPts val="1120"/>
              <a:buNone/>
              <a:defRPr b="1" sz="1600"/>
            </a:lvl4pPr>
            <a:lvl5pPr indent="-228600" lvl="4" marL="2286000" algn="l">
              <a:spcBef>
                <a:spcPts val="300"/>
              </a:spcBef>
              <a:spcAft>
                <a:spcPts val="0"/>
              </a:spcAft>
              <a:buSzPts val="1120"/>
              <a:buNone/>
              <a:defRPr b="1" sz="1600"/>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256" name="Google Shape;1256;p178"/>
          <p:cNvSpPr txBox="1"/>
          <p:nvPr>
            <p:ph idx="3" type="body"/>
          </p:nvPr>
        </p:nvSpPr>
        <p:spPr>
          <a:xfrm>
            <a:off x="457200" y="2133600"/>
            <a:ext cx="4038600" cy="403860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8"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257" name="Google Shape;1257;p178"/>
          <p:cNvSpPr txBox="1"/>
          <p:nvPr>
            <p:ph idx="4" type="body"/>
          </p:nvPr>
        </p:nvSpPr>
        <p:spPr>
          <a:xfrm>
            <a:off x="4648200" y="2133600"/>
            <a:ext cx="4038600" cy="403860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8"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258" name="Google Shape;1258;p178"/>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9" name="Google Shape;1259;p178"/>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0" name="Google Shape;1260;p178"/>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1261" name="Shape 1261"/>
        <p:cNvGrpSpPr/>
        <p:nvPr/>
      </p:nvGrpSpPr>
      <p:grpSpPr>
        <a:xfrm>
          <a:off x="0" y="0"/>
          <a:ext cx="0" cy="0"/>
          <a:chOff x="0" y="0"/>
          <a:chExt cx="0" cy="0"/>
        </a:xfrm>
      </p:grpSpPr>
      <p:sp>
        <p:nvSpPr>
          <p:cNvPr id="1262" name="Google Shape;1262;p179"/>
          <p:cNvSpPr txBox="1"/>
          <p:nvPr>
            <p:ph type="title"/>
          </p:nvPr>
        </p:nvSpPr>
        <p:spPr>
          <a:xfrm>
            <a:off x="457200" y="228600"/>
            <a:ext cx="8229600" cy="9144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3" name="Google Shape;1263;p179"/>
          <p:cNvSpPr txBox="1"/>
          <p:nvPr>
            <p:ph idx="1" type="body"/>
          </p:nvPr>
        </p:nvSpPr>
        <p:spPr>
          <a:xfrm>
            <a:off x="457200" y="1219200"/>
            <a:ext cx="4041648" cy="493776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8"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264" name="Google Shape;1264;p179"/>
          <p:cNvSpPr txBox="1"/>
          <p:nvPr>
            <p:ph idx="2" type="body"/>
          </p:nvPr>
        </p:nvSpPr>
        <p:spPr>
          <a:xfrm>
            <a:off x="4632198" y="1216152"/>
            <a:ext cx="4041648" cy="493776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8"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265" name="Google Shape;1265;p179"/>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6" name="Google Shape;1266;p179"/>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7" name="Google Shape;1267;p179"/>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1268" name="Shape 1268"/>
        <p:cNvGrpSpPr/>
        <p:nvPr/>
      </p:nvGrpSpPr>
      <p:grpSpPr>
        <a:xfrm>
          <a:off x="0" y="0"/>
          <a:ext cx="0" cy="0"/>
          <a:chOff x="0" y="0"/>
          <a:chExt cx="0" cy="0"/>
        </a:xfrm>
      </p:grpSpPr>
      <p:sp>
        <p:nvSpPr>
          <p:cNvPr id="1269" name="Google Shape;1269;p180"/>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0" name="Google Shape;1270;p180"/>
          <p:cNvSpPr txBox="1"/>
          <p:nvPr>
            <p:ph idx="1" type="body"/>
          </p:nvPr>
        </p:nvSpPr>
        <p:spPr>
          <a:xfrm>
            <a:off x="457200" y="1219200"/>
            <a:ext cx="8229600" cy="4937760"/>
          </a:xfrm>
          <a:prstGeom prst="rect">
            <a:avLst/>
          </a:prstGeom>
          <a:noFill/>
          <a:ln>
            <a:noFill/>
          </a:ln>
        </p:spPr>
        <p:txBody>
          <a:bodyPr anchorCtr="0" anchor="t" bIns="45700" lIns="91425" spcFirstLastPara="1" rIns="91425" wrap="square" tIns="45700">
            <a:noAutofit/>
          </a:bodyPr>
          <a:lstStyle>
            <a:lvl1pPr indent="-315468" lvl="0" marL="457200" algn="l">
              <a:spcBef>
                <a:spcPts val="600"/>
              </a:spcBef>
              <a:spcAft>
                <a:spcPts val="0"/>
              </a:spcAft>
              <a:buSzPts val="1368"/>
              <a:buChar char="🞂"/>
              <a:defRPr/>
            </a:lvl1pPr>
            <a:lvl2pPr indent="-315468" lvl="1" marL="914400" algn="l">
              <a:spcBef>
                <a:spcPts val="500"/>
              </a:spcBef>
              <a:spcAft>
                <a:spcPts val="0"/>
              </a:spcAft>
              <a:buSzPts val="1368"/>
              <a:buChar char="🞂"/>
              <a:defRPr/>
            </a:lvl2pPr>
            <a:lvl3pPr indent="-315468" lvl="2" marL="1371600" algn="l">
              <a:spcBef>
                <a:spcPts val="500"/>
              </a:spcBef>
              <a:spcAft>
                <a:spcPts val="0"/>
              </a:spcAft>
              <a:buSzPts val="1368"/>
              <a:buChar char="🞂"/>
              <a:defRPr/>
            </a:lvl3pPr>
            <a:lvl4pPr indent="-308610" lvl="3" marL="1828800" algn="l">
              <a:spcBef>
                <a:spcPts val="400"/>
              </a:spcBef>
              <a:spcAft>
                <a:spcPts val="0"/>
              </a:spcAft>
              <a:buSzPts val="1260"/>
              <a:buChar char="◻"/>
              <a:defRPr/>
            </a:lvl4pPr>
            <a:lvl5pPr indent="-308610" lvl="4" marL="2286000" algn="l">
              <a:spcBef>
                <a:spcPts val="300"/>
              </a:spcBef>
              <a:spcAft>
                <a:spcPts val="0"/>
              </a:spcAft>
              <a:buSzPts val="1260"/>
              <a:buChar char="◻"/>
              <a:defRPr/>
            </a:lvl5pPr>
            <a:lvl6pPr indent="-314325" lvl="5" marL="2743200" algn="l">
              <a:spcBef>
                <a:spcPts val="300"/>
              </a:spcBef>
              <a:spcAft>
                <a:spcPts val="0"/>
              </a:spcAft>
              <a:buSzPts val="1350"/>
              <a:buChar char="🞂"/>
              <a:defRPr/>
            </a:lvl6pPr>
            <a:lvl7pPr indent="-314325" lvl="6" marL="3200400" algn="l">
              <a:spcBef>
                <a:spcPts val="300"/>
              </a:spcBef>
              <a:spcAft>
                <a:spcPts val="0"/>
              </a:spcAft>
              <a:buSzPts val="1350"/>
              <a:buChar char="🞂"/>
              <a:defRPr/>
            </a:lvl7pPr>
            <a:lvl8pPr indent="-314325" lvl="7" marL="3657600" algn="l">
              <a:spcBef>
                <a:spcPts val="300"/>
              </a:spcBef>
              <a:spcAft>
                <a:spcPts val="0"/>
              </a:spcAft>
              <a:buSzPts val="1350"/>
              <a:buChar char="🞂"/>
              <a:defRPr/>
            </a:lvl8pPr>
            <a:lvl9pPr indent="-314325" lvl="8" marL="4114800" algn="l">
              <a:spcBef>
                <a:spcPts val="300"/>
              </a:spcBef>
              <a:spcAft>
                <a:spcPts val="0"/>
              </a:spcAft>
              <a:buSzPts val="1350"/>
              <a:buChar char="🞂"/>
              <a:defRPr/>
            </a:lvl9pPr>
          </a:lstStyle>
          <a:p/>
        </p:txBody>
      </p:sp>
      <p:sp>
        <p:nvSpPr>
          <p:cNvPr id="1271" name="Google Shape;1271;p180"/>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2" name="Google Shape;1272;p180"/>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3" name="Google Shape;1273;p180"/>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1pPr>
            <a:lvl2pPr indent="0" lvl="1"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2pPr>
            <a:lvl3pPr indent="0" lvl="2"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3pPr>
            <a:lvl4pPr indent="0" lvl="3"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4pPr>
            <a:lvl5pPr indent="0" lvl="4"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5pPr>
            <a:lvl6pPr indent="0" lvl="5"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6pPr>
            <a:lvl7pPr indent="0" lvl="6"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7pPr>
            <a:lvl8pPr indent="0" lvl="7"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8pPr>
            <a:lvl9pPr indent="0" lvl="8" marL="0" marR="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1293" name="Shape 1293"/>
        <p:cNvGrpSpPr/>
        <p:nvPr/>
      </p:nvGrpSpPr>
      <p:grpSpPr>
        <a:xfrm>
          <a:off x="0" y="0"/>
          <a:ext cx="0" cy="0"/>
          <a:chOff x="0" y="0"/>
          <a:chExt cx="0" cy="0"/>
        </a:xfrm>
      </p:grpSpPr>
      <p:sp>
        <p:nvSpPr>
          <p:cNvPr id="1294" name="Google Shape;1294;p182"/>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5" name="Google Shape;1295;p182"/>
          <p:cNvSpPr txBox="1"/>
          <p:nvPr>
            <p:ph idx="1" type="body"/>
          </p:nvPr>
        </p:nvSpPr>
        <p:spPr>
          <a:xfrm>
            <a:off x="457200" y="2249487"/>
            <a:ext cx="8229600" cy="432435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296" name="Google Shape;1296;p182"/>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7" name="Google Shape;1297;p182"/>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8" name="Google Shape;1298;p182"/>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1299" name="Shape 1299"/>
        <p:cNvGrpSpPr/>
        <p:nvPr/>
      </p:nvGrpSpPr>
      <p:grpSpPr>
        <a:xfrm>
          <a:off x="0" y="0"/>
          <a:ext cx="0" cy="0"/>
          <a:chOff x="0" y="0"/>
          <a:chExt cx="0" cy="0"/>
        </a:xfrm>
      </p:grpSpPr>
      <p:sp>
        <p:nvSpPr>
          <p:cNvPr id="1300" name="Google Shape;1300;p183"/>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1" name="Google Shape;1301;p183"/>
          <p:cNvSpPr txBox="1"/>
          <p:nvPr>
            <p:ph idx="1" type="body"/>
          </p:nvPr>
        </p:nvSpPr>
        <p:spPr>
          <a:xfrm>
            <a:off x="457200" y="2249424"/>
            <a:ext cx="4038600" cy="4525963"/>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300"/>
              </a:spcBef>
              <a:spcAft>
                <a:spcPts val="0"/>
              </a:spcAft>
              <a:buSzPts val="1900"/>
              <a:buChar char="▫"/>
              <a:defRPr sz="1900"/>
            </a:lvl2pPr>
            <a:lvl3pPr indent="-342900" lvl="2" marL="1371600" algn="l">
              <a:spcBef>
                <a:spcPts val="300"/>
              </a:spcBef>
              <a:spcAft>
                <a:spcPts val="0"/>
              </a:spcAft>
              <a:buSzPts val="1800"/>
              <a:buChar char="●"/>
              <a:defRPr sz="1800"/>
            </a:lvl3pPr>
            <a:lvl4pPr indent="-342900" lvl="3" marL="1828800" algn="l">
              <a:spcBef>
                <a:spcPts val="300"/>
              </a:spcBef>
              <a:spcAft>
                <a:spcPts val="0"/>
              </a:spcAft>
              <a:buSzPts val="1800"/>
              <a:buChar char="●"/>
              <a:defRPr sz="1800"/>
            </a:lvl4pPr>
            <a:lvl5pPr indent="-342900" lvl="4" marL="2286000" algn="l">
              <a:spcBef>
                <a:spcPts val="300"/>
              </a:spcBef>
              <a:spcAft>
                <a:spcPts val="0"/>
              </a:spcAft>
              <a:buSzPts val="1800"/>
              <a:buChar char="▫"/>
              <a:defRPr sz="18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02" name="Google Shape;1302;p183"/>
          <p:cNvSpPr txBox="1"/>
          <p:nvPr>
            <p:ph idx="2" type="body"/>
          </p:nvPr>
        </p:nvSpPr>
        <p:spPr>
          <a:xfrm>
            <a:off x="4648200" y="2249424"/>
            <a:ext cx="4038600" cy="4525963"/>
          </a:xfrm>
          <a:prstGeom prst="rect">
            <a:avLst/>
          </a:prstGeom>
          <a:noFill/>
          <a:ln>
            <a:noFill/>
          </a:ln>
        </p:spPr>
        <p:txBody>
          <a:bodyPr anchorCtr="0" anchor="t" bIns="45700" lIns="91425" spcFirstLastPara="1" rIns="91425" wrap="square" tIns="45700">
            <a:noAutofit/>
          </a:bodyPr>
          <a:lstStyle>
            <a:lvl1pPr indent="-355600" lvl="0" marL="457200" algn="l">
              <a:spcBef>
                <a:spcPts val="300"/>
              </a:spcBef>
              <a:spcAft>
                <a:spcPts val="0"/>
              </a:spcAft>
              <a:buSzPts val="2000"/>
              <a:buChar char="•"/>
              <a:defRPr sz="2000"/>
            </a:lvl1pPr>
            <a:lvl2pPr indent="-349250" lvl="1" marL="914400" algn="l">
              <a:spcBef>
                <a:spcPts val="300"/>
              </a:spcBef>
              <a:spcAft>
                <a:spcPts val="0"/>
              </a:spcAft>
              <a:buSzPts val="1900"/>
              <a:buChar char="▫"/>
              <a:defRPr sz="1900"/>
            </a:lvl2pPr>
            <a:lvl3pPr indent="-342900" lvl="2" marL="1371600" algn="l">
              <a:spcBef>
                <a:spcPts val="300"/>
              </a:spcBef>
              <a:spcAft>
                <a:spcPts val="0"/>
              </a:spcAft>
              <a:buSzPts val="1800"/>
              <a:buChar char="●"/>
              <a:defRPr sz="1800"/>
            </a:lvl3pPr>
            <a:lvl4pPr indent="-342900" lvl="3" marL="1828800" algn="l">
              <a:spcBef>
                <a:spcPts val="300"/>
              </a:spcBef>
              <a:spcAft>
                <a:spcPts val="0"/>
              </a:spcAft>
              <a:buSzPts val="1800"/>
              <a:buChar char="●"/>
              <a:defRPr sz="1800"/>
            </a:lvl4pPr>
            <a:lvl5pPr indent="-342900" lvl="4" marL="2286000" algn="l">
              <a:spcBef>
                <a:spcPts val="300"/>
              </a:spcBef>
              <a:spcAft>
                <a:spcPts val="0"/>
              </a:spcAft>
              <a:buSzPts val="1800"/>
              <a:buChar char="▫"/>
              <a:defRPr sz="18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03" name="Google Shape;1303;p183"/>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4" name="Google Shape;1304;p183"/>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5" name="Google Shape;1305;p183"/>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drät rubrik och text" type="vertTitleAndTx">
  <p:cSld name="VERTICAL_TITLE_AND_VERTICAL_TEXT">
    <p:spTree>
      <p:nvGrpSpPr>
        <p:cNvPr id="1306" name="Shape 1306"/>
        <p:cNvGrpSpPr/>
        <p:nvPr/>
      </p:nvGrpSpPr>
      <p:grpSpPr>
        <a:xfrm>
          <a:off x="0" y="0"/>
          <a:ext cx="0" cy="0"/>
          <a:chOff x="0" y="0"/>
          <a:chExt cx="0" cy="0"/>
        </a:xfrm>
      </p:grpSpPr>
      <p:sp>
        <p:nvSpPr>
          <p:cNvPr id="1307" name="Google Shape;1307;p184"/>
          <p:cNvSpPr txBox="1"/>
          <p:nvPr>
            <p:ph type="title"/>
          </p:nvPr>
        </p:nvSpPr>
        <p:spPr>
          <a:xfrm rot="5400000">
            <a:off x="4991100" y="2933700"/>
            <a:ext cx="5486400" cy="19050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8" name="Google Shape;1308;p184"/>
          <p:cNvSpPr txBox="1"/>
          <p:nvPr>
            <p:ph idx="1" type="body"/>
          </p:nvPr>
        </p:nvSpPr>
        <p:spPr>
          <a:xfrm rot="5400000">
            <a:off x="838200" y="762000"/>
            <a:ext cx="5486400" cy="62484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09" name="Google Shape;1309;p184"/>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0" name="Google Shape;1310;p184"/>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1" name="Google Shape;1311;p184"/>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lodrät text" type="vertTx">
  <p:cSld name="VERTICAL_TEXT">
    <p:spTree>
      <p:nvGrpSpPr>
        <p:cNvPr id="1312" name="Shape 1312"/>
        <p:cNvGrpSpPr/>
        <p:nvPr/>
      </p:nvGrpSpPr>
      <p:grpSpPr>
        <a:xfrm>
          <a:off x="0" y="0"/>
          <a:ext cx="0" cy="0"/>
          <a:chOff x="0" y="0"/>
          <a:chExt cx="0" cy="0"/>
        </a:xfrm>
      </p:grpSpPr>
      <p:sp>
        <p:nvSpPr>
          <p:cNvPr id="1313" name="Google Shape;1313;p185"/>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4" name="Google Shape;1314;p185"/>
          <p:cNvSpPr txBox="1"/>
          <p:nvPr>
            <p:ph idx="1" type="body"/>
          </p:nvPr>
        </p:nvSpPr>
        <p:spPr>
          <a:xfrm rot="5400000">
            <a:off x="2409825" y="296862"/>
            <a:ext cx="4324350"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00"/>
              </a:spcBef>
              <a:spcAft>
                <a:spcPts val="0"/>
              </a:spcAft>
              <a:buSzPts val="1800"/>
              <a:buChar char="•"/>
              <a:defRPr/>
            </a:lvl1pPr>
            <a:lvl2pPr indent="-342900" lvl="1" marL="914400" algn="l">
              <a:spcBef>
                <a:spcPts val="300"/>
              </a:spcBef>
              <a:spcAft>
                <a:spcPts val="0"/>
              </a:spcAft>
              <a:buSzPts val="1800"/>
              <a:buChar char="▫"/>
              <a:defRPr/>
            </a:lvl2pPr>
            <a:lvl3pPr indent="-342900" lvl="2" marL="1371600" algn="l">
              <a:spcBef>
                <a:spcPts val="300"/>
              </a:spcBef>
              <a:spcAft>
                <a:spcPts val="0"/>
              </a:spcAft>
              <a:buSzPts val="1800"/>
              <a:buChar char="●"/>
              <a:defRPr/>
            </a:lvl3pPr>
            <a:lvl4pPr indent="-342900" lvl="3" marL="1828800" algn="l">
              <a:spcBef>
                <a:spcPts val="300"/>
              </a:spcBef>
              <a:spcAft>
                <a:spcPts val="0"/>
              </a:spcAft>
              <a:buSzPts val="1800"/>
              <a:buChar char="●"/>
              <a:defRPr/>
            </a:lvl4pPr>
            <a:lvl5pPr indent="-342900" lvl="4" marL="2286000" algn="l">
              <a:spcBef>
                <a:spcPts val="300"/>
              </a:spcBef>
              <a:spcAft>
                <a:spcPts val="0"/>
              </a:spcAft>
              <a:buSzPts val="1800"/>
              <a:buChar char="▫"/>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15" name="Google Shape;1315;p185"/>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6" name="Google Shape;1316;p185"/>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7" name="Google Shape;1317;p185"/>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ed bildtext" type="picTx">
  <p:cSld name="PICTURE_WITH_CAPTION_TEXT">
    <p:spTree>
      <p:nvGrpSpPr>
        <p:cNvPr id="1318" name="Shape 1318"/>
        <p:cNvGrpSpPr/>
        <p:nvPr/>
      </p:nvGrpSpPr>
      <p:grpSpPr>
        <a:xfrm>
          <a:off x="0" y="0"/>
          <a:ext cx="0" cy="0"/>
          <a:chOff x="0" y="0"/>
          <a:chExt cx="0" cy="0"/>
        </a:xfrm>
      </p:grpSpPr>
      <p:sp>
        <p:nvSpPr>
          <p:cNvPr id="1319" name="Google Shape;1319;p186"/>
          <p:cNvSpPr txBox="1"/>
          <p:nvPr>
            <p:ph type="title"/>
          </p:nvPr>
        </p:nvSpPr>
        <p:spPr>
          <a:xfrm rot="-5400000">
            <a:off x="3393017" y="3156577"/>
            <a:ext cx="4681637" cy="586803"/>
          </a:xfrm>
          <a:prstGeom prst="rect">
            <a:avLst/>
          </a:prstGeom>
          <a:noFill/>
          <a:ln>
            <a:noFill/>
          </a:ln>
        </p:spPr>
        <p:txBody>
          <a:bodyPr anchorCtr="0" anchor="t" bIns="45700" lIns="45700" spcFirstLastPara="1" rIns="45700" wrap="square" tIns="0">
            <a:noAutofit/>
          </a:bodyPr>
          <a:lstStyle>
            <a:lvl1pPr lvl="0" algn="ctr">
              <a:spcBef>
                <a:spcPts val="0"/>
              </a:spcBef>
              <a:spcAft>
                <a:spcPts val="0"/>
              </a:spcAft>
              <a:buClr>
                <a:schemeClr val="dk2"/>
              </a:buClr>
              <a:buSzPts val="2000"/>
              <a:buFont typeface="Trebuchet MS"/>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0" name="Google Shape;1320;p186"/>
          <p:cNvSpPr/>
          <p:nvPr>
            <p:ph idx="2" type="pic"/>
          </p:nvPr>
        </p:nvSpPr>
        <p:spPr>
          <a:xfrm>
            <a:off x="403671" y="1143000"/>
            <a:ext cx="4572000" cy="4572000"/>
          </a:xfrm>
          <a:prstGeom prst="rect">
            <a:avLst/>
          </a:prstGeom>
          <a:solidFill>
            <a:srgbClr val="EAEAEA"/>
          </a:solidFill>
          <a:ln cap="flat" cmpd="sng" w="50800">
            <a:solidFill>
              <a:srgbClr val="FFFFFF"/>
            </a:solidFill>
            <a:prstDash val="solid"/>
            <a:miter lim="800000"/>
            <a:headEnd len="sm" w="sm" type="none"/>
            <a:tailEnd len="sm" w="sm" type="none"/>
          </a:ln>
          <a:effectLst>
            <a:outerShdw blurRad="57150" rotWithShape="0" algn="tl" dir="4800000" dist="31750">
              <a:srgbClr val="000000">
                <a:alpha val="24706"/>
              </a:srgbClr>
            </a:outerShdw>
          </a:effectLst>
        </p:spPr>
        <p:txBody>
          <a:bodyPr anchorCtr="0" anchor="t" bIns="45700" lIns="91425" spcFirstLastPara="1" rIns="91425" wrap="square" tIns="45700">
            <a:noAutofit/>
          </a:bodyPr>
          <a:lstStyle>
            <a:lvl1pPr lvl="0" marR="0" rtl="0" algn="l">
              <a:spcBef>
                <a:spcPts val="300"/>
              </a:spcBef>
              <a:spcAft>
                <a:spcPts val="0"/>
              </a:spcAft>
              <a:buClr>
                <a:srgbClr val="969696"/>
              </a:buClr>
              <a:buSzPts val="3200"/>
              <a:buFont typeface="Georgia"/>
              <a:buNone/>
              <a:defRPr b="0" i="0" sz="3200" u="none" cap="none" strike="noStrike">
                <a:solidFill>
                  <a:schemeClr val="dk1"/>
                </a:solidFill>
                <a:latin typeface="Georgia"/>
                <a:ea typeface="Georgia"/>
                <a:cs typeface="Georgia"/>
                <a:sym typeface="Georgia"/>
              </a:defRPr>
            </a:lvl1pPr>
            <a:lvl2pPr lvl="1"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lvl="2"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lvl="3"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lvl="4" marR="0" rtl="0" algn="l">
              <a:spcBef>
                <a:spcPts val="300"/>
              </a:spcBef>
              <a:spcAft>
                <a:spcPts val="0"/>
              </a:spcAft>
              <a:buClr>
                <a:srgbClr val="969696"/>
              </a:buClr>
              <a:buSzPts val="2000"/>
              <a:buFont typeface="Georgia"/>
              <a:buChar char="▫"/>
              <a:defRPr b="0" i="0" sz="2000" u="none" cap="none" strike="noStrike">
                <a:solidFill>
                  <a:srgbClr val="969696"/>
                </a:solidFill>
                <a:latin typeface="Georgia"/>
                <a:ea typeface="Georgia"/>
                <a:cs typeface="Georgia"/>
                <a:sym typeface="Georgia"/>
              </a:defRPr>
            </a:lvl5pPr>
            <a:lvl6pPr lvl="5"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lvl="6"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lvl="7"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lvl="8"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1321" name="Google Shape;1321;p186"/>
          <p:cNvSpPr txBox="1"/>
          <p:nvPr>
            <p:ph idx="1" type="body"/>
          </p:nvPr>
        </p:nvSpPr>
        <p:spPr>
          <a:xfrm>
            <a:off x="6088443" y="3274308"/>
            <a:ext cx="2590800" cy="2516489"/>
          </a:xfrm>
          <a:prstGeom prst="rect">
            <a:avLst/>
          </a:prstGeom>
          <a:noFill/>
          <a:ln>
            <a:noFill/>
          </a:ln>
        </p:spPr>
        <p:txBody>
          <a:bodyPr anchorCtr="0" anchor="t" bIns="45700" lIns="0" spcFirstLastPara="1" rIns="45700" wrap="square" tIns="0">
            <a:noAutofit/>
          </a:bodyPr>
          <a:lstStyle>
            <a:lvl1pPr indent="-228600" lvl="0" marL="457200" algn="l">
              <a:lnSpc>
                <a:spcPct val="100000"/>
              </a:lnSpc>
              <a:spcBef>
                <a:spcPts val="0"/>
              </a:spcBef>
              <a:spcAft>
                <a:spcPts val="0"/>
              </a:spcAft>
              <a:buSzPts val="1300"/>
              <a:buFont typeface="Georgia"/>
              <a:buNone/>
              <a:defRPr sz="1300"/>
            </a:lvl1pPr>
            <a:lvl2pPr indent="-228600" lvl="1" marL="914400" algn="l">
              <a:spcBef>
                <a:spcPts val="300"/>
              </a:spcBef>
              <a:spcAft>
                <a:spcPts val="0"/>
              </a:spcAft>
              <a:buSzPts val="1200"/>
              <a:buFont typeface="Georgia"/>
              <a:buNone/>
              <a:defRPr sz="1200"/>
            </a:lvl2pPr>
            <a:lvl3pPr indent="-228600" lvl="2" marL="1371600" algn="l">
              <a:spcBef>
                <a:spcPts val="300"/>
              </a:spcBef>
              <a:spcAft>
                <a:spcPts val="0"/>
              </a:spcAft>
              <a:buSzPts val="1000"/>
              <a:buFont typeface="Georgia"/>
              <a:buNone/>
              <a:defRPr sz="1000"/>
            </a:lvl3pPr>
            <a:lvl4pPr indent="-228600" lvl="3" marL="1828800" algn="l">
              <a:spcBef>
                <a:spcPts val="300"/>
              </a:spcBef>
              <a:spcAft>
                <a:spcPts val="0"/>
              </a:spcAft>
              <a:buSzPts val="900"/>
              <a:buFont typeface="Georgia"/>
              <a:buNone/>
              <a:defRPr sz="900"/>
            </a:lvl4pPr>
            <a:lvl5pPr indent="-228600" lvl="4" marL="2286000" algn="l">
              <a:spcBef>
                <a:spcPts val="300"/>
              </a:spcBef>
              <a:spcAft>
                <a:spcPts val="0"/>
              </a:spcAft>
              <a:buSzPts val="900"/>
              <a:buFont typeface="Georgia"/>
              <a:buNone/>
              <a:defRPr sz="9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22" name="Google Shape;1322;p186"/>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3" name="Google Shape;1323;p186"/>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4" name="Google Shape;1324;p186"/>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nehåll med bildtext" type="objTx">
  <p:cSld name="OBJECT_WITH_CAPTION_TEXT">
    <p:spTree>
      <p:nvGrpSpPr>
        <p:cNvPr id="1325" name="Shape 1325"/>
        <p:cNvGrpSpPr/>
        <p:nvPr/>
      </p:nvGrpSpPr>
      <p:grpSpPr>
        <a:xfrm>
          <a:off x="0" y="0"/>
          <a:ext cx="0" cy="0"/>
          <a:chOff x="0" y="0"/>
          <a:chExt cx="0" cy="0"/>
        </a:xfrm>
      </p:grpSpPr>
      <p:sp>
        <p:nvSpPr>
          <p:cNvPr id="1326" name="Google Shape;1326;p187"/>
          <p:cNvSpPr txBox="1"/>
          <p:nvPr>
            <p:ph type="title"/>
          </p:nvPr>
        </p:nvSpPr>
        <p:spPr>
          <a:xfrm>
            <a:off x="5353496" y="1101970"/>
            <a:ext cx="3383280" cy="87782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Font typeface="Trebuchet MS"/>
              <a:buNone/>
              <a:defRPr b="1" sz="1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7" name="Google Shape;1327;p187"/>
          <p:cNvSpPr txBox="1"/>
          <p:nvPr>
            <p:ph idx="1" type="body"/>
          </p:nvPr>
        </p:nvSpPr>
        <p:spPr>
          <a:xfrm>
            <a:off x="5353496" y="2010727"/>
            <a:ext cx="3383280" cy="4617720"/>
          </a:xfrm>
          <a:prstGeom prst="rect">
            <a:avLst/>
          </a:prstGeom>
          <a:noFill/>
          <a:ln>
            <a:noFill/>
          </a:ln>
        </p:spPr>
        <p:txBody>
          <a:bodyPr anchorCtr="0" anchor="t" bIns="45700" lIns="91425" spcFirstLastPara="1" rIns="91425" wrap="square" tIns="45700">
            <a:noAutofit/>
          </a:bodyPr>
          <a:lstStyle>
            <a:lvl1pPr indent="-228600" lvl="0" marL="457200" algn="l">
              <a:spcBef>
                <a:spcPts val="300"/>
              </a:spcBef>
              <a:spcAft>
                <a:spcPts val="0"/>
              </a:spcAft>
              <a:buSzPts val="1400"/>
              <a:buNone/>
              <a:defRPr sz="1400"/>
            </a:lvl1pPr>
            <a:lvl2pPr indent="-228600" lvl="1" marL="914400" algn="l">
              <a:spcBef>
                <a:spcPts val="300"/>
              </a:spcBef>
              <a:spcAft>
                <a:spcPts val="0"/>
              </a:spcAft>
              <a:buSzPts val="1200"/>
              <a:buNone/>
              <a:defRPr sz="1200"/>
            </a:lvl2pPr>
            <a:lvl3pPr indent="-228600" lvl="2" marL="1371600" algn="l">
              <a:spcBef>
                <a:spcPts val="300"/>
              </a:spcBef>
              <a:spcAft>
                <a:spcPts val="0"/>
              </a:spcAft>
              <a:buSzPts val="1000"/>
              <a:buNone/>
              <a:defRPr sz="1000"/>
            </a:lvl3pPr>
            <a:lvl4pPr indent="-228600" lvl="3" marL="1828800" algn="l">
              <a:spcBef>
                <a:spcPts val="300"/>
              </a:spcBef>
              <a:spcAft>
                <a:spcPts val="0"/>
              </a:spcAft>
              <a:buSzPts val="900"/>
              <a:buNone/>
              <a:defRPr sz="900"/>
            </a:lvl4pPr>
            <a:lvl5pPr indent="-228600" lvl="4" marL="2286000" algn="l">
              <a:spcBef>
                <a:spcPts val="300"/>
              </a:spcBef>
              <a:spcAft>
                <a:spcPts val="0"/>
              </a:spcAft>
              <a:buSzPts val="900"/>
              <a:buNone/>
              <a:defRPr sz="9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28" name="Google Shape;1328;p187"/>
          <p:cNvSpPr txBox="1"/>
          <p:nvPr>
            <p:ph idx="2" type="body"/>
          </p:nvPr>
        </p:nvSpPr>
        <p:spPr>
          <a:xfrm>
            <a:off x="152400" y="776287"/>
            <a:ext cx="5102352" cy="5852160"/>
          </a:xfrm>
          <a:prstGeom prst="rect">
            <a:avLst/>
          </a:prstGeom>
          <a:noFill/>
          <a:ln>
            <a:noFill/>
          </a:ln>
        </p:spPr>
        <p:txBody>
          <a:bodyPr anchorCtr="0" anchor="t" bIns="45700" lIns="91425" spcFirstLastPara="1" rIns="91425" wrap="square" tIns="45700">
            <a:noAutofit/>
          </a:bodyPr>
          <a:lstStyle>
            <a:lvl1pPr indent="-431800" lvl="0" marL="457200" algn="l">
              <a:spcBef>
                <a:spcPts val="300"/>
              </a:spcBef>
              <a:spcAft>
                <a:spcPts val="0"/>
              </a:spcAft>
              <a:buSzPts val="3200"/>
              <a:buChar char="•"/>
              <a:defRPr sz="3200"/>
            </a:lvl1pPr>
            <a:lvl2pPr indent="-406400" lvl="1" marL="914400" algn="l">
              <a:spcBef>
                <a:spcPts val="300"/>
              </a:spcBef>
              <a:spcAft>
                <a:spcPts val="0"/>
              </a:spcAft>
              <a:buSzPts val="2800"/>
              <a:buChar char="▫"/>
              <a:defRPr sz="2800"/>
            </a:lvl2pPr>
            <a:lvl3pPr indent="-381000" lvl="2" marL="1371600" algn="l">
              <a:spcBef>
                <a:spcPts val="300"/>
              </a:spcBef>
              <a:spcAft>
                <a:spcPts val="0"/>
              </a:spcAft>
              <a:buSzPts val="2400"/>
              <a:buChar char="●"/>
              <a:defRPr sz="2400"/>
            </a:lvl3pPr>
            <a:lvl4pPr indent="-355600" lvl="3" marL="1828800" algn="l">
              <a:spcBef>
                <a:spcPts val="300"/>
              </a:spcBef>
              <a:spcAft>
                <a:spcPts val="0"/>
              </a:spcAft>
              <a:buSzPts val="2000"/>
              <a:buChar char="●"/>
              <a:defRPr sz="2000"/>
            </a:lvl4pPr>
            <a:lvl5pPr indent="-355600" lvl="4" marL="2286000" algn="l">
              <a:spcBef>
                <a:spcPts val="300"/>
              </a:spcBef>
              <a:spcAft>
                <a:spcPts val="0"/>
              </a:spcAft>
              <a:buSzPts val="2000"/>
              <a:buChar char="▫"/>
              <a:defRPr sz="2000"/>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29" name="Google Shape;1329;p187"/>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0" name="Google Shape;1330;p187"/>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1" name="Google Shape;1331;p187"/>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m" type="blank">
  <p:cSld name="BLANK">
    <p:spTree>
      <p:nvGrpSpPr>
        <p:cNvPr id="1332" name="Shape 1332"/>
        <p:cNvGrpSpPr/>
        <p:nvPr/>
      </p:nvGrpSpPr>
      <p:grpSpPr>
        <a:xfrm>
          <a:off x="0" y="0"/>
          <a:ext cx="0" cy="0"/>
          <a:chOff x="0" y="0"/>
          <a:chExt cx="0" cy="0"/>
        </a:xfrm>
      </p:grpSpPr>
      <p:sp>
        <p:nvSpPr>
          <p:cNvPr id="1333" name="Google Shape;1333;p188"/>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4" name="Google Shape;1334;p188"/>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5" name="Google Shape;1335;p188"/>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vsnittsrubrik" type="secHead">
  <p:cSld name="SECTION_HEADER">
    <p:spTree>
      <p:nvGrpSpPr>
        <p:cNvPr id="1336" name="Shape 1336"/>
        <p:cNvGrpSpPr/>
        <p:nvPr/>
      </p:nvGrpSpPr>
      <p:grpSpPr>
        <a:xfrm>
          <a:off x="0" y="0"/>
          <a:ext cx="0" cy="0"/>
          <a:chOff x="0" y="0"/>
          <a:chExt cx="0" cy="0"/>
        </a:xfrm>
      </p:grpSpPr>
      <p:sp>
        <p:nvSpPr>
          <p:cNvPr id="1337" name="Google Shape;1337;p189"/>
          <p:cNvSpPr txBox="1"/>
          <p:nvPr>
            <p:ph type="title"/>
          </p:nvPr>
        </p:nvSpPr>
        <p:spPr>
          <a:xfrm>
            <a:off x="722313" y="1981200"/>
            <a:ext cx="7772400" cy="136207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rgbClr val="FFFFFF"/>
              </a:buClr>
              <a:buSzPts val="4300"/>
              <a:buFont typeface="Trebuchet MS"/>
              <a:buNone/>
              <a:defRPr b="1" sz="4300" cap="none">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8" name="Google Shape;1338;p189"/>
          <p:cNvSpPr txBox="1"/>
          <p:nvPr>
            <p:ph idx="1" type="body"/>
          </p:nvPr>
        </p:nvSpPr>
        <p:spPr>
          <a:xfrm>
            <a:off x="722313" y="3367088"/>
            <a:ext cx="7772400" cy="1509712"/>
          </a:xfrm>
          <a:prstGeom prst="rect">
            <a:avLst/>
          </a:prstGeom>
          <a:noFill/>
          <a:ln>
            <a:noFill/>
          </a:ln>
        </p:spPr>
        <p:txBody>
          <a:bodyPr anchorCtr="0" anchor="t" bIns="45700" lIns="91425" spcFirstLastPara="1" rIns="91425" wrap="square" tIns="45700">
            <a:noAutofit/>
          </a:bodyPr>
          <a:lstStyle>
            <a:lvl1pPr indent="-228600" lvl="0" marL="457200" algn="l">
              <a:spcBef>
                <a:spcPts val="300"/>
              </a:spcBef>
              <a:spcAft>
                <a:spcPts val="0"/>
              </a:spcAft>
              <a:buSzPts val="2100"/>
              <a:buNone/>
              <a:defRPr b="0" sz="2100">
                <a:solidFill>
                  <a:schemeClr val="dk2"/>
                </a:solidFill>
              </a:defRPr>
            </a:lvl1pPr>
            <a:lvl2pPr indent="-228600" lvl="1" marL="914400" algn="l">
              <a:spcBef>
                <a:spcPts val="300"/>
              </a:spcBef>
              <a:spcAft>
                <a:spcPts val="0"/>
              </a:spcAft>
              <a:buSzPts val="1800"/>
              <a:buNone/>
              <a:defRPr sz="1800">
                <a:solidFill>
                  <a:srgbClr val="888888"/>
                </a:solidFill>
              </a:defRPr>
            </a:lvl2pPr>
            <a:lvl3pPr indent="-228600" lvl="2" marL="1371600" algn="l">
              <a:spcBef>
                <a:spcPts val="300"/>
              </a:spcBef>
              <a:spcAft>
                <a:spcPts val="0"/>
              </a:spcAft>
              <a:buSzPts val="1600"/>
              <a:buNone/>
              <a:defRPr sz="1600">
                <a:solidFill>
                  <a:srgbClr val="888888"/>
                </a:solidFill>
              </a:defRPr>
            </a:lvl3pPr>
            <a:lvl4pPr indent="-228600" lvl="3" marL="1828800" algn="l">
              <a:spcBef>
                <a:spcPts val="300"/>
              </a:spcBef>
              <a:spcAft>
                <a:spcPts val="0"/>
              </a:spcAft>
              <a:buSzPts val="1400"/>
              <a:buNone/>
              <a:defRPr sz="1400">
                <a:solidFill>
                  <a:srgbClr val="888888"/>
                </a:solidFill>
              </a:defRPr>
            </a:lvl4pPr>
            <a:lvl5pPr indent="-228600" lvl="4" marL="2286000" algn="l">
              <a:spcBef>
                <a:spcPts val="300"/>
              </a:spcBef>
              <a:spcAft>
                <a:spcPts val="0"/>
              </a:spcAft>
              <a:buSzPts val="1400"/>
              <a:buNone/>
              <a:defRPr sz="1400">
                <a:solidFill>
                  <a:srgbClr val="888888"/>
                </a:solidFill>
              </a:defRPr>
            </a:lvl5pPr>
            <a:lvl6pPr indent="-342900" lvl="5" marL="2743200" algn="l">
              <a:spcBef>
                <a:spcPts val="300"/>
              </a:spcBef>
              <a:spcAft>
                <a:spcPts val="0"/>
              </a:spcAft>
              <a:buSzPts val="1800"/>
              <a:buChar char="▫"/>
              <a:defRPr/>
            </a:lvl6pPr>
            <a:lvl7pPr indent="-342900" lvl="6" marL="3200400" algn="l">
              <a:spcBef>
                <a:spcPts val="300"/>
              </a:spcBef>
              <a:spcAft>
                <a:spcPts val="0"/>
              </a:spcAft>
              <a:buSzPts val="1800"/>
              <a:buChar char="▫"/>
              <a:defRPr/>
            </a:lvl7pPr>
            <a:lvl8pPr indent="-342900" lvl="7" marL="3657600" algn="l">
              <a:spcBef>
                <a:spcPts val="300"/>
              </a:spcBef>
              <a:spcAft>
                <a:spcPts val="0"/>
              </a:spcAft>
              <a:buSzPts val="1800"/>
              <a:buChar char="◦"/>
              <a:defRPr/>
            </a:lvl8pPr>
            <a:lvl9pPr indent="-342900" lvl="8" marL="4114800" algn="l">
              <a:spcBef>
                <a:spcPts val="300"/>
              </a:spcBef>
              <a:spcAft>
                <a:spcPts val="0"/>
              </a:spcAft>
              <a:buSzPts val="1800"/>
              <a:buChar char="◦"/>
              <a:defRPr/>
            </a:lvl9pPr>
          </a:lstStyle>
          <a:p/>
        </p:txBody>
      </p:sp>
      <p:sp>
        <p:nvSpPr>
          <p:cNvPr id="1339" name="Google Shape;1339;p189"/>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0" name="Google Shape;1340;p189"/>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1" name="Google Shape;1341;p189"/>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1350" name="Shape 1350"/>
        <p:cNvGrpSpPr/>
        <p:nvPr/>
      </p:nvGrpSpPr>
      <p:grpSpPr>
        <a:xfrm>
          <a:off x="0" y="0"/>
          <a:ext cx="0" cy="0"/>
          <a:chOff x="0" y="0"/>
          <a:chExt cx="0" cy="0"/>
        </a:xfrm>
      </p:grpSpPr>
      <p:sp>
        <p:nvSpPr>
          <p:cNvPr id="1351" name="Google Shape;1351;p191"/>
          <p:cNvSpPr txBox="1"/>
          <p:nvPr>
            <p:ph type="title"/>
          </p:nvPr>
        </p:nvSpPr>
        <p:spPr>
          <a:xfrm>
            <a:off x="457200" y="254000"/>
            <a:ext cx="8229600" cy="1143000"/>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SzPts val="1400"/>
              <a:buNone/>
              <a:defRPr/>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p:txBody>
      </p:sp>
      <p:sp>
        <p:nvSpPr>
          <p:cNvPr id="1352" name="Google Shape;1352;p191"/>
          <p:cNvSpPr txBox="1"/>
          <p:nvPr>
            <p:ph idx="1" type="body"/>
          </p:nvPr>
        </p:nvSpPr>
        <p:spPr>
          <a:xfrm>
            <a:off x="457200" y="1646237"/>
            <a:ext cx="8229600" cy="4525962"/>
          </a:xfrm>
          <a:prstGeom prst="rect">
            <a:avLst/>
          </a:prstGeom>
          <a:noFill/>
          <a:ln>
            <a:noFill/>
          </a:ln>
        </p:spPr>
        <p:txBody>
          <a:bodyPr anchorCtr="0" anchor="t" bIns="45700" lIns="91425" spcFirstLastPara="1" rIns="91425" wrap="square" tIns="45700">
            <a:noAutofit/>
          </a:bodyPr>
          <a:lstStyle>
            <a:lvl1pPr indent="-308610" lvl="0" marL="457200" algn="l">
              <a:spcBef>
                <a:spcPts val="0"/>
              </a:spcBef>
              <a:spcAft>
                <a:spcPts val="0"/>
              </a:spcAft>
              <a:buSzPts val="1260"/>
              <a:buChar char="⦿"/>
              <a:defRPr/>
            </a:lvl1pPr>
            <a:lvl2pPr indent="-331470" lvl="1" marL="914400" algn="l">
              <a:spcBef>
                <a:spcPts val="400"/>
              </a:spcBef>
              <a:spcAft>
                <a:spcPts val="0"/>
              </a:spcAft>
              <a:buSzPts val="1620"/>
              <a:buChar char="•"/>
              <a:defRPr/>
            </a:lvl2pPr>
            <a:lvl3pPr indent="-342900" lvl="2" marL="1371600" algn="l">
              <a:spcBef>
                <a:spcPts val="400"/>
              </a:spcBef>
              <a:spcAft>
                <a:spcPts val="0"/>
              </a:spcAft>
              <a:buSzPts val="1800"/>
              <a:buChar char="●"/>
              <a:defRPr/>
            </a:lvl3pPr>
            <a:lvl4pPr indent="-342900" lvl="3" marL="1828800" algn="l">
              <a:spcBef>
                <a:spcPts val="400"/>
              </a:spcBef>
              <a:spcAft>
                <a:spcPts val="0"/>
              </a:spcAft>
              <a:buSzPts val="1800"/>
              <a:buChar char="●"/>
              <a:defRPr/>
            </a:lvl4pPr>
            <a:lvl5pPr indent="-342900" lvl="4" marL="2286000" algn="l">
              <a:spcBef>
                <a:spcPts val="400"/>
              </a:spcBef>
              <a:spcAft>
                <a:spcPts val="0"/>
              </a:spcAft>
              <a:buSzPts val="1800"/>
              <a:buChar char="●"/>
              <a:defRPr/>
            </a:lvl5pPr>
            <a:lvl6pPr indent="-342900" lvl="5" marL="2743200" algn="l">
              <a:spcBef>
                <a:spcPts val="400"/>
              </a:spcBef>
              <a:spcAft>
                <a:spcPts val="0"/>
              </a:spcAft>
              <a:buSzPts val="1800"/>
              <a:buChar char="●"/>
              <a:defRPr/>
            </a:lvl6pPr>
            <a:lvl7pPr indent="-342900" lvl="6" marL="3200400" algn="l">
              <a:spcBef>
                <a:spcPts val="400"/>
              </a:spcBef>
              <a:spcAft>
                <a:spcPts val="0"/>
              </a:spcAft>
              <a:buSzPts val="1800"/>
              <a:buChar char="●"/>
              <a:defRPr/>
            </a:lvl7pPr>
            <a:lvl8pPr indent="-342900" lvl="7" marL="3657600" algn="l">
              <a:spcBef>
                <a:spcPts val="400"/>
              </a:spcBef>
              <a:spcAft>
                <a:spcPts val="0"/>
              </a:spcAft>
              <a:buSzPts val="1800"/>
              <a:buChar char="●"/>
              <a:defRPr/>
            </a:lvl8pPr>
            <a:lvl9pPr indent="-342900" lvl="8" marL="4114800" algn="l">
              <a:spcBef>
                <a:spcPts val="400"/>
              </a:spcBef>
              <a:spcAft>
                <a:spcPts val="0"/>
              </a:spcAft>
              <a:buSzPts val="1800"/>
              <a:buChar char="●"/>
              <a:defRPr/>
            </a:lvl9pPr>
          </a:lstStyle>
          <a:p/>
        </p:txBody>
      </p:sp>
      <p:sp>
        <p:nvSpPr>
          <p:cNvPr id="1353" name="Google Shape;1353;p191"/>
          <p:cNvSpPr txBox="1"/>
          <p:nvPr>
            <p:ph idx="10" type="dt"/>
          </p:nvPr>
        </p:nvSpPr>
        <p:spPr>
          <a:xfrm>
            <a:off x="5562600" y="6400800"/>
            <a:ext cx="3001962"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4" name="Google Shape;1354;p191"/>
          <p:cNvSpPr txBox="1"/>
          <p:nvPr>
            <p:ph idx="11" type="ftr"/>
          </p:nvPr>
        </p:nvSpPr>
        <p:spPr>
          <a:xfrm>
            <a:off x="1295400" y="6400800"/>
            <a:ext cx="4211637" cy="274637"/>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5" name="Google Shape;1355;p191"/>
          <p:cNvSpPr txBox="1"/>
          <p:nvPr>
            <p:ph idx="12" type="sldNum"/>
          </p:nvPr>
        </p:nvSpPr>
        <p:spPr>
          <a:xfrm>
            <a:off x="8639175" y="6515100"/>
            <a:ext cx="463550" cy="2730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1365" name="Shape 1365"/>
        <p:cNvGrpSpPr/>
        <p:nvPr/>
      </p:nvGrpSpPr>
      <p:grpSpPr>
        <a:xfrm>
          <a:off x="0" y="0"/>
          <a:ext cx="0" cy="0"/>
          <a:chOff x="0" y="0"/>
          <a:chExt cx="0" cy="0"/>
        </a:xfrm>
      </p:grpSpPr>
      <p:sp>
        <p:nvSpPr>
          <p:cNvPr id="1366" name="Google Shape;1366;p19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7" name="Google Shape;1367;p193"/>
          <p:cNvSpPr txBox="1"/>
          <p:nvPr>
            <p:ph idx="1" type="body"/>
          </p:nvPr>
        </p:nvSpPr>
        <p:spPr>
          <a:xfrm>
            <a:off x="609600" y="1589567"/>
            <a:ext cx="3886200" cy="45720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68" name="Google Shape;1368;p193"/>
          <p:cNvSpPr txBox="1"/>
          <p:nvPr>
            <p:ph idx="2" type="body"/>
          </p:nvPr>
        </p:nvSpPr>
        <p:spPr>
          <a:xfrm>
            <a:off x="4844901" y="1589567"/>
            <a:ext cx="3886200" cy="45720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69" name="Google Shape;1369;p193"/>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0" name="Google Shape;1370;p193"/>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
        <p:nvSpPr>
          <p:cNvPr id="1371" name="Google Shape;1371;p193"/>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1388" name="Shape 1388"/>
        <p:cNvGrpSpPr/>
        <p:nvPr/>
      </p:nvGrpSpPr>
      <p:grpSpPr>
        <a:xfrm>
          <a:off x="0" y="0"/>
          <a:ext cx="0" cy="0"/>
          <a:chOff x="0" y="0"/>
          <a:chExt cx="0" cy="0"/>
        </a:xfrm>
      </p:grpSpPr>
      <p:sp>
        <p:nvSpPr>
          <p:cNvPr id="1389" name="Google Shape;1389;p195"/>
          <p:cNvSpPr txBox="1"/>
          <p:nvPr>
            <p:ph type="title"/>
          </p:nvPr>
        </p:nvSpPr>
        <p:spPr>
          <a:xfrm>
            <a:off x="301752" y="228600"/>
            <a:ext cx="8534400" cy="758952"/>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90" name="Google Shape;1390;p195"/>
          <p:cNvSpPr txBox="1"/>
          <p:nvPr>
            <p:ph idx="1" type="body"/>
          </p:nvPr>
        </p:nvSpPr>
        <p:spPr>
          <a:xfrm>
            <a:off x="301752" y="1371600"/>
            <a:ext cx="4038600" cy="4681728"/>
          </a:xfrm>
          <a:prstGeom prst="rect">
            <a:avLst/>
          </a:prstGeom>
          <a:noFill/>
          <a:ln>
            <a:noFill/>
          </a:ln>
        </p:spPr>
        <p:txBody>
          <a:bodyPr anchorCtr="0" anchor="t" bIns="45700" lIns="91425" spcFirstLastPara="1" rIns="91425" wrap="square" tIns="45700">
            <a:noAutofit/>
          </a:bodyPr>
          <a:lstStyle>
            <a:lvl1pPr indent="-363538" lvl="0" marL="457200" algn="l">
              <a:spcBef>
                <a:spcPts val="500"/>
              </a:spcBef>
              <a:spcAft>
                <a:spcPts val="0"/>
              </a:spcAft>
              <a:buSzPts val="2125"/>
              <a:buChar char="⚫"/>
              <a:defRPr sz="2500"/>
            </a:lvl1pPr>
            <a:lvl2pPr indent="-308610" lvl="1" marL="914400" algn="l">
              <a:spcBef>
                <a:spcPts val="360"/>
              </a:spcBef>
              <a:spcAft>
                <a:spcPts val="0"/>
              </a:spcAft>
              <a:buSzPts val="1260"/>
              <a:buChar char="⚪"/>
              <a:defRPr/>
            </a:lvl2pPr>
            <a:lvl3pPr indent="-314325" lvl="2" marL="1371600" algn="l">
              <a:spcBef>
                <a:spcPts val="360"/>
              </a:spcBef>
              <a:spcAft>
                <a:spcPts val="0"/>
              </a:spcAft>
              <a:buSzPts val="135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20040" lvl="5" marL="2743200" algn="l">
              <a:spcBef>
                <a:spcPts val="360"/>
              </a:spcBef>
              <a:spcAft>
                <a:spcPts val="0"/>
              </a:spcAft>
              <a:buSzPts val="1440"/>
              <a:buChar char="⚫"/>
              <a:defRPr/>
            </a:lvl6pPr>
            <a:lvl7pPr indent="-331470" lvl="6" marL="3200400" algn="l">
              <a:spcBef>
                <a:spcPts val="360"/>
              </a:spcBef>
              <a:spcAft>
                <a:spcPts val="0"/>
              </a:spcAft>
              <a:buSzPts val="1620"/>
              <a:buChar char="•"/>
              <a:defRPr/>
            </a:lvl7pPr>
            <a:lvl8pPr indent="-342900" lvl="7" marL="3657600" algn="l">
              <a:spcBef>
                <a:spcPts val="360"/>
              </a:spcBef>
              <a:spcAft>
                <a:spcPts val="0"/>
              </a:spcAft>
              <a:buSzPts val="1800"/>
              <a:buChar char="•"/>
              <a:defRPr/>
            </a:lvl8pPr>
            <a:lvl9pPr indent="-331470" lvl="8" marL="4114800" algn="l">
              <a:spcBef>
                <a:spcPts val="360"/>
              </a:spcBef>
              <a:spcAft>
                <a:spcPts val="0"/>
              </a:spcAft>
              <a:buSzPts val="1620"/>
              <a:buChar char="•"/>
              <a:defRPr/>
            </a:lvl9pPr>
          </a:lstStyle>
          <a:p/>
        </p:txBody>
      </p:sp>
      <p:sp>
        <p:nvSpPr>
          <p:cNvPr id="1391" name="Google Shape;1391;p195"/>
          <p:cNvSpPr txBox="1"/>
          <p:nvPr>
            <p:ph idx="2" type="body"/>
          </p:nvPr>
        </p:nvSpPr>
        <p:spPr>
          <a:xfrm>
            <a:off x="4800600" y="1371600"/>
            <a:ext cx="4038600" cy="4681728"/>
          </a:xfrm>
          <a:prstGeom prst="rect">
            <a:avLst/>
          </a:prstGeom>
          <a:noFill/>
          <a:ln>
            <a:noFill/>
          </a:ln>
        </p:spPr>
        <p:txBody>
          <a:bodyPr anchorCtr="0" anchor="t" bIns="45700" lIns="91425" spcFirstLastPara="1" rIns="91425" wrap="square" tIns="45700">
            <a:noAutofit/>
          </a:bodyPr>
          <a:lstStyle>
            <a:lvl1pPr indent="-363538" lvl="0" marL="457200" algn="l">
              <a:spcBef>
                <a:spcPts val="500"/>
              </a:spcBef>
              <a:spcAft>
                <a:spcPts val="0"/>
              </a:spcAft>
              <a:buSzPts val="2125"/>
              <a:buChar char="⚫"/>
              <a:defRPr sz="2500"/>
            </a:lvl1pPr>
            <a:lvl2pPr indent="-308610" lvl="1" marL="914400" algn="l">
              <a:spcBef>
                <a:spcPts val="360"/>
              </a:spcBef>
              <a:spcAft>
                <a:spcPts val="0"/>
              </a:spcAft>
              <a:buSzPts val="1260"/>
              <a:buChar char="⚪"/>
              <a:defRPr/>
            </a:lvl2pPr>
            <a:lvl3pPr indent="-314325" lvl="2" marL="1371600" algn="l">
              <a:spcBef>
                <a:spcPts val="360"/>
              </a:spcBef>
              <a:spcAft>
                <a:spcPts val="0"/>
              </a:spcAft>
              <a:buSzPts val="135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20040" lvl="5" marL="2743200" algn="l">
              <a:spcBef>
                <a:spcPts val="360"/>
              </a:spcBef>
              <a:spcAft>
                <a:spcPts val="0"/>
              </a:spcAft>
              <a:buSzPts val="1440"/>
              <a:buChar char="⚫"/>
              <a:defRPr/>
            </a:lvl6pPr>
            <a:lvl7pPr indent="-331470" lvl="6" marL="3200400" algn="l">
              <a:spcBef>
                <a:spcPts val="360"/>
              </a:spcBef>
              <a:spcAft>
                <a:spcPts val="0"/>
              </a:spcAft>
              <a:buSzPts val="1620"/>
              <a:buChar char="•"/>
              <a:defRPr/>
            </a:lvl7pPr>
            <a:lvl8pPr indent="-342900" lvl="7" marL="3657600" algn="l">
              <a:spcBef>
                <a:spcPts val="360"/>
              </a:spcBef>
              <a:spcAft>
                <a:spcPts val="0"/>
              </a:spcAft>
              <a:buSzPts val="1800"/>
              <a:buChar char="•"/>
              <a:defRPr/>
            </a:lvl8pPr>
            <a:lvl9pPr indent="-331470" lvl="8" marL="4114800" algn="l">
              <a:spcBef>
                <a:spcPts val="360"/>
              </a:spcBef>
              <a:spcAft>
                <a:spcPts val="0"/>
              </a:spcAft>
              <a:buSzPts val="1620"/>
              <a:buChar char="•"/>
              <a:defRPr/>
            </a:lvl9pPr>
          </a:lstStyle>
          <a:p/>
        </p:txBody>
      </p:sp>
      <p:sp>
        <p:nvSpPr>
          <p:cNvPr id="1392" name="Google Shape;1392;p195"/>
          <p:cNvSpPr txBox="1"/>
          <p:nvPr>
            <p:ph idx="10" type="dt"/>
          </p:nvPr>
        </p:nvSpPr>
        <p:spPr>
          <a:xfrm>
            <a:off x="5791200" y="6410325"/>
            <a:ext cx="304482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3" name="Google Shape;1393;p195"/>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4" name="Google Shape;1394;p195"/>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1410" name="Shape 1410"/>
        <p:cNvGrpSpPr/>
        <p:nvPr/>
      </p:nvGrpSpPr>
      <p:grpSpPr>
        <a:xfrm>
          <a:off x="0" y="0"/>
          <a:ext cx="0" cy="0"/>
          <a:chOff x="0" y="0"/>
          <a:chExt cx="0" cy="0"/>
        </a:xfrm>
      </p:grpSpPr>
      <p:sp>
        <p:nvSpPr>
          <p:cNvPr id="1411" name="Google Shape;1411;p197"/>
          <p:cNvSpPr txBox="1"/>
          <p:nvPr>
            <p:ph type="title"/>
          </p:nvPr>
        </p:nvSpPr>
        <p:spPr>
          <a:xfrm>
            <a:off x="301625" y="228600"/>
            <a:ext cx="8534400" cy="758825"/>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solidFill>
                  <a:srgbClr val="7A9798"/>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12" name="Google Shape;1412;p197"/>
          <p:cNvSpPr txBox="1"/>
          <p:nvPr>
            <p:ph idx="1" type="body"/>
          </p:nvPr>
        </p:nvSpPr>
        <p:spPr>
          <a:xfrm>
            <a:off x="301752" y="1527048"/>
            <a:ext cx="8503920" cy="4572000"/>
          </a:xfrm>
          <a:prstGeom prst="rect">
            <a:avLst/>
          </a:prstGeom>
          <a:noFill/>
          <a:ln>
            <a:noFill/>
          </a:ln>
        </p:spPr>
        <p:txBody>
          <a:bodyPr anchorCtr="0" anchor="t" bIns="45700" lIns="91425" spcFirstLastPara="1" rIns="91425" wrap="square" tIns="45700">
            <a:noAutofit/>
          </a:bodyPr>
          <a:lstStyle>
            <a:lvl1pPr indent="-325755" lvl="0" marL="457200" algn="l">
              <a:spcBef>
                <a:spcPts val="360"/>
              </a:spcBef>
              <a:spcAft>
                <a:spcPts val="0"/>
              </a:spcAft>
              <a:buSzPts val="1530"/>
              <a:buChar char="⚫"/>
              <a:defRPr/>
            </a:lvl1pPr>
            <a:lvl2pPr indent="-308610" lvl="1" marL="914400" algn="l">
              <a:spcBef>
                <a:spcPts val="360"/>
              </a:spcBef>
              <a:spcAft>
                <a:spcPts val="0"/>
              </a:spcAft>
              <a:buSzPts val="1260"/>
              <a:buChar char="⚪"/>
              <a:defRPr/>
            </a:lvl2pPr>
            <a:lvl3pPr indent="-314325" lvl="2" marL="1371600" algn="l">
              <a:spcBef>
                <a:spcPts val="360"/>
              </a:spcBef>
              <a:spcAft>
                <a:spcPts val="0"/>
              </a:spcAft>
              <a:buSzPts val="1350"/>
              <a:buChar char="⯍"/>
              <a:defRPr/>
            </a:lvl3pPr>
            <a:lvl4pPr indent="-308610" lvl="3" marL="1828800" algn="l">
              <a:spcBef>
                <a:spcPts val="360"/>
              </a:spcBef>
              <a:spcAft>
                <a:spcPts val="0"/>
              </a:spcAft>
              <a:buSzPts val="1260"/>
              <a:buChar char="🞆"/>
              <a:defRPr/>
            </a:lvl4pPr>
            <a:lvl5pPr indent="-342900" lvl="4" marL="2286000" algn="l">
              <a:spcBef>
                <a:spcPts val="360"/>
              </a:spcBef>
              <a:spcAft>
                <a:spcPts val="0"/>
              </a:spcAft>
              <a:buSzPts val="1800"/>
              <a:buChar char="•"/>
              <a:defRPr/>
            </a:lvl5pPr>
            <a:lvl6pPr indent="-320040" lvl="5" marL="2743200" algn="l">
              <a:spcBef>
                <a:spcPts val="360"/>
              </a:spcBef>
              <a:spcAft>
                <a:spcPts val="0"/>
              </a:spcAft>
              <a:buSzPts val="1440"/>
              <a:buChar char="⚫"/>
              <a:defRPr/>
            </a:lvl6pPr>
            <a:lvl7pPr indent="-331470" lvl="6" marL="3200400" algn="l">
              <a:spcBef>
                <a:spcPts val="360"/>
              </a:spcBef>
              <a:spcAft>
                <a:spcPts val="0"/>
              </a:spcAft>
              <a:buSzPts val="1620"/>
              <a:buChar char="•"/>
              <a:defRPr/>
            </a:lvl7pPr>
            <a:lvl8pPr indent="-342900" lvl="7" marL="3657600" algn="l">
              <a:spcBef>
                <a:spcPts val="360"/>
              </a:spcBef>
              <a:spcAft>
                <a:spcPts val="0"/>
              </a:spcAft>
              <a:buSzPts val="1800"/>
              <a:buChar char="•"/>
              <a:defRPr/>
            </a:lvl8pPr>
            <a:lvl9pPr indent="-331470" lvl="8" marL="4114800" algn="l">
              <a:spcBef>
                <a:spcPts val="360"/>
              </a:spcBef>
              <a:spcAft>
                <a:spcPts val="0"/>
              </a:spcAft>
              <a:buSzPts val="1620"/>
              <a:buChar char="•"/>
              <a:defRPr/>
            </a:lvl9pPr>
          </a:lstStyle>
          <a:p/>
        </p:txBody>
      </p:sp>
      <p:sp>
        <p:nvSpPr>
          <p:cNvPr id="1413" name="Google Shape;1413;p197"/>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4" name="Google Shape;1414;p197"/>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5" name="Google Shape;1415;p197"/>
          <p:cNvSpPr txBox="1"/>
          <p:nvPr>
            <p:ph idx="12" type="sldNum"/>
          </p:nvPr>
        </p:nvSpPr>
        <p:spPr>
          <a:xfrm>
            <a:off x="4362450" y="1027112"/>
            <a:ext cx="457200" cy="441325"/>
          </a:xfrm>
          <a:prstGeom prst="rect">
            <a:avLst/>
          </a:prstGeom>
          <a:noFill/>
          <a:ln>
            <a:noFill/>
          </a:ln>
        </p:spPr>
        <p:txBody>
          <a:bodyPr anchorCtr="0" anchor="ctr" bIns="45700" lIns="45700" spcFirstLastPara="1" rIns="45700" wrap="square" tIns="45700">
            <a:noAutofit/>
          </a:bodyPr>
          <a:lstStyle>
            <a:lvl1pPr indent="0" lvl="0"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vå innehållsdelar" type="twoObj">
  <p:cSld name="TWO_OBJECTS">
    <p:spTree>
      <p:nvGrpSpPr>
        <p:cNvPr id="1425" name="Shape 1425"/>
        <p:cNvGrpSpPr/>
        <p:nvPr/>
      </p:nvGrpSpPr>
      <p:grpSpPr>
        <a:xfrm>
          <a:off x="0" y="0"/>
          <a:ext cx="0" cy="0"/>
          <a:chOff x="0" y="0"/>
          <a:chExt cx="0" cy="0"/>
        </a:xfrm>
      </p:grpSpPr>
      <p:sp>
        <p:nvSpPr>
          <p:cNvPr id="1426" name="Google Shape;1426;p199"/>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7" name="Google Shape;1427;p199"/>
          <p:cNvSpPr txBox="1"/>
          <p:nvPr>
            <p:ph idx="1" type="body"/>
          </p:nvPr>
        </p:nvSpPr>
        <p:spPr>
          <a:xfrm>
            <a:off x="609600" y="1589567"/>
            <a:ext cx="3886200" cy="45720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28" name="Google Shape;1428;p199"/>
          <p:cNvSpPr txBox="1"/>
          <p:nvPr>
            <p:ph idx="2" type="body"/>
          </p:nvPr>
        </p:nvSpPr>
        <p:spPr>
          <a:xfrm>
            <a:off x="4844901" y="1589567"/>
            <a:ext cx="3886200" cy="4572000"/>
          </a:xfrm>
          <a:prstGeom prst="rect">
            <a:avLst/>
          </a:prstGeom>
          <a:noFill/>
          <a:ln>
            <a:noFill/>
          </a:ln>
        </p:spPr>
        <p:txBody>
          <a:bodyPr anchorCtr="0" anchor="t" bIns="45700" lIns="91425" spcFirstLastPara="1" rIns="91425" wrap="square" tIns="45700">
            <a:noAutofit/>
          </a:bodyPr>
          <a:lstStyle>
            <a:lvl1pPr indent="-297180" lvl="0" marL="457200" algn="l">
              <a:spcBef>
                <a:spcPts val="700"/>
              </a:spcBef>
              <a:spcAft>
                <a:spcPts val="0"/>
              </a:spcAft>
              <a:buSzPts val="1080"/>
              <a:buChar char="◻"/>
              <a:defRPr/>
            </a:lvl1pPr>
            <a:lvl2pPr indent="-308610" lvl="1" marL="914400" algn="l">
              <a:spcBef>
                <a:spcPts val="550"/>
              </a:spcBef>
              <a:spcAft>
                <a:spcPts val="0"/>
              </a:spcAft>
              <a:buSzPts val="1260"/>
              <a:buChar char="🞑"/>
              <a:defRPr/>
            </a:lvl2pPr>
            <a:lvl3pPr indent="-314325" lvl="2" marL="1371600" algn="l">
              <a:spcBef>
                <a:spcPts val="500"/>
              </a:spcBef>
              <a:spcAft>
                <a:spcPts val="0"/>
              </a:spcAft>
              <a:buSzPts val="1350"/>
              <a:buChar char="■"/>
              <a:defRPr/>
            </a:lvl3pPr>
            <a:lvl4pPr indent="-314325" lvl="3" marL="1828800" algn="l">
              <a:spcBef>
                <a:spcPts val="400"/>
              </a:spcBef>
              <a:spcAft>
                <a:spcPts val="0"/>
              </a:spcAft>
              <a:buSzPts val="1350"/>
              <a:buChar char="■"/>
              <a:defRPr/>
            </a:lvl4pPr>
            <a:lvl5pPr indent="-302895" lvl="4" marL="2286000" algn="l">
              <a:spcBef>
                <a:spcPts val="400"/>
              </a:spcBef>
              <a:spcAft>
                <a:spcPts val="0"/>
              </a:spcAft>
              <a:buSzPts val="117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29" name="Google Shape;1429;p199"/>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0" name="Google Shape;1430;p199"/>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a:p>
        </p:txBody>
      </p:sp>
      <p:sp>
        <p:nvSpPr>
          <p:cNvPr id="1431" name="Google Shape;1431;p199"/>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0" Type="http://schemas.openxmlformats.org/officeDocument/2006/relationships/theme" Target="../theme/theme31.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5" Type="http://schemas.openxmlformats.org/officeDocument/2006/relationships/slideLayout" Target="../slideLayouts/slideLayout13.xml"/><Relationship Id="rId6" Type="http://schemas.openxmlformats.org/officeDocument/2006/relationships/theme" Target="../theme/theme2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image" Target="../media/image1.jpg"/><Relationship Id="rId2" Type="http://schemas.openxmlformats.org/officeDocument/2006/relationships/image" Target="../media/image4.png"/><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1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theme" Target="../theme/theme3.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theme" Target="../theme/theme7.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3.jpg"/><Relationship Id="rId2" Type="http://schemas.openxmlformats.org/officeDocument/2006/relationships/slideLayout" Target="../slideLayouts/slideLayout38.xml"/><Relationship Id="rId3" Type="http://schemas.openxmlformats.org/officeDocument/2006/relationships/theme" Target="../theme/theme4.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theme" Target="../theme/theme18.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9" Type="http://schemas.openxmlformats.org/officeDocument/2006/relationships/theme" Target="../theme/theme29.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slideLayout" Target="../slideLayouts/slideLayout57.xml"/><Relationship Id="rId3" Type="http://schemas.openxmlformats.org/officeDocument/2006/relationships/slideLayout" Target="../slideLayouts/slideLayout58.xml"/><Relationship Id="rId4" Type="http://schemas.openxmlformats.org/officeDocument/2006/relationships/slideLayout" Target="../slideLayouts/slideLayout59.xml"/><Relationship Id="rId5" Type="http://schemas.openxmlformats.org/officeDocument/2006/relationships/theme" Target="../theme/theme30.xml"/></Relationships>
</file>

<file path=ppt/slideMasters/_rels/slideMaster11.xml.rels><?xml version="1.0" encoding="UTF-8" standalone="yes"?><Relationships xmlns="http://schemas.openxmlformats.org/package/2006/relationships"><Relationship Id="rId10" Type="http://schemas.openxmlformats.org/officeDocument/2006/relationships/theme" Target="../theme/theme13.xml"/><Relationship Id="rId1" Type="http://schemas.openxmlformats.org/officeDocument/2006/relationships/slideLayout" Target="../slideLayouts/slideLayout60.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9" Type="http://schemas.openxmlformats.org/officeDocument/2006/relationships/slideLayout" Target="../slideLayouts/slideLayout68.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theme" Target="../theme/theme15.xml"/></Relationships>
</file>

<file path=ppt/slideMasters/_rels/slideMaster13.xml.rels><?xml version="1.0" encoding="UTF-8" standalone="yes"?><Relationships xmlns="http://schemas.openxmlformats.org/package/2006/relationships"><Relationship Id="rId11" Type="http://schemas.openxmlformats.org/officeDocument/2006/relationships/theme" Target="../theme/theme26.xml"/><Relationship Id="rId10" Type="http://schemas.openxmlformats.org/officeDocument/2006/relationships/slideLayout" Target="../slideLayouts/slideLayout78.xml"/><Relationship Id="rId1" Type="http://schemas.openxmlformats.org/officeDocument/2006/relationships/image" Target="../media/image5.jpg"/><Relationship Id="rId2" Type="http://schemas.openxmlformats.org/officeDocument/2006/relationships/slideLayout" Target="../slideLayouts/slideLayout70.xml"/><Relationship Id="rId3" Type="http://schemas.openxmlformats.org/officeDocument/2006/relationships/slideLayout" Target="../slideLayouts/slideLayout71.xml"/><Relationship Id="rId4" Type="http://schemas.openxmlformats.org/officeDocument/2006/relationships/slideLayout" Target="../slideLayouts/slideLayout72.xml"/><Relationship Id="rId9" Type="http://schemas.openxmlformats.org/officeDocument/2006/relationships/slideLayout" Target="../slideLayouts/slideLayout77.xml"/><Relationship Id="rId5" Type="http://schemas.openxmlformats.org/officeDocument/2006/relationships/slideLayout" Target="../slideLayouts/slideLayout73.xml"/><Relationship Id="rId6" Type="http://schemas.openxmlformats.org/officeDocument/2006/relationships/slideLayout" Target="../slideLayouts/slideLayout74.xml"/><Relationship Id="rId7" Type="http://schemas.openxmlformats.org/officeDocument/2006/relationships/slideLayout" Target="../slideLayouts/slideLayout75.xml"/><Relationship Id="rId8" Type="http://schemas.openxmlformats.org/officeDocument/2006/relationships/slideLayout" Target="../slideLayouts/slideLayout76.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theme" Target="../theme/theme19.xml"/></Relationships>
</file>

<file path=ppt/slideMasters/_rels/slideMaster16.xml.rels><?xml version="1.0" encoding="UTF-8" standalone="yes"?><Relationships xmlns="http://schemas.openxmlformats.org/package/2006/relationships"><Relationship Id="rId11" Type="http://schemas.openxmlformats.org/officeDocument/2006/relationships/slideLayout" Target="../slideLayouts/slideLayout90.xml"/><Relationship Id="rId10" Type="http://schemas.openxmlformats.org/officeDocument/2006/relationships/slideLayout" Target="../slideLayouts/slideLayout89.xml"/><Relationship Id="rId12" Type="http://schemas.openxmlformats.org/officeDocument/2006/relationships/theme" Target="../theme/theme23.xml"/><Relationship Id="rId1" Type="http://schemas.openxmlformats.org/officeDocument/2006/relationships/image" Target="../media/image7.jpg"/><Relationship Id="rId2" Type="http://schemas.openxmlformats.org/officeDocument/2006/relationships/slideLayout" Target="../slideLayouts/slideLayout81.xml"/><Relationship Id="rId3" Type="http://schemas.openxmlformats.org/officeDocument/2006/relationships/slideLayout" Target="../slideLayouts/slideLayout82.xml"/><Relationship Id="rId4" Type="http://schemas.openxmlformats.org/officeDocument/2006/relationships/slideLayout" Target="../slideLayouts/slideLayout83.xml"/><Relationship Id="rId9" Type="http://schemas.openxmlformats.org/officeDocument/2006/relationships/slideLayout" Target="../slideLayouts/slideLayout88.xml"/><Relationship Id="rId5" Type="http://schemas.openxmlformats.org/officeDocument/2006/relationships/slideLayout" Target="../slideLayouts/slideLayout84.xml"/><Relationship Id="rId6" Type="http://schemas.openxmlformats.org/officeDocument/2006/relationships/slideLayout" Target="../slideLayouts/slideLayout85.xml"/><Relationship Id="rId7" Type="http://schemas.openxmlformats.org/officeDocument/2006/relationships/slideLayout" Target="../slideLayouts/slideLayout86.xml"/><Relationship Id="rId8" Type="http://schemas.openxmlformats.org/officeDocument/2006/relationships/slideLayout" Target="../slideLayouts/slideLayout87.xml"/></Relationships>
</file>

<file path=ppt/slideMasters/_rels/slideMaster17.xml.rels><?xml version="1.0" encoding="UTF-8" standalone="yes"?><Relationships xmlns="http://schemas.openxmlformats.org/package/2006/relationships"><Relationship Id="rId11" Type="http://schemas.openxmlformats.org/officeDocument/2006/relationships/theme" Target="../theme/theme24.xml"/><Relationship Id="rId10" Type="http://schemas.openxmlformats.org/officeDocument/2006/relationships/slideLayout" Target="../slideLayouts/slideLayout100.xml"/><Relationship Id="rId1" Type="http://schemas.openxmlformats.org/officeDocument/2006/relationships/slideLayout" Target="../slideLayouts/slideLayout91.xml"/><Relationship Id="rId2" Type="http://schemas.openxmlformats.org/officeDocument/2006/relationships/slideLayout" Target="../slideLayouts/slideLayout92.xml"/><Relationship Id="rId3" Type="http://schemas.openxmlformats.org/officeDocument/2006/relationships/slideLayout" Target="../slideLayouts/slideLayout93.xml"/><Relationship Id="rId4" Type="http://schemas.openxmlformats.org/officeDocument/2006/relationships/slideLayout" Target="../slideLayouts/slideLayout94.xml"/><Relationship Id="rId9" Type="http://schemas.openxmlformats.org/officeDocument/2006/relationships/slideLayout" Target="../slideLayouts/slideLayout99.xml"/><Relationship Id="rId5" Type="http://schemas.openxmlformats.org/officeDocument/2006/relationships/slideLayout" Target="../slideLayouts/slideLayout95.xml"/><Relationship Id="rId6" Type="http://schemas.openxmlformats.org/officeDocument/2006/relationships/slideLayout" Target="../slideLayouts/slideLayout96.xml"/><Relationship Id="rId7" Type="http://schemas.openxmlformats.org/officeDocument/2006/relationships/slideLayout" Target="../slideLayouts/slideLayout97.xml"/><Relationship Id="rId8" Type="http://schemas.openxmlformats.org/officeDocument/2006/relationships/slideLayout" Target="../slideLayouts/slideLayout98.xml"/></Relationships>
</file>

<file path=ppt/slideMasters/_rels/slideMaster18.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8.png"/><Relationship Id="rId3" Type="http://schemas.openxmlformats.org/officeDocument/2006/relationships/slideLayout" Target="../slideLayouts/slideLayout101.xml"/><Relationship Id="rId4" Type="http://schemas.openxmlformats.org/officeDocument/2006/relationships/slideLayout" Target="../slideLayouts/slideLayout102.xml"/><Relationship Id="rId5" Type="http://schemas.openxmlformats.org/officeDocument/2006/relationships/slideLayout" Target="../slideLayouts/slideLayout103.xml"/><Relationship Id="rId6" Type="http://schemas.openxmlformats.org/officeDocument/2006/relationships/slideLayout" Target="../slideLayouts/slideLayout104.xml"/><Relationship Id="rId7" Type="http://schemas.openxmlformats.org/officeDocument/2006/relationships/slideLayout" Target="../slideLayouts/slideLayout105.xml"/><Relationship Id="rId8" Type="http://schemas.openxmlformats.org/officeDocument/2006/relationships/theme" Target="../theme/theme11.xml"/></Relationships>
</file>

<file path=ppt/slideMasters/_rels/slideMaster19.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image" Target="../media/image8.png"/><Relationship Id="rId3" Type="http://schemas.openxmlformats.org/officeDocument/2006/relationships/slideLayout" Target="../slideLayouts/slideLayout106.xml"/><Relationship Id="rId4" Type="http://schemas.openxmlformats.org/officeDocument/2006/relationships/slideLayout" Target="../slideLayouts/slideLayout107.xml"/><Relationship Id="rId5" Type="http://schemas.openxmlformats.org/officeDocument/2006/relationships/slideLayout" Target="../slideLayouts/slideLayout108.xml"/><Relationship Id="rId6" Type="http://schemas.openxmlformats.org/officeDocument/2006/relationships/slideLayout" Target="../slideLayouts/slideLayout109.xml"/><Relationship Id="rId7" Type="http://schemas.openxmlformats.org/officeDocument/2006/relationships/slideLayout" Target="../slideLayouts/slideLayout110.xml"/><Relationship Id="rId8" Type="http://schemas.openxmlformats.org/officeDocument/2006/relationships/theme" Target="../theme/theme28.xml"/></Relationships>
</file>

<file path=ppt/slideMasters/_rels/slideMaster20.xml.rels><?xml version="1.0" encoding="UTF-8" standalone="yes"?><Relationships xmlns="http://schemas.openxmlformats.org/package/2006/relationships"><Relationship Id="rId11" Type="http://schemas.openxmlformats.org/officeDocument/2006/relationships/slideLayout" Target="../slideLayouts/slideLayout120.xml"/><Relationship Id="rId10" Type="http://schemas.openxmlformats.org/officeDocument/2006/relationships/slideLayout" Target="../slideLayouts/slideLayout119.xml"/><Relationship Id="rId12" Type="http://schemas.openxmlformats.org/officeDocument/2006/relationships/theme" Target="../theme/theme1.xml"/><Relationship Id="rId1" Type="http://schemas.openxmlformats.org/officeDocument/2006/relationships/image" Target="../media/image6.jpg"/><Relationship Id="rId2" Type="http://schemas.openxmlformats.org/officeDocument/2006/relationships/slideLayout" Target="../slideLayouts/slideLayout111.xml"/><Relationship Id="rId3" Type="http://schemas.openxmlformats.org/officeDocument/2006/relationships/slideLayout" Target="../slideLayouts/slideLayout112.xml"/><Relationship Id="rId4" Type="http://schemas.openxmlformats.org/officeDocument/2006/relationships/slideLayout" Target="../slideLayouts/slideLayout113.xml"/><Relationship Id="rId9" Type="http://schemas.openxmlformats.org/officeDocument/2006/relationships/slideLayout" Target="../slideLayouts/slideLayout118.xml"/><Relationship Id="rId5" Type="http://schemas.openxmlformats.org/officeDocument/2006/relationships/slideLayout" Target="../slideLayouts/slideLayout114.xml"/><Relationship Id="rId6" Type="http://schemas.openxmlformats.org/officeDocument/2006/relationships/slideLayout" Target="../slideLayouts/slideLayout115.xml"/><Relationship Id="rId7" Type="http://schemas.openxmlformats.org/officeDocument/2006/relationships/slideLayout" Target="../slideLayouts/slideLayout116.xml"/><Relationship Id="rId8" Type="http://schemas.openxmlformats.org/officeDocument/2006/relationships/slideLayout" Target="../slideLayouts/slideLayout117.xml"/></Relationships>
</file>

<file path=ppt/slideMasters/_rels/slideMaster21.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theme" Target="../theme/theme5.xml"/></Relationships>
</file>

<file path=ppt/slideMasters/_rels/slideMaster22.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slideLayout" Target="../slideLayouts/slideLayout123.xml"/><Relationship Id="rId3" Type="http://schemas.openxmlformats.org/officeDocument/2006/relationships/slideLayout" Target="../slideLayouts/slideLayout124.xml"/><Relationship Id="rId4" Type="http://schemas.openxmlformats.org/officeDocument/2006/relationships/slideLayout" Target="../slideLayouts/slideLayout125.xml"/><Relationship Id="rId5" Type="http://schemas.openxmlformats.org/officeDocument/2006/relationships/slideLayout" Target="../slideLayouts/slideLayout126.xml"/><Relationship Id="rId6" Type="http://schemas.openxmlformats.org/officeDocument/2006/relationships/theme" Target="../theme/theme34.xml"/></Relationships>
</file>

<file path=ppt/slideMasters/_rels/slideMaster23.xml.rels><?xml version="1.0" encoding="UTF-8" standalone="yes"?><Relationships xmlns="http://schemas.openxmlformats.org/package/2006/relationships"><Relationship Id="rId11" Type="http://schemas.openxmlformats.org/officeDocument/2006/relationships/slideLayout" Target="../slideLayouts/slideLayout137.xml"/><Relationship Id="rId10" Type="http://schemas.openxmlformats.org/officeDocument/2006/relationships/slideLayout" Target="../slideLayouts/slideLayout136.xml"/><Relationship Id="rId12" Type="http://schemas.openxmlformats.org/officeDocument/2006/relationships/theme" Target="../theme/theme6.xml"/><Relationship Id="rId1" Type="http://schemas.openxmlformats.org/officeDocument/2006/relationships/slideLayout" Target="../slideLayouts/slideLayout127.xml"/><Relationship Id="rId2" Type="http://schemas.openxmlformats.org/officeDocument/2006/relationships/slideLayout" Target="../slideLayouts/slideLayout128.xml"/><Relationship Id="rId3" Type="http://schemas.openxmlformats.org/officeDocument/2006/relationships/slideLayout" Target="../slideLayouts/slideLayout129.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5" Type="http://schemas.openxmlformats.org/officeDocument/2006/relationships/slideLayout" Target="../slideLayouts/slideLayout131.xml"/><Relationship Id="rId6" Type="http://schemas.openxmlformats.org/officeDocument/2006/relationships/slideLayout" Target="../slideLayouts/slideLayout132.xml"/><Relationship Id="rId7" Type="http://schemas.openxmlformats.org/officeDocument/2006/relationships/slideLayout" Target="../slideLayouts/slideLayout133.xml"/><Relationship Id="rId8" Type="http://schemas.openxmlformats.org/officeDocument/2006/relationships/slideLayout" Target="../slideLayouts/slideLayout134.xml"/></Relationships>
</file>

<file path=ppt/slideMasters/_rels/slideMaster24.xml.rels><?xml version="1.0" encoding="UTF-8" standalone="yes"?><Relationships xmlns="http://schemas.openxmlformats.org/package/2006/relationships"><Relationship Id="rId1" Type="http://schemas.openxmlformats.org/officeDocument/2006/relationships/slideLayout" Target="../slideLayouts/slideLayout138.xml"/><Relationship Id="rId2" Type="http://schemas.openxmlformats.org/officeDocument/2006/relationships/slideLayout" Target="../slideLayouts/slideLayout139.xml"/><Relationship Id="rId3" Type="http://schemas.openxmlformats.org/officeDocument/2006/relationships/slideLayout" Target="../slideLayouts/slideLayout140.xml"/><Relationship Id="rId4" Type="http://schemas.openxmlformats.org/officeDocument/2006/relationships/theme" Target="../theme/theme33.xml"/></Relationships>
</file>

<file path=ppt/slideMasters/_rels/slideMaster25.xml.rels><?xml version="1.0" encoding="UTF-8" standalone="yes"?><Relationships xmlns="http://schemas.openxmlformats.org/package/2006/relationships"><Relationship Id="rId1" Type="http://schemas.openxmlformats.org/officeDocument/2006/relationships/slideLayout" Target="../slideLayouts/slideLayout141.xml"/><Relationship Id="rId2" Type="http://schemas.openxmlformats.org/officeDocument/2006/relationships/theme" Target="../theme/theme9.xml"/></Relationships>
</file>

<file path=ppt/slideMasters/_rels/slideMaster26.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slideLayout" Target="../slideLayouts/slideLayout143.xml"/><Relationship Id="rId3" Type="http://schemas.openxmlformats.org/officeDocument/2006/relationships/slideLayout" Target="../slideLayouts/slideLayout144.xml"/><Relationship Id="rId4" Type="http://schemas.openxmlformats.org/officeDocument/2006/relationships/slideLayout" Target="../slideLayouts/slideLayout145.xml"/><Relationship Id="rId5" Type="http://schemas.openxmlformats.org/officeDocument/2006/relationships/slideLayout" Target="../slideLayouts/slideLayout146.xml"/><Relationship Id="rId6" Type="http://schemas.openxmlformats.org/officeDocument/2006/relationships/slideLayout" Target="../slideLayouts/slideLayout147.xml"/><Relationship Id="rId7" Type="http://schemas.openxmlformats.org/officeDocument/2006/relationships/slideLayout" Target="../slideLayouts/slideLayout148.xml"/><Relationship Id="rId8" Type="http://schemas.openxmlformats.org/officeDocument/2006/relationships/theme" Target="../theme/theme25.xml"/></Relationships>
</file>

<file path=ppt/slideMasters/_rels/slideMaster27.xml.rels><?xml version="1.0" encoding="UTF-8" standalone="yes"?><Relationships xmlns="http://schemas.openxmlformats.org/package/2006/relationships"><Relationship Id="rId1" Type="http://schemas.openxmlformats.org/officeDocument/2006/relationships/slideLayout" Target="../slideLayouts/slideLayout149.xml"/><Relationship Id="rId2" Type="http://schemas.openxmlformats.org/officeDocument/2006/relationships/slideLayout" Target="../slideLayouts/slideLayout150.xml"/><Relationship Id="rId3" Type="http://schemas.openxmlformats.org/officeDocument/2006/relationships/slideLayout" Target="../slideLayouts/slideLayout151.xml"/><Relationship Id="rId4" Type="http://schemas.openxmlformats.org/officeDocument/2006/relationships/slideLayout" Target="../slideLayouts/slideLayout152.xml"/><Relationship Id="rId5" Type="http://schemas.openxmlformats.org/officeDocument/2006/relationships/slideLayout" Target="../slideLayouts/slideLayout153.xml"/><Relationship Id="rId6" Type="http://schemas.openxmlformats.org/officeDocument/2006/relationships/theme" Target="../theme/theme20.xml"/></Relationships>
</file>

<file path=ppt/slideMasters/_rels/slideMaster28.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slideLayout" Target="../slideLayouts/slideLayout155.xml"/><Relationship Id="rId3" Type="http://schemas.openxmlformats.org/officeDocument/2006/relationships/slideLayout" Target="../slideLayouts/slideLayout156.xml"/><Relationship Id="rId4" Type="http://schemas.openxmlformats.org/officeDocument/2006/relationships/slideLayout" Target="../slideLayouts/slideLayout157.xml"/><Relationship Id="rId9" Type="http://schemas.openxmlformats.org/officeDocument/2006/relationships/theme" Target="../theme/theme32.xml"/><Relationship Id="rId5" Type="http://schemas.openxmlformats.org/officeDocument/2006/relationships/slideLayout" Target="../slideLayouts/slideLayout158.xml"/><Relationship Id="rId6" Type="http://schemas.openxmlformats.org/officeDocument/2006/relationships/slideLayout" Target="../slideLayouts/slideLayout159.xml"/><Relationship Id="rId7" Type="http://schemas.openxmlformats.org/officeDocument/2006/relationships/slideLayout" Target="../slideLayouts/slideLayout160.xml"/><Relationship Id="rId8" Type="http://schemas.openxmlformats.org/officeDocument/2006/relationships/slideLayout" Target="../slideLayouts/slideLayout161.xml"/></Relationships>
</file>

<file path=ppt/slideMasters/_rels/slideMaster29.xml.rels><?xml version="1.0" encoding="UTF-8" standalone="yes"?><Relationships xmlns="http://schemas.openxmlformats.org/package/2006/relationships"><Relationship Id="rId1" Type="http://schemas.openxmlformats.org/officeDocument/2006/relationships/image" Target="../media/image14.jpg"/><Relationship Id="rId2" Type="http://schemas.openxmlformats.org/officeDocument/2006/relationships/slideLayout" Target="../slideLayouts/slideLayout162.xml"/><Relationship Id="rId3" Type="http://schemas.openxmlformats.org/officeDocument/2006/relationships/theme" Target="../theme/theme12.xml"/></Relationships>
</file>

<file path=ppt/slideMasters/_rels/slideMaster30.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theme" Target="../theme/theme17.xml"/></Relationships>
</file>

<file path=ppt/slideMasters/_rels/slideMaster31.xml.rels><?xml version="1.0" encoding="UTF-8" standalone="yes"?><Relationships xmlns="http://schemas.openxmlformats.org/package/2006/relationships"><Relationship Id="rId1" Type="http://schemas.openxmlformats.org/officeDocument/2006/relationships/slideLayout" Target="../slideLayouts/slideLayout164.xml"/><Relationship Id="rId2" Type="http://schemas.openxmlformats.org/officeDocument/2006/relationships/theme" Target="../theme/theme27.xml"/></Relationships>
</file>

<file path=ppt/slideMasters/_rels/slideMaster32.xml.rels><?xml version="1.0" encoding="UTF-8" standalone="yes"?><Relationships xmlns="http://schemas.openxmlformats.org/package/2006/relationships"><Relationship Id="rId1" Type="http://schemas.openxmlformats.org/officeDocument/2006/relationships/slideLayout" Target="../slideLayouts/slideLayout165.xml"/><Relationship Id="rId2" Type="http://schemas.openxmlformats.org/officeDocument/2006/relationships/theme" Target="../theme/theme21.xml"/></Relationships>
</file>

<file path=ppt/slideMasters/_rels/slideMaster33.xml.rels><?xml version="1.0" encoding="UTF-8" standalone="yes"?><Relationships xmlns="http://schemas.openxmlformats.org/package/2006/relationships"><Relationship Id="rId1" Type="http://schemas.openxmlformats.org/officeDocument/2006/relationships/slideLayout" Target="../slideLayouts/slideLayout166.xml"/><Relationship Id="rId2" Type="http://schemas.openxmlformats.org/officeDocument/2006/relationships/theme" Target="../theme/theme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txBox="1"/>
          <p:nvPr>
            <p:ph idx="1" type="body"/>
          </p:nvPr>
        </p:nvSpPr>
        <p:spPr>
          <a:xfrm>
            <a:off x="457200" y="1447800"/>
            <a:ext cx="8229600" cy="4678362"/>
          </a:xfrm>
          <a:prstGeom prst="rect">
            <a:avLst/>
          </a:prstGeom>
          <a:noFill/>
          <a:ln>
            <a:noFill/>
          </a:ln>
        </p:spPr>
        <p:txBody>
          <a:bodyPr anchorCtr="0" anchor="t" bIns="45700" lIns="91425" spcFirstLastPara="1" rIns="91425" wrap="square" tIns="45700">
            <a:noAutofit/>
          </a:bodyPr>
          <a:lstStyle>
            <a:lvl1pPr indent="-368935" lvl="0" marL="457200" marR="0" rtl="0" algn="l">
              <a:spcBef>
                <a:spcPts val="600"/>
              </a:spcBef>
              <a:spcAft>
                <a:spcPts val="0"/>
              </a:spcAft>
              <a:buClr>
                <a:schemeClr val="accent2"/>
              </a:buClr>
              <a:buSzPts val="221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300"/>
              </a:spcBef>
              <a:spcAft>
                <a:spcPts val="0"/>
              </a:spcAft>
              <a:buClr>
                <a:srgbClr val="D6903D"/>
              </a:buClr>
              <a:buSzPts val="2040"/>
              <a:buFont typeface="Noto Sans Symbols"/>
              <a:buChar char="⚫"/>
              <a:defRPr b="0" i="0" sz="2400" u="none" cap="none" strike="noStrike">
                <a:solidFill>
                  <a:schemeClr val="lt2"/>
                </a:solidFill>
                <a:latin typeface="Constantia"/>
                <a:ea typeface="Constantia"/>
                <a:cs typeface="Constantia"/>
                <a:sym typeface="Constantia"/>
              </a:defRPr>
            </a:lvl2pPr>
            <a:lvl3pPr indent="-341948" lvl="2" marL="1371600" marR="0" rtl="0" algn="l">
              <a:spcBef>
                <a:spcPts val="300"/>
              </a:spcBef>
              <a:spcAft>
                <a:spcPts val="0"/>
              </a:spcAft>
              <a:buClr>
                <a:srgbClr val="B37732"/>
              </a:buClr>
              <a:buSzPts val="1785"/>
              <a:buFont typeface="Noto Sans Symbols"/>
              <a:buChar char="⚫"/>
              <a:defRPr b="0" i="0" sz="2100" u="none" cap="none" strike="noStrike">
                <a:solidFill>
                  <a:schemeClr val="lt1"/>
                </a:solidFill>
                <a:latin typeface="Constantia"/>
                <a:ea typeface="Constantia"/>
                <a:cs typeface="Constantia"/>
                <a:sym typeface="Constantia"/>
              </a:defRPr>
            </a:lvl3pPr>
            <a:lvl4pPr indent="-331152" lvl="3" marL="1828800" marR="0" rtl="0" algn="l">
              <a:spcBef>
                <a:spcPts val="300"/>
              </a:spcBef>
              <a:spcAft>
                <a:spcPts val="0"/>
              </a:spcAft>
              <a:buClr>
                <a:srgbClr val="D6903D"/>
              </a:buClr>
              <a:buSzPts val="1615"/>
              <a:buFont typeface="Noto Sans Symbols"/>
              <a:buChar char="⚫"/>
              <a:defRPr b="0" i="0" sz="1900" u="none" cap="none" strike="noStrike">
                <a:solidFill>
                  <a:schemeClr val="lt1"/>
                </a:solidFill>
                <a:latin typeface="Constantia"/>
                <a:ea typeface="Constantia"/>
                <a:cs typeface="Constantia"/>
                <a:sym typeface="Constantia"/>
              </a:defRPr>
            </a:lvl4pPr>
            <a:lvl5pPr indent="-314960" lvl="4" marL="2286000" marR="0" rtl="0" algn="l">
              <a:spcBef>
                <a:spcPts val="338"/>
              </a:spcBef>
              <a:spcAft>
                <a:spcPts val="0"/>
              </a:spcAft>
              <a:buClr>
                <a:srgbClr val="D6903D"/>
              </a:buClr>
              <a:buSzPts val="1360"/>
              <a:buFont typeface="Noto Sans Symbols"/>
              <a:buChar char="⚫"/>
              <a:defRPr b="0" i="0" sz="1600" u="none" cap="none" strike="noStrike">
                <a:solidFill>
                  <a:schemeClr val="lt1"/>
                </a:solidFill>
                <a:latin typeface="Constantia"/>
                <a:ea typeface="Constantia"/>
                <a:cs typeface="Constantia"/>
                <a:sym typeface="Constantia"/>
              </a:defRPr>
            </a:lvl5pPr>
            <a:lvl6pPr indent="-320358" lvl="5" marL="2743200" marR="0" rtl="0" algn="l">
              <a:spcBef>
                <a:spcPts val="340"/>
              </a:spcBef>
              <a:spcAft>
                <a:spcPts val="0"/>
              </a:spcAft>
              <a:buClr>
                <a:srgbClr val="D58F3E"/>
              </a:buClr>
              <a:buSzPts val="1445"/>
              <a:buFont typeface="Noto Sans Symbols"/>
              <a:buChar char="🖙"/>
              <a:defRPr b="0" i="0" sz="1700" u="none" cap="none" strike="noStrike">
                <a:solidFill>
                  <a:schemeClr val="lt1"/>
                </a:solidFill>
                <a:latin typeface="Constantia"/>
                <a:ea typeface="Constantia"/>
                <a:cs typeface="Constantia"/>
                <a:sym typeface="Constantia"/>
              </a:defRPr>
            </a:lvl6pPr>
            <a:lvl7pPr indent="-314960" lvl="6" marL="3200400" marR="0" rtl="0" algn="l">
              <a:spcBef>
                <a:spcPts val="340"/>
              </a:spcBef>
              <a:spcAft>
                <a:spcPts val="0"/>
              </a:spcAft>
              <a:buClr>
                <a:srgbClr val="D58F3E"/>
              </a:buClr>
              <a:buSzPts val="1360"/>
              <a:buFont typeface="Noto Sans Symbols"/>
              <a:buChar char="🖙"/>
              <a:defRPr b="0" i="0" sz="1600" u="none" cap="none" strike="noStrike">
                <a:solidFill>
                  <a:schemeClr val="lt1"/>
                </a:solidFill>
                <a:latin typeface="Constantia"/>
                <a:ea typeface="Constantia"/>
                <a:cs typeface="Constantia"/>
                <a:sym typeface="Constantia"/>
              </a:defRPr>
            </a:lvl7pPr>
            <a:lvl8pPr indent="-309563" lvl="7" marL="3657600" marR="0" rtl="0" algn="l">
              <a:spcBef>
                <a:spcPts val="340"/>
              </a:spcBef>
              <a:spcAft>
                <a:spcPts val="0"/>
              </a:spcAft>
              <a:buClr>
                <a:srgbClr val="D58F3E"/>
              </a:buClr>
              <a:buSzPts val="1275"/>
              <a:buFont typeface="Noto Sans Symbols"/>
              <a:buChar char="🖙"/>
              <a:defRPr b="0" i="0" sz="1500" u="none" cap="none" strike="noStrike">
                <a:solidFill>
                  <a:schemeClr val="lt1"/>
                </a:solidFill>
                <a:latin typeface="Constantia"/>
                <a:ea typeface="Constantia"/>
                <a:cs typeface="Constantia"/>
                <a:sym typeface="Constantia"/>
              </a:defRPr>
            </a:lvl8pPr>
            <a:lvl9pPr indent="-309563" lvl="8" marL="4114800" marR="0" rtl="0" algn="l">
              <a:spcBef>
                <a:spcPts val="340"/>
              </a:spcBef>
              <a:spcAft>
                <a:spcPts val="0"/>
              </a:spcAft>
              <a:buClr>
                <a:srgbClr val="D58F3E"/>
              </a:buClr>
              <a:buSzPts val="1275"/>
              <a:buFont typeface="Noto Sans Symbols"/>
              <a:buChar char="🖙"/>
              <a:defRPr b="0" i="0" sz="1500" u="none" cap="none" strike="noStrike">
                <a:solidFill>
                  <a:schemeClr val="lt1"/>
                </a:solidFill>
                <a:latin typeface="Constantia"/>
                <a:ea typeface="Constantia"/>
                <a:cs typeface="Constantia"/>
                <a:sym typeface="Constantia"/>
              </a:defRPr>
            </a:lvl9pPr>
          </a:lstStyle>
          <a:p/>
        </p:txBody>
      </p:sp>
      <p:sp>
        <p:nvSpPr>
          <p:cNvPr id="11" name="Google Shape;11;p1"/>
          <p:cNvSpPr txBox="1"/>
          <p:nvPr>
            <p:ph idx="10" type="dt"/>
          </p:nvPr>
        </p:nvSpPr>
        <p:spPr>
          <a:xfrm>
            <a:off x="5791200" y="6203950"/>
            <a:ext cx="2590800" cy="3841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12" name="Google Shape;12;p1"/>
          <p:cNvSpPr txBox="1"/>
          <p:nvPr>
            <p:ph idx="11" type="ftr"/>
          </p:nvPr>
        </p:nvSpPr>
        <p:spPr>
          <a:xfrm>
            <a:off x="2133600" y="6203950"/>
            <a:ext cx="3581400" cy="3841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13" name="Google Shape;13;p1"/>
          <p:cNvSpPr txBox="1"/>
          <p:nvPr>
            <p:ph idx="12" type="sldNum"/>
          </p:nvPr>
        </p:nvSpPr>
        <p:spPr>
          <a:xfrm>
            <a:off x="8410575" y="6181725"/>
            <a:ext cx="609600" cy="457200"/>
          </a:xfrm>
          <a:prstGeom prst="rect">
            <a:avLst/>
          </a:prstGeom>
          <a:noFill/>
          <a:ln>
            <a:noFill/>
          </a:ln>
        </p:spPr>
        <p:txBody>
          <a:bodyPr anchorCtr="0" anchor="ctr" bIns="0" lIns="0" spcFirstLastPara="1" rIns="0" wrap="square" tIns="0">
            <a:noAutofit/>
          </a:bodyPr>
          <a:lstStyle>
            <a:lvl1pPr indent="0" lvl="0" marL="0" marR="0" rtl="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chemeClr val="lt2"/>
              </a:buClr>
              <a:buSzPts val="1600"/>
              <a:buFont typeface="Times New Roman"/>
              <a:buNone/>
              <a:defRPr b="0" i="0" sz="1600" u="none" cap="none" strike="noStrike">
                <a:solidFill>
                  <a:schemeClr val="lt2"/>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14" name="Google Shape;14;p1"/>
          <p:cNvSpPr txBox="1"/>
          <p:nvPr>
            <p:ph type="title"/>
          </p:nvPr>
        </p:nvSpPr>
        <p:spPr>
          <a:xfrm>
            <a:off x="457200" y="152400"/>
            <a:ext cx="8229600" cy="1219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4200" u="none" cap="none" strike="noStrike">
                <a:solidFill>
                  <a:srgbClr val="F9F9F9"/>
                </a:solidFill>
                <a:latin typeface="Constantia"/>
                <a:ea typeface="Constantia"/>
                <a:cs typeface="Constantia"/>
                <a:sym typeface="Constantia"/>
              </a:defRPr>
            </a:lvl1pPr>
            <a:lvl2pPr lvl="1" marR="0" rtl="0" algn="l">
              <a:spcBef>
                <a:spcPts val="0"/>
              </a:spcBef>
              <a:spcAft>
                <a:spcPts val="0"/>
              </a:spcAft>
              <a:buSzPts val="1400"/>
              <a:buNone/>
              <a:defRPr b="0" i="0" sz="4200" u="none" cap="none" strike="noStrike">
                <a:solidFill>
                  <a:srgbClr val="F9F9F9"/>
                </a:solidFill>
                <a:latin typeface="Constantia"/>
                <a:ea typeface="Constantia"/>
                <a:cs typeface="Constantia"/>
                <a:sym typeface="Constantia"/>
              </a:defRPr>
            </a:lvl2pPr>
            <a:lvl3pPr lvl="2" marR="0" rtl="0" algn="l">
              <a:spcBef>
                <a:spcPts val="0"/>
              </a:spcBef>
              <a:spcAft>
                <a:spcPts val="0"/>
              </a:spcAft>
              <a:buSzPts val="1400"/>
              <a:buNone/>
              <a:defRPr b="0" i="0" sz="4200" u="none" cap="none" strike="noStrike">
                <a:solidFill>
                  <a:srgbClr val="F9F9F9"/>
                </a:solidFill>
                <a:latin typeface="Constantia"/>
                <a:ea typeface="Constantia"/>
                <a:cs typeface="Constantia"/>
                <a:sym typeface="Constantia"/>
              </a:defRPr>
            </a:lvl3pPr>
            <a:lvl4pPr lvl="3" marR="0" rtl="0" algn="l">
              <a:spcBef>
                <a:spcPts val="0"/>
              </a:spcBef>
              <a:spcAft>
                <a:spcPts val="0"/>
              </a:spcAft>
              <a:buSzPts val="1400"/>
              <a:buNone/>
              <a:defRPr b="0" i="0" sz="4200" u="none" cap="none" strike="noStrike">
                <a:solidFill>
                  <a:srgbClr val="F9F9F9"/>
                </a:solidFill>
                <a:latin typeface="Constantia"/>
                <a:ea typeface="Constantia"/>
                <a:cs typeface="Constantia"/>
                <a:sym typeface="Constantia"/>
              </a:defRPr>
            </a:lvl4pPr>
            <a:lvl5pPr lvl="4" marR="0" rtl="0" algn="l">
              <a:spcBef>
                <a:spcPts val="0"/>
              </a:spcBef>
              <a:spcAft>
                <a:spcPts val="0"/>
              </a:spcAft>
              <a:buSzPts val="1400"/>
              <a:buNone/>
              <a:defRPr b="0" i="0" sz="4200" u="none" cap="none" strike="noStrike">
                <a:solidFill>
                  <a:srgbClr val="F9F9F9"/>
                </a:solidFill>
                <a:latin typeface="Constantia"/>
                <a:ea typeface="Constantia"/>
                <a:cs typeface="Constantia"/>
                <a:sym typeface="Constantia"/>
              </a:defRPr>
            </a:lvl5pPr>
            <a:lvl6pPr lvl="5" marR="0" rtl="0" algn="l">
              <a:spcBef>
                <a:spcPts val="0"/>
              </a:spcBef>
              <a:spcAft>
                <a:spcPts val="0"/>
              </a:spcAft>
              <a:buSzPts val="1400"/>
              <a:buNone/>
              <a:defRPr b="0" i="0" sz="4200" u="none" cap="none" strike="noStrike">
                <a:solidFill>
                  <a:srgbClr val="F9F9F9"/>
                </a:solidFill>
                <a:latin typeface="Constantia"/>
                <a:ea typeface="Constantia"/>
                <a:cs typeface="Constantia"/>
                <a:sym typeface="Constantia"/>
              </a:defRPr>
            </a:lvl6pPr>
            <a:lvl7pPr lvl="6" marR="0" rtl="0" algn="l">
              <a:spcBef>
                <a:spcPts val="0"/>
              </a:spcBef>
              <a:spcAft>
                <a:spcPts val="0"/>
              </a:spcAft>
              <a:buSzPts val="1400"/>
              <a:buNone/>
              <a:defRPr b="0" i="0" sz="4200" u="none" cap="none" strike="noStrike">
                <a:solidFill>
                  <a:srgbClr val="F9F9F9"/>
                </a:solidFill>
                <a:latin typeface="Constantia"/>
                <a:ea typeface="Constantia"/>
                <a:cs typeface="Constantia"/>
                <a:sym typeface="Constantia"/>
              </a:defRPr>
            </a:lvl7pPr>
            <a:lvl8pPr lvl="7" marR="0" rtl="0" algn="l">
              <a:spcBef>
                <a:spcPts val="0"/>
              </a:spcBef>
              <a:spcAft>
                <a:spcPts val="0"/>
              </a:spcAft>
              <a:buSzPts val="1400"/>
              <a:buNone/>
              <a:defRPr b="0" i="0" sz="4200" u="none" cap="none" strike="noStrike">
                <a:solidFill>
                  <a:srgbClr val="F9F9F9"/>
                </a:solidFill>
                <a:latin typeface="Constantia"/>
                <a:ea typeface="Constantia"/>
                <a:cs typeface="Constantia"/>
                <a:sym typeface="Constantia"/>
              </a:defRPr>
            </a:lvl8pPr>
            <a:lvl9pPr lvl="8" marR="0" rtl="0" algn="l">
              <a:spcBef>
                <a:spcPts val="0"/>
              </a:spcBef>
              <a:spcAft>
                <a:spcPts val="0"/>
              </a:spcAft>
              <a:buSzPts val="1400"/>
              <a:buNone/>
              <a:defRPr b="0" i="0" sz="4200" u="none" cap="none" strike="noStrike">
                <a:solidFill>
                  <a:srgbClr val="F9F9F9"/>
                </a:solidFill>
                <a:latin typeface="Constantia"/>
                <a:ea typeface="Constantia"/>
                <a:cs typeface="Constantia"/>
                <a:sym typeface="Constantia"/>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 name="Shape 63"/>
        <p:cNvGrpSpPr/>
        <p:nvPr/>
      </p:nvGrpSpPr>
      <p:grpSpPr>
        <a:xfrm>
          <a:off x="0" y="0"/>
          <a:ext cx="0" cy="0"/>
          <a:chOff x="0" y="0"/>
          <a:chExt cx="0" cy="0"/>
        </a:xfrm>
      </p:grpSpPr>
      <p:sp>
        <p:nvSpPr>
          <p:cNvPr id="64" name="Google Shape;64;p10"/>
          <p:cNvSpPr txBox="1"/>
          <p:nvPr/>
        </p:nvSpPr>
        <p:spPr>
          <a:xfrm>
            <a:off x="0" y="1436687"/>
            <a:ext cx="9144000" cy="44450"/>
          </a:xfrm>
          <a:prstGeom prst="rect">
            <a:avLst/>
          </a:prstGeom>
          <a:solidFill>
            <a:srgbClr val="FFFFFF"/>
          </a:solidFill>
          <a:ln>
            <a:noFill/>
          </a:ln>
          <a:effectLst>
            <a:outerShdw blurRad="63500" dir="5400000" dist="10160">
              <a:srgbClr val="000000">
                <a:alpha val="5960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5" name="Google Shape;65;p10"/>
          <p:cNvSpPr txBox="1"/>
          <p:nvPr/>
        </p:nvSpPr>
        <p:spPr>
          <a:xfrm>
            <a:off x="0" y="0"/>
            <a:ext cx="9144000" cy="1433512"/>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 name="Google Shape;66;p10"/>
          <p:cNvSpPr txBox="1"/>
          <p:nvPr>
            <p:ph type="title"/>
          </p:nvPr>
        </p:nvSpPr>
        <p:spPr>
          <a:xfrm>
            <a:off x="457200" y="152400"/>
            <a:ext cx="8229600" cy="1250950"/>
          </a:xfrm>
          <a:prstGeom prst="rect">
            <a:avLst/>
          </a:prstGeom>
          <a:noFill/>
          <a:ln>
            <a:noFill/>
          </a:ln>
        </p:spPr>
        <p:txBody>
          <a:bodyPr anchorCtr="0" anchor="ctr" bIns="45700" lIns="91425" spcFirstLastPara="1" rIns="45700" wrap="square" tIns="45700">
            <a:noAutofit/>
          </a:bodyPr>
          <a:lstStyle>
            <a:lvl1pPr lvl="0"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1pPr>
            <a:lvl2pPr lvl="1"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2pPr>
            <a:lvl3pPr lvl="2"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3pPr>
            <a:lvl4pPr lvl="3"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4pPr>
            <a:lvl5pPr lvl="4"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5pPr>
            <a:lvl6pPr lvl="5"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6pPr>
            <a:lvl7pPr lvl="6"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7pPr>
            <a:lvl8pPr lvl="7"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8pPr>
            <a:lvl9pPr lvl="8" marR="0" rtl="0" algn="l">
              <a:spcBef>
                <a:spcPts val="0"/>
              </a:spcBef>
              <a:spcAft>
                <a:spcPts val="0"/>
              </a:spcAft>
              <a:buSzPts val="1400"/>
              <a:buNone/>
              <a:defRPr b="1" i="0" sz="4500" u="none" cap="none" strike="noStrike">
                <a:solidFill>
                  <a:srgbClr val="FFC800"/>
                </a:solidFill>
                <a:latin typeface="Corbel"/>
                <a:ea typeface="Corbel"/>
                <a:cs typeface="Corbel"/>
                <a:sym typeface="Corbel"/>
              </a:defRPr>
            </a:lvl9pPr>
          </a:lstStyle>
          <a:p/>
        </p:txBody>
      </p:sp>
      <p:sp>
        <p:nvSpPr>
          <p:cNvPr id="67" name="Google Shape;67;p10"/>
          <p:cNvSpPr txBox="1"/>
          <p:nvPr>
            <p:ph idx="1" type="body"/>
          </p:nvPr>
        </p:nvSpPr>
        <p:spPr>
          <a:xfrm>
            <a:off x="457200" y="1774825"/>
            <a:ext cx="8229600" cy="4625975"/>
          </a:xfrm>
          <a:prstGeom prst="rect">
            <a:avLst/>
          </a:prstGeom>
          <a:noFill/>
          <a:ln>
            <a:noFill/>
          </a:ln>
        </p:spPr>
        <p:txBody>
          <a:bodyPr anchorCtr="0" anchor="t" bIns="45700" lIns="54850" spcFirstLastPara="1" rIns="91425" wrap="square" tIns="91425">
            <a:noAutofit/>
          </a:bodyPr>
          <a:lstStyle>
            <a:lvl1pPr indent="-391160" lvl="0" marL="457200" marR="0" rtl="0" algn="l">
              <a:spcBef>
                <a:spcPts val="0"/>
              </a:spcBef>
              <a:spcAft>
                <a:spcPts val="0"/>
              </a:spcAft>
              <a:buClr>
                <a:schemeClr val="accent1"/>
              </a:buClr>
              <a:buSzPts val="2560"/>
              <a:buFont typeface="Noto Sans Symbols"/>
              <a:buChar char="◼"/>
              <a:defRPr b="0" i="0" sz="3200" u="none" cap="none" strike="noStrike">
                <a:solidFill>
                  <a:schemeClr val="dk1"/>
                </a:solidFill>
                <a:latin typeface="Corbel"/>
                <a:ea typeface="Corbel"/>
                <a:cs typeface="Corbel"/>
                <a:sym typeface="Corbel"/>
              </a:defRPr>
            </a:lvl1pPr>
            <a:lvl2pPr indent="-388620" lvl="1" marL="914400" marR="0" rtl="0" algn="l">
              <a:spcBef>
                <a:spcPts val="560"/>
              </a:spcBef>
              <a:spcAft>
                <a:spcPts val="0"/>
              </a:spcAft>
              <a:buClr>
                <a:schemeClr val="accent2"/>
              </a:buClr>
              <a:buSzPts val="2520"/>
              <a:buFont typeface="Noto Sans Symbols"/>
              <a:buChar char="▪"/>
              <a:defRPr b="0" i="0" sz="2800" u="none" cap="none" strike="noStrike">
                <a:solidFill>
                  <a:schemeClr val="dk1"/>
                </a:solidFill>
                <a:latin typeface="Corbel"/>
                <a:ea typeface="Corbel"/>
                <a:cs typeface="Corbel"/>
                <a:sym typeface="Corbel"/>
              </a:defRPr>
            </a:lvl2pPr>
            <a:lvl3pPr indent="-381000" lvl="2" marL="1371600" marR="0" rtl="0" algn="l">
              <a:spcBef>
                <a:spcPts val="480"/>
              </a:spcBef>
              <a:spcAft>
                <a:spcPts val="0"/>
              </a:spcAft>
              <a:buClr>
                <a:srgbClr val="E66C7D"/>
              </a:buClr>
              <a:buSzPts val="2400"/>
              <a:buFont typeface="Arial"/>
              <a:buChar char="▪"/>
              <a:defRPr b="0" i="0" sz="2400" u="none" cap="none" strike="noStrike">
                <a:solidFill>
                  <a:schemeClr val="dk1"/>
                </a:solidFill>
                <a:latin typeface="Corbel"/>
                <a:ea typeface="Corbel"/>
                <a:cs typeface="Corbel"/>
                <a:sym typeface="Corbel"/>
              </a:defRPr>
            </a:lvl3pPr>
            <a:lvl4pPr indent="-355600" lvl="3" marL="1828800" marR="0" rtl="0" algn="l">
              <a:spcBef>
                <a:spcPts val="400"/>
              </a:spcBef>
              <a:spcAft>
                <a:spcPts val="0"/>
              </a:spcAft>
              <a:buClr>
                <a:srgbClr val="6BB76D"/>
              </a:buClr>
              <a:buSzPts val="2000"/>
              <a:buFont typeface="Arial"/>
              <a:buChar char="▪"/>
              <a:defRPr b="0" i="0" sz="2000" u="none" cap="none" strike="noStrike">
                <a:solidFill>
                  <a:schemeClr val="dk1"/>
                </a:solidFill>
                <a:latin typeface="Corbel"/>
                <a:ea typeface="Corbel"/>
                <a:cs typeface="Corbel"/>
                <a:sym typeface="Corbel"/>
              </a:defRPr>
            </a:lvl4pPr>
            <a:lvl5pPr indent="-355600" lvl="4" marL="2286000" marR="0" rtl="0" algn="l">
              <a:spcBef>
                <a:spcPts val="400"/>
              </a:spcBef>
              <a:spcAft>
                <a:spcPts val="0"/>
              </a:spcAft>
              <a:buClr>
                <a:srgbClr val="E88651"/>
              </a:buClr>
              <a:buSzPts val="2000"/>
              <a:buFont typeface="Noto Sans Symbols"/>
              <a:buChar char="🢝"/>
              <a:defRPr b="0" i="0" sz="2000" u="none" cap="none" strike="noStrike">
                <a:solidFill>
                  <a:schemeClr val="dk1"/>
                </a:solidFill>
                <a:latin typeface="Corbel"/>
                <a:ea typeface="Corbel"/>
                <a:cs typeface="Corbel"/>
                <a:sym typeface="Corbel"/>
              </a:defRPr>
            </a:lvl5pPr>
            <a:lvl6pPr indent="-355600" lvl="5" marL="2743200" marR="0" rtl="0" algn="l">
              <a:spcBef>
                <a:spcPts val="400"/>
              </a:spcBef>
              <a:spcAft>
                <a:spcPts val="0"/>
              </a:spcAft>
              <a:buClr>
                <a:schemeClr val="accent6"/>
              </a:buClr>
              <a:buSzPts val="2000"/>
              <a:buFont typeface="Noto Sans Symbols"/>
              <a:buChar char="●"/>
              <a:defRPr b="0" i="0" sz="2000" u="none" cap="none" strike="noStrike">
                <a:solidFill>
                  <a:schemeClr val="dk1"/>
                </a:solidFill>
                <a:latin typeface="Corbel"/>
                <a:ea typeface="Corbel"/>
                <a:cs typeface="Corbel"/>
                <a:sym typeface="Corbel"/>
              </a:defRPr>
            </a:lvl6pPr>
            <a:lvl7pPr indent="-342900" lvl="6" marL="32004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Corbel"/>
                <a:ea typeface="Corbel"/>
                <a:cs typeface="Corbel"/>
                <a:sym typeface="Corbel"/>
              </a:defRPr>
            </a:lvl7pPr>
            <a:lvl8pPr indent="-342900" lvl="7" marL="36576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Corbel"/>
                <a:ea typeface="Corbel"/>
                <a:cs typeface="Corbel"/>
                <a:sym typeface="Corbel"/>
              </a:defRPr>
            </a:lvl8pPr>
            <a:lvl9pPr indent="-342900" lvl="8" marL="41148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Corbel"/>
                <a:ea typeface="Corbel"/>
                <a:cs typeface="Corbel"/>
                <a:sym typeface="Corbel"/>
              </a:defRPr>
            </a:lvl9pPr>
          </a:lstStyle>
          <a:p/>
        </p:txBody>
      </p:sp>
      <p:sp>
        <p:nvSpPr>
          <p:cNvPr id="68" name="Google Shape;68;p10"/>
          <p:cNvSpPr txBox="1"/>
          <p:nvPr>
            <p:ph idx="10" type="dt"/>
          </p:nvPr>
        </p:nvSpPr>
        <p:spPr>
          <a:xfrm>
            <a:off x="457200" y="6477000"/>
            <a:ext cx="2133600" cy="274637"/>
          </a:xfrm>
          <a:prstGeom prst="rect">
            <a:avLst/>
          </a:prstGeom>
          <a:noFill/>
          <a:ln>
            <a:noFill/>
          </a:ln>
        </p:spPr>
        <p:txBody>
          <a:bodyPr anchorCtr="0" anchor="b" bIns="0" lIns="109725" spcFirstLastPara="1" rIns="457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9" name="Google Shape;69;p10"/>
          <p:cNvSpPr txBox="1"/>
          <p:nvPr>
            <p:ph idx="11" type="ftr"/>
          </p:nvPr>
        </p:nvSpPr>
        <p:spPr>
          <a:xfrm>
            <a:off x="2640012" y="6477000"/>
            <a:ext cx="5508625" cy="274637"/>
          </a:xfrm>
          <a:prstGeom prst="rect">
            <a:avLst/>
          </a:prstGeom>
          <a:noFill/>
          <a:ln>
            <a:noFill/>
          </a:ln>
        </p:spPr>
        <p:txBody>
          <a:bodyPr anchorCtr="0" anchor="b" bIns="0" lIns="45700" spcFirstLastPara="1" rIns="457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0" name="Google Shape;70;p10"/>
          <p:cNvSpPr txBox="1"/>
          <p:nvPr>
            <p:ph idx="12" type="sldNum"/>
          </p:nvPr>
        </p:nvSpPr>
        <p:spPr>
          <a:xfrm>
            <a:off x="8204200" y="6477000"/>
            <a:ext cx="733425" cy="274637"/>
          </a:xfrm>
          <a:prstGeom prst="rect">
            <a:avLst/>
          </a:prstGeom>
          <a:noFill/>
          <a:ln>
            <a:noFill/>
          </a:ln>
        </p:spPr>
        <p:txBody>
          <a:bodyPr anchorCtr="0" anchor="b" bIns="0" lIns="91425" spcFirstLastPara="1" rIns="91425" wrap="square" tIns="45700">
            <a:noAutofit/>
          </a:bodyPr>
          <a:lstStyle>
            <a:lvl1pPr indent="0" lvl="0" marL="0" marR="0" rtl="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3F3F3F"/>
              </a:buClr>
              <a:buSzPts val="1200"/>
              <a:buFont typeface="Times New Roman"/>
              <a:buNone/>
              <a:defRPr b="0" i="0" sz="1200" u="none">
                <a:solidFill>
                  <a:srgbClr val="3F3F3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6" r:id="rId1"/>
    <p:sldLayoutId id="2147483657" r:id="rId2"/>
    <p:sldLayoutId id="2147483658" r:id="rId3"/>
    <p:sldLayoutId id="2147483659" r:id="rId4"/>
    <p:sldLayoutId id="2147483660" r:id="rId5"/>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 name="Shape 104"/>
        <p:cNvGrpSpPr/>
        <p:nvPr/>
      </p:nvGrpSpPr>
      <p:grpSpPr>
        <a:xfrm>
          <a:off x="0" y="0"/>
          <a:ext cx="0" cy="0"/>
          <a:chOff x="0" y="0"/>
          <a:chExt cx="0" cy="0"/>
        </a:xfrm>
      </p:grpSpPr>
      <p:sp>
        <p:nvSpPr>
          <p:cNvPr id="105" name="Google Shape;105;p16"/>
          <p:cNvSpPr/>
          <p:nvPr/>
        </p:nvSpPr>
        <p:spPr>
          <a:xfrm>
            <a:off x="500062" y="5945187"/>
            <a:ext cx="4940300" cy="920750"/>
          </a:xfrm>
          <a:custGeom>
            <a:rect b="b" l="l" r="r" t="t"/>
            <a:pathLst>
              <a:path extrusionOk="0" h="337" w="7485">
                <a:moveTo>
                  <a:pt x="0" y="2"/>
                </a:moveTo>
                <a:lnTo>
                  <a:pt x="7485" y="337"/>
                </a:lnTo>
                <a:lnTo>
                  <a:pt x="5558" y="337"/>
                </a:lnTo>
                <a:lnTo>
                  <a:pt x="1" y="0"/>
                </a:lnTo>
              </a:path>
            </a:pathLst>
          </a:custGeom>
          <a:solidFill>
            <a:srgbClr val="A6B9DB">
              <a:alpha val="3960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6" name="Google Shape;106;p16"/>
          <p:cNvSpPr/>
          <p:nvPr/>
        </p:nvSpPr>
        <p:spPr>
          <a:xfrm>
            <a:off x="485775" y="5938837"/>
            <a:ext cx="3690937" cy="933450"/>
          </a:xfrm>
          <a:custGeom>
            <a:rect b="b" l="l" r="r" t="t"/>
            <a:pathLst>
              <a:path extrusionOk="0" h="588" w="5591">
                <a:moveTo>
                  <a:pt x="0" y="0"/>
                </a:moveTo>
                <a:lnTo>
                  <a:pt x="5591" y="585"/>
                </a:lnTo>
                <a:lnTo>
                  <a:pt x="4415" y="588"/>
                </a:lnTo>
                <a:lnTo>
                  <a:pt x="12" y="4"/>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7" name="Google Shape;107;p16"/>
          <p:cNvSpPr/>
          <p:nvPr/>
        </p:nvSpPr>
        <p:spPr>
          <a:xfrm>
            <a:off x="-6042" y="5791253"/>
            <a:ext cx="3402314" cy="1080868"/>
          </a:xfrm>
          <a:prstGeom prst="rtTriangle">
            <a:avLst/>
          </a:prstGeom>
          <a:blipFill rotWithShape="1">
            <a:blip r:embed="rId1">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imes New Roman"/>
              <a:buNone/>
            </a:pPr>
            <a:r>
              <a:t/>
            </a:r>
            <a:endParaRPr b="0" i="0" sz="2400" u="none" cap="none" strike="noStrike">
              <a:solidFill>
                <a:schemeClr val="lt1"/>
              </a:solidFill>
              <a:latin typeface="Lucida Sans"/>
              <a:ea typeface="Lucida Sans"/>
              <a:cs typeface="Lucida Sans"/>
              <a:sym typeface="Lucida Sans"/>
            </a:endParaRPr>
          </a:p>
        </p:txBody>
      </p:sp>
      <p:pic>
        <p:nvPicPr>
          <p:cNvPr id="108" name="Google Shape;108;p16"/>
          <p:cNvPicPr preferRelativeResize="0"/>
          <p:nvPr/>
        </p:nvPicPr>
        <p:blipFill rotWithShape="1">
          <a:blip r:embed="rId2">
            <a:alphaModFix/>
          </a:blip>
          <a:srcRect b="0" l="0" r="0" t="0"/>
          <a:stretch/>
        </p:blipFill>
        <p:spPr>
          <a:xfrm>
            <a:off x="-19050" y="5772150"/>
            <a:ext cx="3421062" cy="1109662"/>
          </a:xfrm>
          <a:prstGeom prst="rect">
            <a:avLst/>
          </a:prstGeom>
          <a:noFill/>
          <a:ln>
            <a:noFill/>
          </a:ln>
        </p:spPr>
      </p:pic>
      <p:sp>
        <p:nvSpPr>
          <p:cNvPr id="109" name="Google Shape;109;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1pPr>
            <a:lvl2pPr lvl="1"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2pPr>
            <a:lvl3pPr lvl="2"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3pPr>
            <a:lvl4pPr lvl="3"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4pPr>
            <a:lvl5pPr lvl="4"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5pPr>
            <a:lvl6pPr lvl="5"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6pPr>
            <a:lvl7pPr lvl="6"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7pPr>
            <a:lvl8pPr lvl="7"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8pPr>
            <a:lvl9pPr lvl="8"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9pPr>
          </a:lstStyle>
          <a:p/>
        </p:txBody>
      </p:sp>
      <p:sp>
        <p:nvSpPr>
          <p:cNvPr id="110" name="Google Shape;110;p16"/>
          <p:cNvSpPr txBox="1"/>
          <p:nvPr>
            <p:ph idx="1" type="body"/>
          </p:nvPr>
        </p:nvSpPr>
        <p:spPr>
          <a:xfrm>
            <a:off x="457200" y="1481137"/>
            <a:ext cx="8229600" cy="4525962"/>
          </a:xfrm>
          <a:prstGeom prst="rect">
            <a:avLst/>
          </a:prstGeom>
          <a:noFill/>
          <a:ln>
            <a:noFill/>
          </a:ln>
        </p:spPr>
        <p:txBody>
          <a:bodyPr anchorCtr="0" anchor="t" bIns="45700" lIns="91425" spcFirstLastPara="1" rIns="91425" wrap="square" tIns="45700">
            <a:noAutofit/>
          </a:bodyPr>
          <a:lstStyle>
            <a:lvl1pPr indent="-345186" lvl="0" marL="457200" marR="0" rtl="0" algn="l">
              <a:spcBef>
                <a:spcPts val="400"/>
              </a:spcBef>
              <a:spcAft>
                <a:spcPts val="0"/>
              </a:spcAft>
              <a:buClr>
                <a:schemeClr val="accent1"/>
              </a:buClr>
              <a:buSzPts val="1836"/>
              <a:buFont typeface="Noto Sans Symbols"/>
              <a:buChar char="🞂"/>
              <a:defRPr b="0" i="0" sz="2700" u="none" cap="none" strike="noStrike">
                <a:solidFill>
                  <a:schemeClr val="dk1"/>
                </a:solidFill>
                <a:latin typeface="Lucida Sans"/>
                <a:ea typeface="Lucida Sans"/>
                <a:cs typeface="Lucida Sans"/>
                <a:sym typeface="Lucida Sans"/>
              </a:defRPr>
            </a:lvl1pPr>
            <a:lvl2pPr indent="-374650" lvl="1" marL="914400" marR="0" rtl="0" algn="l">
              <a:spcBef>
                <a:spcPts val="325"/>
              </a:spcBef>
              <a:spcAft>
                <a:spcPts val="0"/>
              </a:spcAft>
              <a:buClr>
                <a:schemeClr val="accent1"/>
              </a:buClr>
              <a:buSzPts val="2300"/>
              <a:buFont typeface="Verdana"/>
              <a:buChar char="◦"/>
              <a:defRPr b="0" i="0" sz="2300" u="none" cap="none" strike="noStrike">
                <a:solidFill>
                  <a:schemeClr val="dk1"/>
                </a:solidFill>
                <a:latin typeface="Lucida Sans"/>
                <a:ea typeface="Lucida Sans"/>
                <a:cs typeface="Lucida Sans"/>
                <a:sym typeface="Lucida Sans"/>
              </a:defRPr>
            </a:lvl2pPr>
            <a:lvl3pPr indent="-361950" lvl="2" marL="1371600"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Lucida Sans"/>
                <a:ea typeface="Lucida Sans"/>
                <a:cs typeface="Lucida Sans"/>
                <a:sym typeface="Lucida Sans"/>
              </a:defRPr>
            </a:lvl3pPr>
            <a:lvl4pPr indent="-349250" lvl="3" marL="1828800"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Lucida Sans"/>
                <a:ea typeface="Lucida Sans"/>
                <a:cs typeface="Lucida Sans"/>
                <a:sym typeface="Lucida Sans"/>
              </a:defRPr>
            </a:lvl4pPr>
            <a:lvl5pPr indent="-342900" lvl="4" marL="2286000"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Lucida Sans"/>
                <a:ea typeface="Lucida Sans"/>
                <a:cs typeface="Lucida Sans"/>
                <a:sym typeface="Lucida Sans"/>
              </a:defRPr>
            </a:lvl5pPr>
            <a:lvl6pPr indent="-342900" lvl="5" marL="2743200"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Lucida Sans"/>
                <a:ea typeface="Lucida Sans"/>
                <a:cs typeface="Lucida Sans"/>
                <a:sym typeface="Lucida Sans"/>
              </a:defRPr>
            </a:lvl6pPr>
            <a:lvl7pPr indent="-330200" lvl="6" marL="32004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7pPr>
            <a:lvl8pPr indent="-330200" lvl="7" marL="36576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8pPr>
            <a:lvl9pPr indent="-330200" lvl="8" marL="41148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9pPr>
          </a:lstStyle>
          <a:p/>
        </p:txBody>
      </p:sp>
      <p:sp>
        <p:nvSpPr>
          <p:cNvPr id="111" name="Google Shape;111;p16"/>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2" name="Google Shape;112;p16"/>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3" name="Google Shape;113;p16"/>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83" name="Shape 183"/>
        <p:cNvGrpSpPr/>
        <p:nvPr/>
      </p:nvGrpSpPr>
      <p:grpSpPr>
        <a:xfrm>
          <a:off x="0" y="0"/>
          <a:ext cx="0" cy="0"/>
          <a:chOff x="0" y="0"/>
          <a:chExt cx="0" cy="0"/>
        </a:xfrm>
      </p:grpSpPr>
      <p:sp>
        <p:nvSpPr>
          <p:cNvPr id="184" name="Google Shape;184;p28"/>
          <p:cNvSpPr/>
          <p:nvPr/>
        </p:nvSpPr>
        <p:spPr>
          <a:xfrm>
            <a:off x="-815975" y="-815975"/>
            <a:ext cx="1638300" cy="1638300"/>
          </a:xfrm>
          <a:custGeom>
            <a:rect b="b" l="l" r="r" t="t"/>
            <a:pathLst>
              <a:path extrusionOk="0" h="1638300" w="1638300">
                <a:moveTo>
                  <a:pt x="1638300" y="819150"/>
                </a:moveTo>
                <a:lnTo>
                  <a:pt x="1638300" y="819150"/>
                </a:lnTo>
                <a:cubicBezTo>
                  <a:pt x="1638300" y="926762"/>
                  <a:pt x="1617094" y="1033327"/>
                  <a:pt x="1575897" y="1132742"/>
                </a:cubicBezTo>
                <a:cubicBezTo>
                  <a:pt x="1534700" y="1232156"/>
                  <a:pt x="1474314" y="1322485"/>
                  <a:pt x="1398197" y="1398555"/>
                </a:cubicBezTo>
                <a:cubicBezTo>
                  <a:pt x="1322080" y="1474625"/>
                  <a:pt x="1231714" y="1534955"/>
                  <a:pt x="1132274" y="1576091"/>
                </a:cubicBezTo>
                <a:cubicBezTo>
                  <a:pt x="1032834" y="1617226"/>
                  <a:pt x="926256" y="1638366"/>
                  <a:pt x="818644" y="1638299"/>
                </a:cubicBezTo>
                <a:lnTo>
                  <a:pt x="819150" y="819150"/>
                </a:lnTo>
                <a:close/>
              </a:path>
            </a:pathLst>
          </a:custGeom>
          <a:solidFill>
            <a:srgbClr val="FEFAF4">
              <a:alpha val="32549"/>
            </a:srgbClr>
          </a:solidFill>
          <a:ln cap="rnd" cmpd="sng" w="9525">
            <a:solidFill>
              <a:srgbClr val="D2C39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5" name="Google Shape;185;p28"/>
          <p:cNvSpPr/>
          <p:nvPr/>
        </p:nvSpPr>
        <p:spPr>
          <a:xfrm>
            <a:off x="168275" y="20637"/>
            <a:ext cx="1703387" cy="1703387"/>
          </a:xfrm>
          <a:prstGeom prst="ellipse">
            <a:avLst/>
          </a:prstGeom>
          <a:noFill/>
          <a:ln cap="rnd" cmpd="sng" w="27300">
            <a:solidFill>
              <a:srgbClr val="FFF6DB"/>
            </a:solidFill>
            <a:prstDash val="solid"/>
            <a:miter lim="800000"/>
            <a:headEnd len="sm" w="sm" type="none"/>
            <a:tailEnd len="sm" w="sm" type="none"/>
          </a:ln>
          <a:effectLst>
            <a:outerShdw blurRad="63500" dir="5400000" dist="25400">
              <a:srgbClr val="AFA58D">
                <a:alpha val="8470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6" name="Google Shape;186;p28"/>
          <p:cNvSpPr/>
          <p:nvPr/>
        </p:nvSpPr>
        <p:spPr>
          <a:xfrm rot="2315675">
            <a:off x="182881" y="1055077"/>
            <a:ext cx="1125717" cy="1102624"/>
          </a:xfrm>
          <a:prstGeom prst="donut">
            <a:avLst>
              <a:gd fmla="val 11833" name="adj"/>
            </a:avLst>
          </a:prstGeom>
          <a:gradFill>
            <a:gsLst>
              <a:gs pos="0">
                <a:srgbClr val="FEFBF4">
                  <a:alpha val="69804"/>
                </a:srgbClr>
              </a:gs>
              <a:gs pos="70000">
                <a:srgbClr val="FFFDF8">
                  <a:alpha val="54902"/>
                </a:srgbClr>
              </a:gs>
              <a:gs pos="100000">
                <a:srgbClr val="EDCF8C">
                  <a:alpha val="60000"/>
                </a:srgbClr>
              </a:gs>
            </a:gsLst>
            <a:path path="circle">
              <a:fillToRect b="100%" l="0%" r="100%" t="0%"/>
            </a:path>
            <a:tileRect b="0%" l="-100%" r="0%" t="-100%"/>
          </a:gradFill>
          <a:ln cap="rnd" cmpd="sng" w="9525">
            <a:solidFill>
              <a:srgbClr val="C5B390"/>
            </a:solidFill>
            <a:prstDash val="solid"/>
            <a:round/>
            <a:headEnd len="sm" w="sm" type="none"/>
            <a:tailEnd len="sm" w="sm" type="none"/>
          </a:ln>
          <a:effectLst>
            <a:outerShdw blurRad="12700" rotWithShape="0" algn="tl" dir="4500000" dist="15000">
              <a:srgbClr val="564E4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imes New Roman"/>
              <a:buNone/>
            </a:pPr>
            <a:r>
              <a:t/>
            </a:r>
            <a:endParaRPr b="0" i="0" sz="2400" u="none" cap="none" strike="noStrike">
              <a:solidFill>
                <a:schemeClr val="lt1"/>
              </a:solidFill>
              <a:latin typeface="Gill Sans"/>
              <a:ea typeface="Gill Sans"/>
              <a:cs typeface="Gill Sans"/>
              <a:sym typeface="Gill Sans"/>
            </a:endParaRPr>
          </a:p>
        </p:txBody>
      </p:sp>
      <p:sp>
        <p:nvSpPr>
          <p:cNvPr id="187" name="Google Shape;187;p28"/>
          <p:cNvSpPr txBox="1"/>
          <p:nvPr/>
        </p:nvSpPr>
        <p:spPr>
          <a:xfrm>
            <a:off x="1012825" y="0"/>
            <a:ext cx="8131175"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88" name="Google Shape;188;p28"/>
          <p:cNvSpPr txBox="1"/>
          <p:nvPr>
            <p:ph type="title"/>
          </p:nvPr>
        </p:nvSpPr>
        <p:spPr>
          <a:xfrm>
            <a:off x="1435100" y="274637"/>
            <a:ext cx="749935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300" u="none" cap="none" strike="noStrike">
                <a:solidFill>
                  <a:srgbClr val="572314"/>
                </a:solidFill>
                <a:latin typeface="Gill Sans"/>
                <a:ea typeface="Gill Sans"/>
                <a:cs typeface="Gill Sans"/>
                <a:sym typeface="Gill Sans"/>
              </a:defRPr>
            </a:lvl1pPr>
            <a:lvl2pPr lvl="1" marR="0" rtl="0" algn="l">
              <a:spcBef>
                <a:spcPts val="0"/>
              </a:spcBef>
              <a:spcAft>
                <a:spcPts val="0"/>
              </a:spcAft>
              <a:buSzPts val="1400"/>
              <a:buNone/>
              <a:defRPr b="0" i="0" sz="4300" u="none" cap="none" strike="noStrike">
                <a:solidFill>
                  <a:srgbClr val="572314"/>
                </a:solidFill>
                <a:latin typeface="Gill Sans"/>
                <a:ea typeface="Gill Sans"/>
                <a:cs typeface="Gill Sans"/>
                <a:sym typeface="Gill Sans"/>
              </a:defRPr>
            </a:lvl2pPr>
            <a:lvl3pPr lvl="2" marR="0" rtl="0" algn="l">
              <a:spcBef>
                <a:spcPts val="0"/>
              </a:spcBef>
              <a:spcAft>
                <a:spcPts val="0"/>
              </a:spcAft>
              <a:buSzPts val="1400"/>
              <a:buNone/>
              <a:defRPr b="0" i="0" sz="4300" u="none" cap="none" strike="noStrike">
                <a:solidFill>
                  <a:srgbClr val="572314"/>
                </a:solidFill>
                <a:latin typeface="Gill Sans"/>
                <a:ea typeface="Gill Sans"/>
                <a:cs typeface="Gill Sans"/>
                <a:sym typeface="Gill Sans"/>
              </a:defRPr>
            </a:lvl3pPr>
            <a:lvl4pPr lvl="3" marR="0" rtl="0" algn="l">
              <a:spcBef>
                <a:spcPts val="0"/>
              </a:spcBef>
              <a:spcAft>
                <a:spcPts val="0"/>
              </a:spcAft>
              <a:buSzPts val="1400"/>
              <a:buNone/>
              <a:defRPr b="0" i="0" sz="4300" u="none" cap="none" strike="noStrike">
                <a:solidFill>
                  <a:srgbClr val="572314"/>
                </a:solidFill>
                <a:latin typeface="Gill Sans"/>
                <a:ea typeface="Gill Sans"/>
                <a:cs typeface="Gill Sans"/>
                <a:sym typeface="Gill Sans"/>
              </a:defRPr>
            </a:lvl4pPr>
            <a:lvl5pPr lvl="4" marR="0" rtl="0" algn="l">
              <a:spcBef>
                <a:spcPts val="0"/>
              </a:spcBef>
              <a:spcAft>
                <a:spcPts val="0"/>
              </a:spcAft>
              <a:buSzPts val="1400"/>
              <a:buNone/>
              <a:defRPr b="0" i="0" sz="4300" u="none" cap="none" strike="noStrike">
                <a:solidFill>
                  <a:srgbClr val="572314"/>
                </a:solidFill>
                <a:latin typeface="Gill Sans"/>
                <a:ea typeface="Gill Sans"/>
                <a:cs typeface="Gill Sans"/>
                <a:sym typeface="Gill Sans"/>
              </a:defRPr>
            </a:lvl5pPr>
            <a:lvl6pPr lvl="5" marR="0" rtl="0" algn="l">
              <a:spcBef>
                <a:spcPts val="0"/>
              </a:spcBef>
              <a:spcAft>
                <a:spcPts val="0"/>
              </a:spcAft>
              <a:buSzPts val="1400"/>
              <a:buNone/>
              <a:defRPr b="0" i="0" sz="4300" u="none" cap="none" strike="noStrike">
                <a:solidFill>
                  <a:srgbClr val="572314"/>
                </a:solidFill>
                <a:latin typeface="Gill Sans"/>
                <a:ea typeface="Gill Sans"/>
                <a:cs typeface="Gill Sans"/>
                <a:sym typeface="Gill Sans"/>
              </a:defRPr>
            </a:lvl6pPr>
            <a:lvl7pPr lvl="6" marR="0" rtl="0" algn="l">
              <a:spcBef>
                <a:spcPts val="0"/>
              </a:spcBef>
              <a:spcAft>
                <a:spcPts val="0"/>
              </a:spcAft>
              <a:buSzPts val="1400"/>
              <a:buNone/>
              <a:defRPr b="0" i="0" sz="4300" u="none" cap="none" strike="noStrike">
                <a:solidFill>
                  <a:srgbClr val="572314"/>
                </a:solidFill>
                <a:latin typeface="Gill Sans"/>
                <a:ea typeface="Gill Sans"/>
                <a:cs typeface="Gill Sans"/>
                <a:sym typeface="Gill Sans"/>
              </a:defRPr>
            </a:lvl7pPr>
            <a:lvl8pPr lvl="7" marR="0" rtl="0" algn="l">
              <a:spcBef>
                <a:spcPts val="0"/>
              </a:spcBef>
              <a:spcAft>
                <a:spcPts val="0"/>
              </a:spcAft>
              <a:buSzPts val="1400"/>
              <a:buNone/>
              <a:defRPr b="0" i="0" sz="4300" u="none" cap="none" strike="noStrike">
                <a:solidFill>
                  <a:srgbClr val="572314"/>
                </a:solidFill>
                <a:latin typeface="Gill Sans"/>
                <a:ea typeface="Gill Sans"/>
                <a:cs typeface="Gill Sans"/>
                <a:sym typeface="Gill Sans"/>
              </a:defRPr>
            </a:lvl8pPr>
            <a:lvl9pPr lvl="8" marR="0" rtl="0" algn="l">
              <a:spcBef>
                <a:spcPts val="0"/>
              </a:spcBef>
              <a:spcAft>
                <a:spcPts val="0"/>
              </a:spcAft>
              <a:buSzPts val="1400"/>
              <a:buNone/>
              <a:defRPr b="0" i="0" sz="4300" u="none" cap="none" strike="noStrike">
                <a:solidFill>
                  <a:srgbClr val="572314"/>
                </a:solidFill>
                <a:latin typeface="Gill Sans"/>
                <a:ea typeface="Gill Sans"/>
                <a:cs typeface="Gill Sans"/>
                <a:sym typeface="Gill Sans"/>
              </a:defRPr>
            </a:lvl9pPr>
          </a:lstStyle>
          <a:p/>
        </p:txBody>
      </p:sp>
      <p:sp>
        <p:nvSpPr>
          <p:cNvPr id="189" name="Google Shape;189;p28"/>
          <p:cNvSpPr txBox="1"/>
          <p:nvPr>
            <p:ph idx="1" type="body"/>
          </p:nvPr>
        </p:nvSpPr>
        <p:spPr>
          <a:xfrm>
            <a:off x="1435100" y="1447800"/>
            <a:ext cx="7499350" cy="4800600"/>
          </a:xfrm>
          <a:prstGeom prst="rect">
            <a:avLst/>
          </a:prstGeom>
          <a:noFill/>
          <a:ln>
            <a:noFill/>
          </a:ln>
        </p:spPr>
        <p:txBody>
          <a:bodyPr anchorCtr="0" anchor="t" bIns="45700" lIns="91425" spcFirstLastPara="1" rIns="91425" wrap="square" tIns="45700">
            <a:noAutofit/>
          </a:bodyPr>
          <a:lstStyle>
            <a:lvl1pPr indent="-391160" lvl="0" marL="457200" marR="0" rtl="0" algn="l">
              <a:spcBef>
                <a:spcPts val="600"/>
              </a:spcBef>
              <a:spcAft>
                <a:spcPts val="0"/>
              </a:spcAft>
              <a:buClr>
                <a:schemeClr val="accent1"/>
              </a:buClr>
              <a:buSzPts val="2560"/>
              <a:buFont typeface="Noto Sans Symbols"/>
              <a:buChar char="⚫"/>
              <a:defRPr b="0" i="0" sz="3200" u="none" cap="none" strike="noStrike">
                <a:solidFill>
                  <a:schemeClr val="dk1"/>
                </a:solidFill>
                <a:latin typeface="Gill Sans"/>
                <a:ea typeface="Gill Sans"/>
                <a:cs typeface="Gill Sans"/>
                <a:sym typeface="Gill Sans"/>
              </a:defRPr>
            </a:lvl1pPr>
            <a:lvl2pPr indent="-406400" lvl="1" marL="914400" marR="0" rtl="0" algn="l">
              <a:spcBef>
                <a:spcPts val="550"/>
              </a:spcBef>
              <a:spcAft>
                <a:spcPts val="0"/>
              </a:spcAft>
              <a:buClr>
                <a:schemeClr val="accent1"/>
              </a:buClr>
              <a:buSzPts val="2800"/>
              <a:buFont typeface="Verdana"/>
              <a:buChar char="◦"/>
              <a:defRPr b="0" i="0" sz="2800" u="none" cap="none" strike="noStrike">
                <a:solidFill>
                  <a:schemeClr val="dk1"/>
                </a:solidFill>
                <a:latin typeface="Gill Sans"/>
                <a:ea typeface="Gill Sans"/>
                <a:cs typeface="Gill Sans"/>
                <a:sym typeface="Gill Sans"/>
              </a:defRPr>
            </a:lvl2pPr>
            <a:lvl3pPr indent="-381000" lvl="2" marL="1371600" marR="0" rtl="0" algn="l">
              <a:spcBef>
                <a:spcPts val="480"/>
              </a:spcBef>
              <a:spcAft>
                <a:spcPts val="0"/>
              </a:spcAft>
              <a:buClr>
                <a:schemeClr val="accent2"/>
              </a:buClr>
              <a:buSzPts val="2400"/>
              <a:buFont typeface="Noto Sans Symbols"/>
              <a:buChar char="●"/>
              <a:defRPr b="0" i="0" sz="2400" u="none" cap="none" strike="noStrike">
                <a:solidFill>
                  <a:schemeClr val="dk1"/>
                </a:solidFill>
                <a:latin typeface="Gill Sans"/>
                <a:ea typeface="Gill Sans"/>
                <a:cs typeface="Gill Sans"/>
                <a:sym typeface="Gill Sans"/>
              </a:defRPr>
            </a:lvl3pPr>
            <a:lvl4pPr indent="-355600" lvl="3" marL="1828800" marR="0" rtl="0" algn="l">
              <a:spcBef>
                <a:spcPts val="400"/>
              </a:spcBef>
              <a:spcAft>
                <a:spcPts val="0"/>
              </a:spcAft>
              <a:buClr>
                <a:srgbClr val="C32D2E"/>
              </a:buClr>
              <a:buSzPts val="2000"/>
              <a:buFont typeface="Noto Sans Symbols"/>
              <a:buChar char="●"/>
              <a:defRPr b="0" i="0" sz="2000" u="none" cap="none" strike="noStrike">
                <a:solidFill>
                  <a:schemeClr val="dk1"/>
                </a:solidFill>
                <a:latin typeface="Gill Sans"/>
                <a:ea typeface="Gill Sans"/>
                <a:cs typeface="Gill Sans"/>
                <a:sym typeface="Gill Sans"/>
              </a:defRPr>
            </a:lvl4pPr>
            <a:lvl5pPr indent="-355600" lvl="4" marL="2286000" marR="0" rtl="0" algn="l">
              <a:spcBef>
                <a:spcPts val="400"/>
              </a:spcBef>
              <a:spcAft>
                <a:spcPts val="0"/>
              </a:spcAft>
              <a:buClr>
                <a:srgbClr val="84AA33"/>
              </a:buClr>
              <a:buSzPts val="2000"/>
              <a:buFont typeface="Noto Sans Symbols"/>
              <a:buChar char="●"/>
              <a:defRPr b="0" i="0" sz="2000" u="none" cap="none" strike="noStrike">
                <a:solidFill>
                  <a:schemeClr val="dk1"/>
                </a:solidFill>
                <a:latin typeface="Gill Sans"/>
                <a:ea typeface="Gill Sans"/>
                <a:cs typeface="Gill Sans"/>
                <a:sym typeface="Gill Sans"/>
              </a:defRPr>
            </a:lvl5pPr>
            <a:lvl6pPr indent="-355600" lvl="5" marL="2743200" marR="0" rtl="0" algn="l">
              <a:lnSpc>
                <a:spcPct val="100000"/>
              </a:lnSpc>
              <a:spcBef>
                <a:spcPts val="400"/>
              </a:spcBef>
              <a:spcAft>
                <a:spcPts val="0"/>
              </a:spcAft>
              <a:buClr>
                <a:schemeClr val="accent5"/>
              </a:buClr>
              <a:buSzPts val="2000"/>
              <a:buFont typeface="Noto Sans Symbols"/>
              <a:buChar char="●"/>
              <a:defRPr b="0" i="0" sz="2000" u="none" cap="none" strike="noStrike">
                <a:solidFill>
                  <a:schemeClr val="dk1"/>
                </a:solidFill>
                <a:latin typeface="Gill Sans"/>
                <a:ea typeface="Gill Sans"/>
                <a:cs typeface="Gill Sans"/>
                <a:sym typeface="Gill Sans"/>
              </a:defRPr>
            </a:lvl6pPr>
            <a:lvl7pPr indent="-355600" lvl="6" marL="32004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7pPr>
            <a:lvl8pPr indent="-355600" lvl="7" marL="36576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8pPr>
            <a:lvl9pPr indent="-355600" lvl="8" marL="4114800" marR="0" rtl="0" algn="l">
              <a:lnSpc>
                <a:spcPct val="100000"/>
              </a:lnSpc>
              <a:spcBef>
                <a:spcPts val="400"/>
              </a:spcBef>
              <a:spcAft>
                <a:spcPts val="0"/>
              </a:spcAft>
              <a:buClr>
                <a:schemeClr val="accent6"/>
              </a:buClr>
              <a:buSzPts val="2000"/>
              <a:buFont typeface="Noto Sans Symbols"/>
              <a:buChar char="●"/>
              <a:defRPr b="0" i="0" sz="2000" u="none" cap="none" strike="noStrike">
                <a:solidFill>
                  <a:schemeClr val="dk1"/>
                </a:solidFill>
                <a:latin typeface="Gill Sans"/>
                <a:ea typeface="Gill Sans"/>
                <a:cs typeface="Gill Sans"/>
                <a:sym typeface="Gill Sans"/>
              </a:defRPr>
            </a:lvl9pPr>
          </a:lstStyle>
          <a:p/>
        </p:txBody>
      </p:sp>
      <p:sp>
        <p:nvSpPr>
          <p:cNvPr id="190" name="Google Shape;190;p28"/>
          <p:cNvSpPr txBox="1"/>
          <p:nvPr>
            <p:ph idx="10" type="dt"/>
          </p:nvPr>
        </p:nvSpPr>
        <p:spPr>
          <a:xfrm>
            <a:off x="3581400" y="6305550"/>
            <a:ext cx="2133600" cy="4762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91" name="Google Shape;191;p28"/>
          <p:cNvSpPr txBox="1"/>
          <p:nvPr>
            <p:ph idx="11" type="ftr"/>
          </p:nvPr>
        </p:nvSpPr>
        <p:spPr>
          <a:xfrm>
            <a:off x="5715000" y="6305550"/>
            <a:ext cx="2895600" cy="47625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92" name="Google Shape;192;p28"/>
          <p:cNvSpPr txBox="1"/>
          <p:nvPr>
            <p:ph idx="12" type="sldNum"/>
          </p:nvPr>
        </p:nvSpPr>
        <p:spPr>
          <a:xfrm>
            <a:off x="8613775" y="6305550"/>
            <a:ext cx="457200" cy="476250"/>
          </a:xfrm>
          <a:prstGeom prst="rect">
            <a:avLst/>
          </a:prstGeom>
          <a:noFill/>
          <a:ln>
            <a:noFill/>
          </a:ln>
        </p:spPr>
        <p:txBody>
          <a:bodyPr anchorCtr="0" anchor="b" bIns="45700" lIns="91425" spcFirstLastPara="1" rIns="91425" wrap="square" tIns="45700">
            <a:noAutofit/>
          </a:bodyPr>
          <a:lstStyle>
            <a:lvl1pPr indent="0" lvl="0" marL="0" marR="0" rtl="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B5A788"/>
              </a:buClr>
              <a:buSzPts val="1200"/>
              <a:buFont typeface="Times New Roman"/>
              <a:buNone/>
              <a:defRPr b="0" i="0" sz="1200" u="none">
                <a:solidFill>
                  <a:srgbClr val="B5A788"/>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193" name="Google Shape;193;p28"/>
          <p:cNvSpPr txBox="1"/>
          <p:nvPr/>
        </p:nvSpPr>
        <p:spPr>
          <a:xfrm>
            <a:off x="1014412" y="0"/>
            <a:ext cx="73025" cy="6858000"/>
          </a:xfrm>
          <a:prstGeom prst="rect">
            <a:avLst/>
          </a:prstGeom>
          <a:solidFill>
            <a:schemeClr val="lt1"/>
          </a:solidFill>
          <a:ln>
            <a:noFill/>
          </a:ln>
          <a:effectLst>
            <a:outerShdw blurRad="63500" dir="10800000" dist="38000">
              <a:srgbClr val="706B5F">
                <a:alpha val="2470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1" name="Shape 231"/>
        <p:cNvGrpSpPr/>
        <p:nvPr/>
      </p:nvGrpSpPr>
      <p:grpSpPr>
        <a:xfrm>
          <a:off x="0" y="0"/>
          <a:ext cx="0" cy="0"/>
          <a:chOff x="0" y="0"/>
          <a:chExt cx="0" cy="0"/>
        </a:xfrm>
      </p:grpSpPr>
      <p:sp>
        <p:nvSpPr>
          <p:cNvPr id="232" name="Google Shape;232;p35"/>
          <p:cNvSpPr/>
          <p:nvPr/>
        </p:nvSpPr>
        <p:spPr>
          <a:xfrm>
            <a:off x="304800" y="328612"/>
            <a:ext cx="8532812" cy="6197600"/>
          </a:xfrm>
          <a:prstGeom prst="roundRect">
            <a:avLst>
              <a:gd fmla="val 449" name="adj"/>
            </a:avLst>
          </a:prstGeom>
          <a:gradFill>
            <a:gsLst>
              <a:gs pos="0">
                <a:srgbClr val="FFFFFF"/>
              </a:gs>
              <a:gs pos="97999">
                <a:srgbClr val="FFFFFF"/>
              </a:gs>
              <a:gs pos="99055">
                <a:srgbClr val="F7F7F7"/>
              </a:gs>
              <a:gs pos="100000">
                <a:srgbClr val="DADADA"/>
              </a:gs>
            </a:gsLst>
            <a:lin ang="5400000" scaled="0"/>
          </a:gradFill>
          <a:ln cap="rnd" cmpd="sng" w="9525">
            <a:solidFill>
              <a:srgbClr val="A4A3A3"/>
            </a:solidFill>
            <a:prstDash val="solid"/>
            <a:miter lim="800000"/>
            <a:headEnd len="sm" w="sm" type="none"/>
            <a:tailEnd len="sm" w="sm" type="none"/>
          </a:ln>
          <a:effectLst>
            <a:outerShdw blurRad="63500" dir="5400000" dist="50800">
              <a:srgbClr val="000000">
                <a:alpha val="2470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233" name="Google Shape;233;p35"/>
          <p:cNvSpPr/>
          <p:nvPr/>
        </p:nvSpPr>
        <p:spPr>
          <a:xfrm>
            <a:off x="418596" y="434162"/>
            <a:ext cx="8306809" cy="5486400"/>
          </a:xfrm>
          <a:prstGeom prst="roundRect">
            <a:avLst>
              <a:gd fmla="val 2127" name="adj"/>
            </a:avLst>
          </a:prstGeom>
          <a:gradFill>
            <a:gsLst>
              <a:gs pos="0">
                <a:schemeClr val="lt1"/>
              </a:gs>
              <a:gs pos="55000">
                <a:srgbClr val="DFDFDF"/>
              </a:gs>
              <a:gs pos="100000">
                <a:srgbClr val="9E9E9E"/>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imes New Roman"/>
              <a:buNone/>
            </a:pPr>
            <a:r>
              <a:t/>
            </a:r>
            <a:endParaRPr b="0" i="0" sz="2400" u="none" cap="none" strike="noStrike">
              <a:solidFill>
                <a:schemeClr val="lt1"/>
              </a:solidFill>
              <a:latin typeface="Verdana"/>
              <a:ea typeface="Verdana"/>
              <a:cs typeface="Verdana"/>
              <a:sym typeface="Verdana"/>
            </a:endParaRPr>
          </a:p>
        </p:txBody>
      </p:sp>
      <p:sp>
        <p:nvSpPr>
          <p:cNvPr id="234" name="Google Shape;234;p35"/>
          <p:cNvSpPr txBox="1"/>
          <p:nvPr>
            <p:ph type="title"/>
          </p:nvPr>
        </p:nvSpPr>
        <p:spPr>
          <a:xfrm>
            <a:off x="503237" y="4986337"/>
            <a:ext cx="8183562" cy="10509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1pPr>
            <a:lvl2pPr lvl="1"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2pPr>
            <a:lvl3pPr lvl="2"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3pPr>
            <a:lvl4pPr lvl="3"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4pPr>
            <a:lvl5pPr lvl="4"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5pPr>
            <a:lvl6pPr lvl="5"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6pPr>
            <a:lvl7pPr lvl="6"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7pPr>
            <a:lvl8pPr lvl="7"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8pPr>
            <a:lvl9pPr lvl="8"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9pPr>
          </a:lstStyle>
          <a:p/>
        </p:txBody>
      </p:sp>
      <p:sp>
        <p:nvSpPr>
          <p:cNvPr id="235" name="Google Shape;235;p35"/>
          <p:cNvSpPr txBox="1"/>
          <p:nvPr>
            <p:ph idx="1" type="body"/>
          </p:nvPr>
        </p:nvSpPr>
        <p:spPr>
          <a:xfrm>
            <a:off x="503237" y="530225"/>
            <a:ext cx="8183562" cy="4187825"/>
          </a:xfrm>
          <a:prstGeom prst="rect">
            <a:avLst/>
          </a:prstGeom>
          <a:noFill/>
          <a:ln>
            <a:noFill/>
          </a:ln>
        </p:spPr>
        <p:txBody>
          <a:bodyPr anchorCtr="0" anchor="t" bIns="45700" lIns="182875" spcFirstLastPara="1" rIns="91425" wrap="square" tIns="91425">
            <a:noAutofit/>
          </a:bodyPr>
          <a:lstStyle>
            <a:lvl1pPr indent="-370840" lvl="0" marL="457200" marR="0" rtl="0" algn="l">
              <a:spcBef>
                <a:spcPts val="250"/>
              </a:spcBef>
              <a:spcAft>
                <a:spcPts val="0"/>
              </a:spcAft>
              <a:buClr>
                <a:schemeClr val="accent1"/>
              </a:buClr>
              <a:buSzPts val="2240"/>
              <a:buFont typeface="Noto Sans Symbols"/>
              <a:buChar char="⚫"/>
              <a:defRPr b="0" i="0" sz="2800" u="none" cap="none" strike="noStrike">
                <a:solidFill>
                  <a:schemeClr val="dk1"/>
                </a:solidFill>
                <a:latin typeface="Verdana"/>
                <a:ea typeface="Verdana"/>
                <a:cs typeface="Verdana"/>
                <a:sym typeface="Verdana"/>
              </a:defRPr>
            </a:lvl1pPr>
            <a:lvl2pPr indent="-381000" lvl="1" marL="914400" marR="0" rtl="0" algn="l">
              <a:spcBef>
                <a:spcPts val="250"/>
              </a:spcBef>
              <a:spcAft>
                <a:spcPts val="0"/>
              </a:spcAft>
              <a:buClr>
                <a:schemeClr val="accent1"/>
              </a:buClr>
              <a:buSzPts val="2400"/>
              <a:buFont typeface="Verdana"/>
              <a:buChar char="◦"/>
              <a:defRPr b="0" i="0" sz="2400" u="none" cap="none" strike="noStrike">
                <a:solidFill>
                  <a:schemeClr val="dk1"/>
                </a:solidFill>
                <a:latin typeface="Verdana"/>
                <a:ea typeface="Verdana"/>
                <a:cs typeface="Verdana"/>
                <a:sym typeface="Verdana"/>
              </a:defRPr>
            </a:lvl2pPr>
            <a:lvl3pPr indent="-368300" lvl="2" marL="1371600" marR="0" rtl="0" algn="l">
              <a:spcBef>
                <a:spcPts val="250"/>
              </a:spcBef>
              <a:spcAft>
                <a:spcPts val="0"/>
              </a:spcAft>
              <a:buClr>
                <a:srgbClr val="ED3742"/>
              </a:buClr>
              <a:buSzPts val="2200"/>
              <a:buFont typeface="Noto Sans Symbols"/>
              <a:buChar char="●"/>
              <a:defRPr b="0" i="0" sz="2200" u="none" cap="none" strike="noStrike">
                <a:solidFill>
                  <a:schemeClr val="dk1"/>
                </a:solidFill>
                <a:latin typeface="Verdana"/>
                <a:ea typeface="Verdana"/>
                <a:cs typeface="Verdana"/>
                <a:sym typeface="Verdana"/>
              </a:defRPr>
            </a:lvl3pPr>
            <a:lvl4pPr indent="-363728" lvl="3" marL="1828800" marR="0" rtl="0" algn="l">
              <a:spcBef>
                <a:spcPts val="225"/>
              </a:spcBef>
              <a:spcAft>
                <a:spcPts val="0"/>
              </a:spcAft>
              <a:buClr>
                <a:srgbClr val="ED3742"/>
              </a:buClr>
              <a:buSzPts val="2128"/>
              <a:buFont typeface="Verdana"/>
              <a:buChar char="◦"/>
              <a:defRPr b="0" i="0" sz="1900" u="none" cap="none" strike="noStrike">
                <a:solidFill>
                  <a:schemeClr val="dk1"/>
                </a:solidFill>
                <a:latin typeface="Verdana"/>
                <a:ea typeface="Verdana"/>
                <a:cs typeface="Verdana"/>
                <a:sym typeface="Verdana"/>
              </a:defRPr>
            </a:lvl4pPr>
            <a:lvl5pPr indent="-342900" lvl="4" marL="2286000" marR="0" rtl="0" algn="l">
              <a:spcBef>
                <a:spcPts val="250"/>
              </a:spcBef>
              <a:spcAft>
                <a:spcPts val="0"/>
              </a:spcAft>
              <a:buClr>
                <a:srgbClr val="4A85BF"/>
              </a:buClr>
              <a:buSzPts val="1800"/>
              <a:buFont typeface="Noto Sans Symbols"/>
              <a:buChar char="●"/>
              <a:defRPr b="0" i="0" sz="1800" u="none" cap="none" strike="noStrike">
                <a:solidFill>
                  <a:schemeClr val="dk1"/>
                </a:solidFill>
                <a:latin typeface="Verdana"/>
                <a:ea typeface="Verdana"/>
                <a:cs typeface="Verdana"/>
                <a:sym typeface="Verdana"/>
              </a:defRPr>
            </a:lvl5pPr>
            <a:lvl6pPr indent="-336550" lvl="5" marL="2743200" marR="0" rtl="0" algn="l">
              <a:spcBef>
                <a:spcPts val="250"/>
              </a:spcBef>
              <a:spcAft>
                <a:spcPts val="0"/>
              </a:spcAft>
              <a:buClr>
                <a:srgbClr val="4882BE"/>
              </a:buClr>
              <a:buSzPts val="1700"/>
              <a:buFont typeface="Verdana"/>
              <a:buChar char="◦"/>
              <a:defRPr b="0" i="0" sz="1700" u="none" cap="none" strike="noStrike">
                <a:solidFill>
                  <a:schemeClr val="dk1"/>
                </a:solidFill>
                <a:latin typeface="Verdana"/>
                <a:ea typeface="Verdana"/>
                <a:cs typeface="Verdana"/>
                <a:sym typeface="Verdana"/>
              </a:defRPr>
            </a:lvl6pPr>
            <a:lvl7pPr indent="-323850" lvl="6" marL="3200400"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7pPr>
            <a:lvl8pPr indent="-323850" lvl="7" marL="3657600" marR="0" rtl="0" algn="l">
              <a:spcBef>
                <a:spcPts val="257"/>
              </a:spcBef>
              <a:spcAft>
                <a:spcPts val="0"/>
              </a:spcAft>
              <a:buClr>
                <a:srgbClr val="4882BE"/>
              </a:buClr>
              <a:buSzPts val="1500"/>
              <a:buFont typeface="Verdana"/>
              <a:buChar char="◦"/>
              <a:defRPr b="0" i="0" sz="1500" u="none" cap="none" strike="noStrike">
                <a:solidFill>
                  <a:schemeClr val="dk1"/>
                </a:solidFill>
                <a:latin typeface="Verdana"/>
                <a:ea typeface="Verdana"/>
                <a:cs typeface="Verdana"/>
                <a:sym typeface="Verdana"/>
              </a:defRPr>
            </a:lvl8pPr>
            <a:lvl9pPr indent="-323850" lvl="8" marL="4114800"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9pPr>
          </a:lstStyle>
          <a:p/>
        </p:txBody>
      </p:sp>
      <p:sp>
        <p:nvSpPr>
          <p:cNvPr id="236" name="Google Shape;236;p35"/>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37" name="Google Shape;237;p35"/>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38" name="Google Shape;238;p35"/>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 id="2147483680" r:id="rId3"/>
    <p:sldLayoutId id="2147483681" r:id="rId4"/>
    <p:sldLayoutId id="2147483682" r:id="rId5"/>
    <p:sldLayoutId id="2147483683" r:id="rId6"/>
    <p:sldLayoutId id="2147483684" r:id="rId7"/>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85" name="Shape 285"/>
        <p:cNvGrpSpPr/>
        <p:nvPr/>
      </p:nvGrpSpPr>
      <p:grpSpPr>
        <a:xfrm>
          <a:off x="0" y="0"/>
          <a:ext cx="0" cy="0"/>
          <a:chOff x="0" y="0"/>
          <a:chExt cx="0" cy="0"/>
        </a:xfrm>
      </p:grpSpPr>
      <p:cxnSp>
        <p:nvCxnSpPr>
          <p:cNvPr id="286" name="Google Shape;286;p43"/>
          <p:cNvCxnSpPr/>
          <p:nvPr/>
        </p:nvCxnSpPr>
        <p:spPr>
          <a:xfrm>
            <a:off x="514350" y="1050898"/>
            <a:ext cx="8629650" cy="2381"/>
          </a:xfrm>
          <a:prstGeom prst="straightConnector1">
            <a:avLst/>
          </a:prstGeom>
          <a:noFill/>
          <a:ln cap="flat" cmpd="sng" w="9525">
            <a:solidFill>
              <a:schemeClr val="accent1"/>
            </a:solidFill>
            <a:prstDash val="solid"/>
            <a:round/>
            <a:headEnd len="sm" w="sm" type="none"/>
            <a:tailEnd len="sm" w="sm" type="none"/>
          </a:ln>
        </p:spPr>
      </p:cxnSp>
      <p:cxnSp>
        <p:nvCxnSpPr>
          <p:cNvPr id="287" name="Google Shape;287;p43"/>
          <p:cNvCxnSpPr/>
          <p:nvPr/>
        </p:nvCxnSpPr>
        <p:spPr>
          <a:xfrm>
            <a:off x="514350" y="1050898"/>
            <a:ext cx="8629650" cy="2381"/>
          </a:xfrm>
          <a:prstGeom prst="straightConnector1">
            <a:avLst/>
          </a:prstGeom>
          <a:noFill/>
          <a:ln cap="flat" cmpd="sng" w="9525">
            <a:solidFill>
              <a:schemeClr val="accent1"/>
            </a:solidFill>
            <a:prstDash val="solid"/>
            <a:round/>
            <a:headEnd len="sm" w="sm" type="none"/>
            <a:tailEnd len="sm" w="sm" type="none"/>
          </a:ln>
        </p:spPr>
      </p:cxnSp>
      <p:cxnSp>
        <p:nvCxnSpPr>
          <p:cNvPr id="288" name="Google Shape;288;p43"/>
          <p:cNvCxnSpPr/>
          <p:nvPr/>
        </p:nvCxnSpPr>
        <p:spPr>
          <a:xfrm>
            <a:off x="514350" y="1057986"/>
            <a:ext cx="8629650" cy="2381"/>
          </a:xfrm>
          <a:prstGeom prst="straightConnector1">
            <a:avLst/>
          </a:prstGeom>
          <a:noFill/>
          <a:ln cap="flat" cmpd="sng" w="9525">
            <a:solidFill>
              <a:schemeClr val="accent1"/>
            </a:solidFill>
            <a:prstDash val="solid"/>
            <a:round/>
            <a:headEnd len="sm" w="sm" type="none"/>
            <a:tailEnd len="sm" w="sm" type="none"/>
          </a:ln>
        </p:spPr>
      </p:cxnSp>
      <p:sp>
        <p:nvSpPr>
          <p:cNvPr id="289" name="Google Shape;289;p43"/>
          <p:cNvSpPr txBox="1"/>
          <p:nvPr>
            <p:ph idx="1" type="body"/>
          </p:nvPr>
        </p:nvSpPr>
        <p:spPr>
          <a:xfrm>
            <a:off x="304800" y="1554162"/>
            <a:ext cx="8686800" cy="4525962"/>
          </a:xfrm>
          <a:prstGeom prst="rect">
            <a:avLst/>
          </a:prstGeom>
          <a:noFill/>
          <a:ln>
            <a:noFill/>
          </a:ln>
        </p:spPr>
        <p:txBody>
          <a:bodyPr anchorCtr="0" anchor="t" bIns="45700" lIns="91425" spcFirstLastPara="1" rIns="91425" wrap="square" tIns="45700">
            <a:noAutofit/>
          </a:bodyPr>
          <a:lstStyle>
            <a:lvl1pPr indent="-370840" lvl="0" marL="457200" marR="0" rtl="0" algn="l">
              <a:spcBef>
                <a:spcPts val="640"/>
              </a:spcBef>
              <a:spcAft>
                <a:spcPts val="0"/>
              </a:spcAft>
              <a:buClr>
                <a:schemeClr val="accent1"/>
              </a:buClr>
              <a:buSzPts val="2240"/>
              <a:buFont typeface="Noto Sans Symbols"/>
              <a:buChar char="🞭"/>
              <a:defRPr b="0" i="0" sz="3200" u="none" cap="none" strike="noStrike">
                <a:solidFill>
                  <a:schemeClr val="dk2"/>
                </a:solidFill>
                <a:latin typeface="Libre Franklin"/>
                <a:ea typeface="Libre Franklin"/>
                <a:cs typeface="Libre Franklin"/>
                <a:sym typeface="Libre Franklin"/>
              </a:defRPr>
            </a:lvl1pPr>
            <a:lvl2pPr indent="-353060" lvl="1" marL="914400" marR="0" rtl="0" algn="l">
              <a:spcBef>
                <a:spcPts val="560"/>
              </a:spcBef>
              <a:spcAft>
                <a:spcPts val="0"/>
              </a:spcAft>
              <a:buClr>
                <a:schemeClr val="accent1"/>
              </a:buClr>
              <a:buSzPts val="1960"/>
              <a:buFont typeface="Noto Sans Symbols"/>
              <a:buChar char="🞤"/>
              <a:defRPr b="0" i="0" sz="2800" u="none" cap="none" strike="noStrike">
                <a:solidFill>
                  <a:schemeClr val="dk2"/>
                </a:solidFill>
                <a:latin typeface="Libre Franklin"/>
                <a:ea typeface="Libre Franklin"/>
                <a:cs typeface="Libre Franklin"/>
                <a:sym typeface="Libre Franklin"/>
              </a:defRPr>
            </a:lvl2pPr>
            <a:lvl3pPr indent="-335280" lvl="2" marL="1371600" marR="0" rtl="0" algn="l">
              <a:spcBef>
                <a:spcPts val="480"/>
              </a:spcBef>
              <a:spcAft>
                <a:spcPts val="0"/>
              </a:spcAft>
              <a:buClr>
                <a:schemeClr val="accent1"/>
              </a:buClr>
              <a:buSzPts val="1680"/>
              <a:buFont typeface="Noto Sans Symbols"/>
              <a:buChar char="🞫"/>
              <a:defRPr b="0" i="0" sz="2400" u="none" cap="none" strike="noStrike">
                <a:solidFill>
                  <a:schemeClr val="dk2"/>
                </a:solidFill>
                <a:latin typeface="Libre Franklin"/>
                <a:ea typeface="Libre Franklin"/>
                <a:cs typeface="Libre Franklin"/>
                <a:sym typeface="Libre Franklin"/>
              </a:defRPr>
            </a:lvl3pPr>
            <a:lvl4pPr indent="-317500" lvl="3" marL="1828800" marR="0" rtl="0" algn="l">
              <a:spcBef>
                <a:spcPts val="400"/>
              </a:spcBef>
              <a:spcAft>
                <a:spcPts val="0"/>
              </a:spcAft>
              <a:buClr>
                <a:schemeClr val="accent1"/>
              </a:buClr>
              <a:buSzPts val="1400"/>
              <a:buFont typeface="Noto Sans Symbols"/>
              <a:buChar char="🞲"/>
              <a:defRPr b="0" i="0" sz="2000" u="none" cap="none" strike="noStrike">
                <a:solidFill>
                  <a:schemeClr val="dk2"/>
                </a:solidFill>
                <a:latin typeface="Libre Franklin"/>
                <a:ea typeface="Libre Franklin"/>
                <a:cs typeface="Libre Franklin"/>
                <a:sym typeface="Libre Franklin"/>
              </a:defRPr>
            </a:lvl4pPr>
            <a:lvl5pPr indent="-297180" lvl="4" marL="2286000" marR="0" rtl="0" algn="l">
              <a:spcBef>
                <a:spcPts val="360"/>
              </a:spcBef>
              <a:spcAft>
                <a:spcPts val="0"/>
              </a:spcAft>
              <a:buClr>
                <a:schemeClr val="accent1"/>
              </a:buClr>
              <a:buSzPts val="1080"/>
              <a:buFont typeface="Noto Sans Symbols"/>
              <a:buChar char="🞩"/>
              <a:defRPr b="0" i="0" sz="1800" u="none" cap="none" strike="noStrike">
                <a:solidFill>
                  <a:schemeClr val="dk2"/>
                </a:solidFill>
                <a:latin typeface="Libre Franklin"/>
                <a:ea typeface="Libre Franklin"/>
                <a:cs typeface="Libre Franklin"/>
                <a:sym typeface="Libre Franklin"/>
              </a:defRPr>
            </a:lvl5pPr>
            <a:lvl6pPr indent="-297180" lvl="5" marL="2743200" marR="0" rtl="0" algn="l">
              <a:spcBef>
                <a:spcPts val="360"/>
              </a:spcBef>
              <a:spcAft>
                <a:spcPts val="0"/>
              </a:spcAft>
              <a:buClr>
                <a:schemeClr val="accent1"/>
              </a:buClr>
              <a:buSzPts val="1080"/>
              <a:buFont typeface="Noto Sans Symbols"/>
              <a:buChar char="🞤"/>
              <a:defRPr b="0" i="0" sz="1800" u="none" cap="none" strike="noStrike">
                <a:solidFill>
                  <a:schemeClr val="dk2"/>
                </a:solidFill>
                <a:latin typeface="Libre Franklin"/>
                <a:ea typeface="Libre Franklin"/>
                <a:cs typeface="Libre Franklin"/>
                <a:sym typeface="Libre Franklin"/>
              </a:defRPr>
            </a:lvl6pPr>
            <a:lvl7pPr indent="-289560" lvl="6" marL="3200400" marR="0" rtl="0" algn="l">
              <a:spcBef>
                <a:spcPts val="320"/>
              </a:spcBef>
              <a:spcAft>
                <a:spcPts val="0"/>
              </a:spcAft>
              <a:buClr>
                <a:schemeClr val="accent1"/>
              </a:buClr>
              <a:buSzPts val="960"/>
              <a:buFont typeface="Noto Sans Symbols"/>
              <a:buChar char="🞲"/>
              <a:defRPr b="0" i="0" sz="1600" u="none" cap="none" strike="noStrike">
                <a:solidFill>
                  <a:schemeClr val="dk2"/>
                </a:solidFill>
                <a:latin typeface="Libre Franklin"/>
                <a:ea typeface="Libre Franklin"/>
                <a:cs typeface="Libre Franklin"/>
                <a:sym typeface="Libre Franklin"/>
              </a:defRPr>
            </a:lvl7pPr>
            <a:lvl8pPr indent="-289560" lvl="7" marL="3657600" marR="0" rtl="0" algn="l">
              <a:spcBef>
                <a:spcPts val="320"/>
              </a:spcBef>
              <a:spcAft>
                <a:spcPts val="0"/>
              </a:spcAft>
              <a:buClr>
                <a:schemeClr val="accent1"/>
              </a:buClr>
              <a:buSzPts val="960"/>
              <a:buFont typeface="Noto Sans Symbols"/>
              <a:buChar char="◆"/>
              <a:defRPr b="0" i="0" sz="1600" u="none" cap="none" strike="noStrike">
                <a:solidFill>
                  <a:schemeClr val="dk2"/>
                </a:solidFill>
                <a:latin typeface="Libre Franklin"/>
                <a:ea typeface="Libre Franklin"/>
                <a:cs typeface="Libre Franklin"/>
                <a:sym typeface="Libre Franklin"/>
              </a:defRPr>
            </a:lvl8pPr>
            <a:lvl9pPr indent="-281940" lvl="8" marL="4114800" marR="0" rtl="0" algn="l">
              <a:spcBef>
                <a:spcPts val="280"/>
              </a:spcBef>
              <a:spcAft>
                <a:spcPts val="0"/>
              </a:spcAft>
              <a:buClr>
                <a:schemeClr val="accent1"/>
              </a:buClr>
              <a:buSzPts val="840"/>
              <a:buFont typeface="Noto Sans Symbols"/>
              <a:buChar char="◼"/>
              <a:defRPr b="0" i="0" sz="1400" u="none" cap="none" strike="noStrike">
                <a:solidFill>
                  <a:schemeClr val="dk2"/>
                </a:solidFill>
                <a:latin typeface="Libre Franklin"/>
                <a:ea typeface="Libre Franklin"/>
                <a:cs typeface="Libre Franklin"/>
                <a:sym typeface="Libre Franklin"/>
              </a:defRPr>
            </a:lvl9pPr>
          </a:lstStyle>
          <a:p/>
        </p:txBody>
      </p:sp>
      <p:sp>
        <p:nvSpPr>
          <p:cNvPr id="290" name="Google Shape;290;p43"/>
          <p:cNvSpPr txBox="1"/>
          <p:nvPr>
            <p:ph type="title"/>
          </p:nvPr>
        </p:nvSpPr>
        <p:spPr>
          <a:xfrm>
            <a:off x="304800" y="457200"/>
            <a:ext cx="8686800" cy="8382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3600" u="none" cap="none" strike="noStrike">
                <a:solidFill>
                  <a:schemeClr val="dk2"/>
                </a:solidFill>
                <a:latin typeface="Libre Franklin Medium"/>
                <a:ea typeface="Libre Franklin Medium"/>
                <a:cs typeface="Libre Franklin Medium"/>
                <a:sym typeface="Libre Franklin Medium"/>
              </a:defRPr>
            </a:lvl1pPr>
            <a:lvl2pPr lvl="1" marR="0" rtl="0" algn="l">
              <a:spcBef>
                <a:spcPts val="0"/>
              </a:spcBef>
              <a:spcAft>
                <a:spcPts val="0"/>
              </a:spcAft>
              <a:buSzPts val="1400"/>
              <a:buNone/>
              <a:defRPr b="0" i="0" sz="3600" u="none" cap="none" strike="noStrike">
                <a:solidFill>
                  <a:schemeClr val="dk2"/>
                </a:solidFill>
                <a:latin typeface="Libre Franklin Medium"/>
                <a:ea typeface="Libre Franklin Medium"/>
                <a:cs typeface="Libre Franklin Medium"/>
                <a:sym typeface="Libre Franklin Medium"/>
              </a:defRPr>
            </a:lvl2pPr>
            <a:lvl3pPr lvl="2" marR="0" rtl="0" algn="l">
              <a:spcBef>
                <a:spcPts val="0"/>
              </a:spcBef>
              <a:spcAft>
                <a:spcPts val="0"/>
              </a:spcAft>
              <a:buSzPts val="1400"/>
              <a:buNone/>
              <a:defRPr b="0" i="0" sz="3600" u="none" cap="none" strike="noStrike">
                <a:solidFill>
                  <a:schemeClr val="dk2"/>
                </a:solidFill>
                <a:latin typeface="Libre Franklin Medium"/>
                <a:ea typeface="Libre Franklin Medium"/>
                <a:cs typeface="Libre Franklin Medium"/>
                <a:sym typeface="Libre Franklin Medium"/>
              </a:defRPr>
            </a:lvl3pPr>
            <a:lvl4pPr lvl="3" marR="0" rtl="0" algn="l">
              <a:spcBef>
                <a:spcPts val="0"/>
              </a:spcBef>
              <a:spcAft>
                <a:spcPts val="0"/>
              </a:spcAft>
              <a:buSzPts val="1400"/>
              <a:buNone/>
              <a:defRPr b="0" i="0" sz="3600" u="none" cap="none" strike="noStrike">
                <a:solidFill>
                  <a:schemeClr val="dk2"/>
                </a:solidFill>
                <a:latin typeface="Libre Franklin Medium"/>
                <a:ea typeface="Libre Franklin Medium"/>
                <a:cs typeface="Libre Franklin Medium"/>
                <a:sym typeface="Libre Franklin Medium"/>
              </a:defRPr>
            </a:lvl4pPr>
            <a:lvl5pPr lvl="4" marR="0" rtl="0" algn="l">
              <a:spcBef>
                <a:spcPts val="0"/>
              </a:spcBef>
              <a:spcAft>
                <a:spcPts val="0"/>
              </a:spcAft>
              <a:buSzPts val="1400"/>
              <a:buNone/>
              <a:defRPr b="0" i="0" sz="3600" u="none" cap="none" strike="noStrike">
                <a:solidFill>
                  <a:schemeClr val="dk2"/>
                </a:solidFill>
                <a:latin typeface="Libre Franklin Medium"/>
                <a:ea typeface="Libre Franklin Medium"/>
                <a:cs typeface="Libre Franklin Medium"/>
                <a:sym typeface="Libre Franklin Medium"/>
              </a:defRPr>
            </a:lvl5pPr>
            <a:lvl6pPr lvl="5" marR="0" rtl="0" algn="l">
              <a:spcBef>
                <a:spcPts val="0"/>
              </a:spcBef>
              <a:spcAft>
                <a:spcPts val="0"/>
              </a:spcAft>
              <a:buSzPts val="1400"/>
              <a:buNone/>
              <a:defRPr b="0" i="0" sz="3600" u="none" cap="none" strike="noStrike">
                <a:solidFill>
                  <a:schemeClr val="dk2"/>
                </a:solidFill>
                <a:latin typeface="Libre Franklin Medium"/>
                <a:ea typeface="Libre Franklin Medium"/>
                <a:cs typeface="Libre Franklin Medium"/>
                <a:sym typeface="Libre Franklin Medium"/>
              </a:defRPr>
            </a:lvl6pPr>
            <a:lvl7pPr lvl="6" marR="0" rtl="0" algn="l">
              <a:spcBef>
                <a:spcPts val="0"/>
              </a:spcBef>
              <a:spcAft>
                <a:spcPts val="0"/>
              </a:spcAft>
              <a:buSzPts val="1400"/>
              <a:buNone/>
              <a:defRPr b="0" i="0" sz="3600" u="none" cap="none" strike="noStrike">
                <a:solidFill>
                  <a:schemeClr val="dk2"/>
                </a:solidFill>
                <a:latin typeface="Libre Franklin Medium"/>
                <a:ea typeface="Libre Franklin Medium"/>
                <a:cs typeface="Libre Franklin Medium"/>
                <a:sym typeface="Libre Franklin Medium"/>
              </a:defRPr>
            </a:lvl7pPr>
            <a:lvl8pPr lvl="7" marR="0" rtl="0" algn="l">
              <a:spcBef>
                <a:spcPts val="0"/>
              </a:spcBef>
              <a:spcAft>
                <a:spcPts val="0"/>
              </a:spcAft>
              <a:buSzPts val="1400"/>
              <a:buNone/>
              <a:defRPr b="0" i="0" sz="3600" u="none" cap="none" strike="noStrike">
                <a:solidFill>
                  <a:schemeClr val="dk2"/>
                </a:solidFill>
                <a:latin typeface="Libre Franklin Medium"/>
                <a:ea typeface="Libre Franklin Medium"/>
                <a:cs typeface="Libre Franklin Medium"/>
                <a:sym typeface="Libre Franklin Medium"/>
              </a:defRPr>
            </a:lvl8pPr>
            <a:lvl9pPr lvl="8" marR="0" rtl="0" algn="l">
              <a:spcBef>
                <a:spcPts val="0"/>
              </a:spcBef>
              <a:spcAft>
                <a:spcPts val="0"/>
              </a:spcAft>
              <a:buSzPts val="1400"/>
              <a:buNone/>
              <a:defRPr b="0" i="0" sz="3600" u="none" cap="none" strike="noStrike">
                <a:solidFill>
                  <a:schemeClr val="dk2"/>
                </a:solidFill>
                <a:latin typeface="Libre Franklin Medium"/>
                <a:ea typeface="Libre Franklin Medium"/>
                <a:cs typeface="Libre Franklin Medium"/>
                <a:sym typeface="Libre Franklin Medium"/>
              </a:defRPr>
            </a:lvl9pPr>
          </a:lstStyle>
          <a:p/>
        </p:txBody>
      </p:sp>
      <p:sp>
        <p:nvSpPr>
          <p:cNvPr id="291" name="Google Shape;291;p43"/>
          <p:cNvSpPr txBox="1"/>
          <p:nvPr>
            <p:ph idx="10" type="dt"/>
          </p:nvPr>
        </p:nvSpPr>
        <p:spPr>
          <a:xfrm>
            <a:off x="6477000" y="76200"/>
            <a:ext cx="2514600" cy="2889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92" name="Google Shape;292;p43"/>
          <p:cNvSpPr txBox="1"/>
          <p:nvPr>
            <p:ph idx="11" type="ftr"/>
          </p:nvPr>
        </p:nvSpPr>
        <p:spPr>
          <a:xfrm>
            <a:off x="3581400" y="76200"/>
            <a:ext cx="2895600" cy="2889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93" name="Google Shape;293;p43"/>
          <p:cNvSpPr txBox="1"/>
          <p:nvPr>
            <p:ph idx="12" type="sldNum"/>
          </p:nvPr>
        </p:nvSpPr>
        <p:spPr>
          <a:xfrm>
            <a:off x="8229600" y="6473825"/>
            <a:ext cx="758825" cy="24765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D38E27"/>
              </a:buClr>
              <a:buSzPts val="1200"/>
              <a:buFont typeface="Times New Roman"/>
              <a:buNone/>
              <a:defRPr b="0" i="0" sz="1200" u="none">
                <a:solidFill>
                  <a:srgbClr val="D38E27"/>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5" r:id="rId2"/>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0" name="Shape 300"/>
        <p:cNvGrpSpPr/>
        <p:nvPr/>
      </p:nvGrpSpPr>
      <p:grpSpPr>
        <a:xfrm>
          <a:off x="0" y="0"/>
          <a:ext cx="0" cy="0"/>
          <a:chOff x="0" y="0"/>
          <a:chExt cx="0" cy="0"/>
        </a:xfrm>
      </p:grpSpPr>
      <p:sp>
        <p:nvSpPr>
          <p:cNvPr id="301" name="Google Shape;301;p45"/>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302" name="Google Shape;302;p45"/>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70"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8"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A5AB81"/>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D8B25C"/>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303" name="Google Shape;303;p45"/>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04" name="Google Shape;304;p45"/>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05" name="Google Shape;305;p45"/>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6" name="Google Shape;306;p45"/>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7" name="Google Shape;307;p45"/>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08" name="Google Shape;308;p45"/>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6" r:id="rId1"/>
    <p:sldLayoutId id="2147483687" r:id="rId2"/>
    <p:sldLayoutId id="2147483688" r:id="rId3"/>
    <p:sldLayoutId id="2147483689" r:id="rId4"/>
    <p:sldLayoutId id="2147483690" r:id="rId5"/>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0" name="Shape 340"/>
        <p:cNvGrpSpPr/>
        <p:nvPr/>
      </p:nvGrpSpPr>
      <p:grpSpPr>
        <a:xfrm>
          <a:off x="0" y="0"/>
          <a:ext cx="0" cy="0"/>
          <a:chOff x="0" y="0"/>
          <a:chExt cx="0" cy="0"/>
        </a:xfrm>
      </p:grpSpPr>
      <p:sp>
        <p:nvSpPr>
          <p:cNvPr id="341" name="Google Shape;341;p51"/>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342" name="Google Shape;342;p51"/>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70"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8"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A5AB81"/>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D8B25C"/>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343" name="Google Shape;343;p51"/>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44" name="Google Shape;344;p51"/>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45" name="Google Shape;345;p51"/>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6" name="Google Shape;346;p51"/>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7" name="Google Shape;347;p51"/>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48" name="Google Shape;348;p51"/>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1" r:id="rId1"/>
    <p:sldLayoutId id="2147483692" r:id="rId2"/>
    <p:sldLayoutId id="2147483693" r:id="rId3"/>
    <p:sldLayoutId id="2147483694" r:id="rId4"/>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73" name="Shape 373"/>
        <p:cNvGrpSpPr/>
        <p:nvPr/>
      </p:nvGrpSpPr>
      <p:grpSpPr>
        <a:xfrm>
          <a:off x="0" y="0"/>
          <a:ext cx="0" cy="0"/>
          <a:chOff x="0" y="0"/>
          <a:chExt cx="0" cy="0"/>
        </a:xfrm>
      </p:grpSpPr>
      <p:sp>
        <p:nvSpPr>
          <p:cNvPr id="374" name="Google Shape;374;p56"/>
          <p:cNvSpPr/>
          <p:nvPr/>
        </p:nvSpPr>
        <p:spPr>
          <a:xfrm>
            <a:off x="304800" y="328612"/>
            <a:ext cx="8532812" cy="6197600"/>
          </a:xfrm>
          <a:prstGeom prst="roundRect">
            <a:avLst>
              <a:gd fmla="val 449" name="adj"/>
            </a:avLst>
          </a:prstGeom>
          <a:gradFill>
            <a:gsLst>
              <a:gs pos="0">
                <a:srgbClr val="FFFFFF"/>
              </a:gs>
              <a:gs pos="97999">
                <a:srgbClr val="FFFFFF"/>
              </a:gs>
              <a:gs pos="99055">
                <a:srgbClr val="F7F7F7"/>
              </a:gs>
              <a:gs pos="100000">
                <a:srgbClr val="DADADA"/>
              </a:gs>
            </a:gsLst>
            <a:lin ang="5400000" scaled="0"/>
          </a:gradFill>
          <a:ln cap="rnd" cmpd="sng" w="9525">
            <a:solidFill>
              <a:srgbClr val="A4A3A3"/>
            </a:solidFill>
            <a:prstDash val="solid"/>
            <a:miter lim="800000"/>
            <a:headEnd len="sm" w="sm" type="none"/>
            <a:tailEnd len="sm" w="sm" type="none"/>
          </a:ln>
          <a:effectLst>
            <a:outerShdw blurRad="63500" dir="5400000" dist="50800">
              <a:srgbClr val="000000">
                <a:alpha val="24706"/>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375" name="Google Shape;375;p56"/>
          <p:cNvSpPr/>
          <p:nvPr/>
        </p:nvSpPr>
        <p:spPr>
          <a:xfrm>
            <a:off x="418596" y="434162"/>
            <a:ext cx="8306809" cy="5486400"/>
          </a:xfrm>
          <a:prstGeom prst="roundRect">
            <a:avLst>
              <a:gd fmla="val 2127" name="adj"/>
            </a:avLst>
          </a:prstGeom>
          <a:gradFill>
            <a:gsLst>
              <a:gs pos="0">
                <a:schemeClr val="lt1"/>
              </a:gs>
              <a:gs pos="55000">
                <a:srgbClr val="DFDFDF"/>
              </a:gs>
              <a:gs pos="100000">
                <a:srgbClr val="9E9E9E"/>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imes New Roman"/>
              <a:buNone/>
            </a:pPr>
            <a:r>
              <a:t/>
            </a:r>
            <a:endParaRPr b="0" i="0" sz="2400" u="none" cap="none" strike="noStrike">
              <a:solidFill>
                <a:schemeClr val="lt1"/>
              </a:solidFill>
              <a:latin typeface="Verdana"/>
              <a:ea typeface="Verdana"/>
              <a:cs typeface="Verdana"/>
              <a:sym typeface="Verdana"/>
            </a:endParaRPr>
          </a:p>
        </p:txBody>
      </p:sp>
      <p:sp>
        <p:nvSpPr>
          <p:cNvPr id="376" name="Google Shape;376;p56"/>
          <p:cNvSpPr txBox="1"/>
          <p:nvPr>
            <p:ph type="title"/>
          </p:nvPr>
        </p:nvSpPr>
        <p:spPr>
          <a:xfrm>
            <a:off x="503237" y="4986337"/>
            <a:ext cx="8183562" cy="105092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1pPr>
            <a:lvl2pPr lvl="1"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2pPr>
            <a:lvl3pPr lvl="2"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3pPr>
            <a:lvl4pPr lvl="3"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4pPr>
            <a:lvl5pPr lvl="4"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5pPr>
            <a:lvl6pPr lvl="5"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6pPr>
            <a:lvl7pPr lvl="6"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7pPr>
            <a:lvl8pPr lvl="7"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8pPr>
            <a:lvl9pPr lvl="8" marR="0" rtl="0" algn="l">
              <a:spcBef>
                <a:spcPts val="0"/>
              </a:spcBef>
              <a:spcAft>
                <a:spcPts val="0"/>
              </a:spcAft>
              <a:buSzPts val="1400"/>
              <a:buNone/>
              <a:defRPr b="1" i="0" sz="3600" u="none" cap="none" strike="noStrike">
                <a:solidFill>
                  <a:srgbClr val="FF8D3E"/>
                </a:solidFill>
                <a:latin typeface="Verdana"/>
                <a:ea typeface="Verdana"/>
                <a:cs typeface="Verdana"/>
                <a:sym typeface="Verdana"/>
              </a:defRPr>
            </a:lvl9pPr>
          </a:lstStyle>
          <a:p/>
        </p:txBody>
      </p:sp>
      <p:sp>
        <p:nvSpPr>
          <p:cNvPr id="377" name="Google Shape;377;p56"/>
          <p:cNvSpPr txBox="1"/>
          <p:nvPr>
            <p:ph idx="1" type="body"/>
          </p:nvPr>
        </p:nvSpPr>
        <p:spPr>
          <a:xfrm>
            <a:off x="503237" y="530225"/>
            <a:ext cx="8183562" cy="4187825"/>
          </a:xfrm>
          <a:prstGeom prst="rect">
            <a:avLst/>
          </a:prstGeom>
          <a:noFill/>
          <a:ln>
            <a:noFill/>
          </a:ln>
        </p:spPr>
        <p:txBody>
          <a:bodyPr anchorCtr="0" anchor="t" bIns="45700" lIns="182875" spcFirstLastPara="1" rIns="91425" wrap="square" tIns="91425">
            <a:noAutofit/>
          </a:bodyPr>
          <a:lstStyle>
            <a:lvl1pPr indent="-370840" lvl="0" marL="457200" marR="0" rtl="0" algn="l">
              <a:spcBef>
                <a:spcPts val="250"/>
              </a:spcBef>
              <a:spcAft>
                <a:spcPts val="0"/>
              </a:spcAft>
              <a:buClr>
                <a:schemeClr val="accent1"/>
              </a:buClr>
              <a:buSzPts val="2240"/>
              <a:buFont typeface="Noto Sans Symbols"/>
              <a:buChar char="⚫"/>
              <a:defRPr b="0" i="0" sz="2800" u="none" cap="none" strike="noStrike">
                <a:solidFill>
                  <a:schemeClr val="dk1"/>
                </a:solidFill>
                <a:latin typeface="Verdana"/>
                <a:ea typeface="Verdana"/>
                <a:cs typeface="Verdana"/>
                <a:sym typeface="Verdana"/>
              </a:defRPr>
            </a:lvl1pPr>
            <a:lvl2pPr indent="-381000" lvl="1" marL="914400" marR="0" rtl="0" algn="l">
              <a:spcBef>
                <a:spcPts val="250"/>
              </a:spcBef>
              <a:spcAft>
                <a:spcPts val="0"/>
              </a:spcAft>
              <a:buClr>
                <a:schemeClr val="accent1"/>
              </a:buClr>
              <a:buSzPts val="2400"/>
              <a:buFont typeface="Verdana"/>
              <a:buChar char="◦"/>
              <a:defRPr b="0" i="0" sz="2400" u="none" cap="none" strike="noStrike">
                <a:solidFill>
                  <a:schemeClr val="dk1"/>
                </a:solidFill>
                <a:latin typeface="Verdana"/>
                <a:ea typeface="Verdana"/>
                <a:cs typeface="Verdana"/>
                <a:sym typeface="Verdana"/>
              </a:defRPr>
            </a:lvl2pPr>
            <a:lvl3pPr indent="-368300" lvl="2" marL="1371600" marR="0" rtl="0" algn="l">
              <a:spcBef>
                <a:spcPts val="250"/>
              </a:spcBef>
              <a:spcAft>
                <a:spcPts val="0"/>
              </a:spcAft>
              <a:buClr>
                <a:srgbClr val="ED3742"/>
              </a:buClr>
              <a:buSzPts val="2200"/>
              <a:buFont typeface="Noto Sans Symbols"/>
              <a:buChar char="●"/>
              <a:defRPr b="0" i="0" sz="2200" u="none" cap="none" strike="noStrike">
                <a:solidFill>
                  <a:schemeClr val="dk1"/>
                </a:solidFill>
                <a:latin typeface="Verdana"/>
                <a:ea typeface="Verdana"/>
                <a:cs typeface="Verdana"/>
                <a:sym typeface="Verdana"/>
              </a:defRPr>
            </a:lvl3pPr>
            <a:lvl4pPr indent="-363728" lvl="3" marL="1828800" marR="0" rtl="0" algn="l">
              <a:spcBef>
                <a:spcPts val="225"/>
              </a:spcBef>
              <a:spcAft>
                <a:spcPts val="0"/>
              </a:spcAft>
              <a:buClr>
                <a:srgbClr val="ED3742"/>
              </a:buClr>
              <a:buSzPts val="2128"/>
              <a:buFont typeface="Verdana"/>
              <a:buChar char="◦"/>
              <a:defRPr b="0" i="0" sz="1900" u="none" cap="none" strike="noStrike">
                <a:solidFill>
                  <a:schemeClr val="dk1"/>
                </a:solidFill>
                <a:latin typeface="Verdana"/>
                <a:ea typeface="Verdana"/>
                <a:cs typeface="Verdana"/>
                <a:sym typeface="Verdana"/>
              </a:defRPr>
            </a:lvl4pPr>
            <a:lvl5pPr indent="-342900" lvl="4" marL="2286000" marR="0" rtl="0" algn="l">
              <a:spcBef>
                <a:spcPts val="250"/>
              </a:spcBef>
              <a:spcAft>
                <a:spcPts val="0"/>
              </a:spcAft>
              <a:buClr>
                <a:srgbClr val="4A85BF"/>
              </a:buClr>
              <a:buSzPts val="1800"/>
              <a:buFont typeface="Noto Sans Symbols"/>
              <a:buChar char="●"/>
              <a:defRPr b="0" i="0" sz="1800" u="none" cap="none" strike="noStrike">
                <a:solidFill>
                  <a:schemeClr val="dk1"/>
                </a:solidFill>
                <a:latin typeface="Verdana"/>
                <a:ea typeface="Verdana"/>
                <a:cs typeface="Verdana"/>
                <a:sym typeface="Verdana"/>
              </a:defRPr>
            </a:lvl5pPr>
            <a:lvl6pPr indent="-336550" lvl="5" marL="2743200" marR="0" rtl="0" algn="l">
              <a:spcBef>
                <a:spcPts val="250"/>
              </a:spcBef>
              <a:spcAft>
                <a:spcPts val="0"/>
              </a:spcAft>
              <a:buClr>
                <a:srgbClr val="4882BE"/>
              </a:buClr>
              <a:buSzPts val="1700"/>
              <a:buFont typeface="Verdana"/>
              <a:buChar char="◦"/>
              <a:defRPr b="0" i="0" sz="1700" u="none" cap="none" strike="noStrike">
                <a:solidFill>
                  <a:schemeClr val="dk1"/>
                </a:solidFill>
                <a:latin typeface="Verdana"/>
                <a:ea typeface="Verdana"/>
                <a:cs typeface="Verdana"/>
                <a:sym typeface="Verdana"/>
              </a:defRPr>
            </a:lvl6pPr>
            <a:lvl7pPr indent="-323850" lvl="6" marL="3200400"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7pPr>
            <a:lvl8pPr indent="-323850" lvl="7" marL="3657600" marR="0" rtl="0" algn="l">
              <a:spcBef>
                <a:spcPts val="257"/>
              </a:spcBef>
              <a:spcAft>
                <a:spcPts val="0"/>
              </a:spcAft>
              <a:buClr>
                <a:srgbClr val="4882BE"/>
              </a:buClr>
              <a:buSzPts val="1500"/>
              <a:buFont typeface="Verdana"/>
              <a:buChar char="◦"/>
              <a:defRPr b="0" i="0" sz="1500" u="none" cap="none" strike="noStrike">
                <a:solidFill>
                  <a:schemeClr val="dk1"/>
                </a:solidFill>
                <a:latin typeface="Verdana"/>
                <a:ea typeface="Verdana"/>
                <a:cs typeface="Verdana"/>
                <a:sym typeface="Verdana"/>
              </a:defRPr>
            </a:lvl8pPr>
            <a:lvl9pPr indent="-323850" lvl="8" marL="4114800" marR="0" rtl="0" algn="l">
              <a:spcBef>
                <a:spcPts val="255"/>
              </a:spcBef>
              <a:spcAft>
                <a:spcPts val="0"/>
              </a:spcAft>
              <a:buClr>
                <a:srgbClr val="4882BE"/>
              </a:buClr>
              <a:buSzPts val="1500"/>
              <a:buFont typeface="Noto Sans Symbols"/>
              <a:buChar char="●"/>
              <a:defRPr b="0" i="0" sz="1500" u="none" cap="none" strike="noStrike">
                <a:solidFill>
                  <a:schemeClr val="dk1"/>
                </a:solidFill>
                <a:latin typeface="Verdana"/>
                <a:ea typeface="Verdana"/>
                <a:cs typeface="Verdana"/>
                <a:sym typeface="Verdana"/>
              </a:defRPr>
            </a:lvl9pPr>
          </a:lstStyle>
          <a:p/>
        </p:txBody>
      </p:sp>
      <p:sp>
        <p:nvSpPr>
          <p:cNvPr id="378" name="Google Shape;378;p56"/>
          <p:cNvSpPr txBox="1"/>
          <p:nvPr>
            <p:ph idx="10" type="dt"/>
          </p:nvPr>
        </p:nvSpPr>
        <p:spPr>
          <a:xfrm>
            <a:off x="3776662" y="6111875"/>
            <a:ext cx="2286000"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79" name="Google Shape;379;p56"/>
          <p:cNvSpPr txBox="1"/>
          <p:nvPr>
            <p:ph idx="11" type="ftr"/>
          </p:nvPr>
        </p:nvSpPr>
        <p:spPr>
          <a:xfrm>
            <a:off x="6062662" y="6111875"/>
            <a:ext cx="2286000"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80" name="Google Shape;380;p56"/>
          <p:cNvSpPr txBox="1"/>
          <p:nvPr>
            <p:ph idx="12" type="sldNum"/>
          </p:nvPr>
        </p:nvSpPr>
        <p:spPr>
          <a:xfrm>
            <a:off x="8348662" y="6111875"/>
            <a:ext cx="457200" cy="365125"/>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A7A399"/>
              </a:buClr>
              <a:buSzPts val="1000"/>
              <a:buFont typeface="Times New Roman"/>
              <a:buNone/>
              <a:defRPr b="0" i="0" sz="1000" u="none">
                <a:solidFill>
                  <a:srgbClr val="A7A39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4" name="Shape 434"/>
        <p:cNvGrpSpPr/>
        <p:nvPr/>
      </p:nvGrpSpPr>
      <p:grpSpPr>
        <a:xfrm>
          <a:off x="0" y="0"/>
          <a:ext cx="0" cy="0"/>
          <a:chOff x="0" y="0"/>
          <a:chExt cx="0" cy="0"/>
        </a:xfrm>
      </p:grpSpPr>
      <p:sp>
        <p:nvSpPr>
          <p:cNvPr id="435" name="Google Shape;435;p65"/>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436" name="Google Shape;436;p65"/>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70"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8"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A5AB81"/>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D8B25C"/>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437" name="Google Shape;437;p65"/>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38" name="Google Shape;438;p65"/>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39" name="Google Shape;439;p65"/>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0" name="Google Shape;440;p65"/>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1" name="Google Shape;441;p65"/>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42" name="Google Shape;442;p65"/>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3" r:id="rId1"/>
    <p:sldLayoutId id="2147483704" r:id="rId2"/>
    <p:sldLayoutId id="2147483705" r:id="rId3"/>
    <p:sldLayoutId id="2147483706" r:id="rId4"/>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7" name="Shape 467"/>
        <p:cNvGrpSpPr/>
        <p:nvPr/>
      </p:nvGrpSpPr>
      <p:grpSpPr>
        <a:xfrm>
          <a:off x="0" y="0"/>
          <a:ext cx="0" cy="0"/>
          <a:chOff x="0" y="0"/>
          <a:chExt cx="0" cy="0"/>
        </a:xfrm>
      </p:grpSpPr>
      <p:sp>
        <p:nvSpPr>
          <p:cNvPr id="468" name="Google Shape;468;p70"/>
          <p:cNvSpPr txBox="1"/>
          <p:nvPr/>
        </p:nvSpPr>
        <p:spPr>
          <a:xfrm>
            <a:off x="0" y="366712"/>
            <a:ext cx="9144000" cy="84137"/>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69" name="Google Shape;469;p70"/>
          <p:cNvSpPr txBox="1"/>
          <p:nvPr/>
        </p:nvSpPr>
        <p:spPr>
          <a:xfrm>
            <a:off x="0" y="0"/>
            <a:ext cx="9144000" cy="3111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0" name="Google Shape;470;p70"/>
          <p:cNvSpPr txBox="1"/>
          <p:nvPr/>
        </p:nvSpPr>
        <p:spPr>
          <a:xfrm>
            <a:off x="0" y="307975"/>
            <a:ext cx="9144000" cy="9207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1" name="Google Shape;471;p70"/>
          <p:cNvSpPr txBox="1"/>
          <p:nvPr/>
        </p:nvSpPr>
        <p:spPr>
          <a:xfrm flipH="1" rot="10800000">
            <a:off x="5410200" y="360362"/>
            <a:ext cx="3733800" cy="904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2" name="Google Shape;472;p70"/>
          <p:cNvSpPr txBox="1"/>
          <p:nvPr/>
        </p:nvSpPr>
        <p:spPr>
          <a:xfrm flipH="1" rot="10800000">
            <a:off x="5410200" y="439737"/>
            <a:ext cx="3733800" cy="180975"/>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3" name="Google Shape;473;p70"/>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4" name="Google Shape;474;p70"/>
          <p:cNvSpPr/>
          <p:nvPr/>
        </p:nvSpPr>
        <p:spPr>
          <a:xfrm>
            <a:off x="7373937" y="588962"/>
            <a:ext cx="1600200" cy="3651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5" name="Google Shape;475;p70"/>
          <p:cNvSpPr txBox="1"/>
          <p:nvPr/>
        </p:nvSpPr>
        <p:spPr>
          <a:xfrm>
            <a:off x="9085262" y="-1587"/>
            <a:ext cx="57150"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6" name="Google Shape;476;p70"/>
          <p:cNvSpPr txBox="1"/>
          <p:nvPr/>
        </p:nvSpPr>
        <p:spPr>
          <a:xfrm>
            <a:off x="9043987" y="-1587"/>
            <a:ext cx="2857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7" name="Google Shape;477;p70"/>
          <p:cNvSpPr txBox="1"/>
          <p:nvPr/>
        </p:nvSpPr>
        <p:spPr>
          <a:xfrm>
            <a:off x="9024937" y="-1587"/>
            <a:ext cx="952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8" name="Google Shape;478;p70"/>
          <p:cNvSpPr txBox="1"/>
          <p:nvPr/>
        </p:nvSpPr>
        <p:spPr>
          <a:xfrm>
            <a:off x="8975725" y="-1587"/>
            <a:ext cx="26987"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79" name="Google Shape;479;p70"/>
          <p:cNvSpPr txBox="1"/>
          <p:nvPr/>
        </p:nvSpPr>
        <p:spPr>
          <a:xfrm>
            <a:off x="8915400" y="0"/>
            <a:ext cx="55562"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0" name="Google Shape;480;p70"/>
          <p:cNvSpPr txBox="1"/>
          <p:nvPr/>
        </p:nvSpPr>
        <p:spPr>
          <a:xfrm>
            <a:off x="8874125" y="0"/>
            <a:ext cx="7937"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481" name="Google Shape;481;p70"/>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1pPr>
            <a:lvl2pPr lvl="1"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2pPr>
            <a:lvl3pPr lvl="2"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3pPr>
            <a:lvl4pPr lvl="3"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4pPr>
            <a:lvl5pPr lvl="4"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5pPr>
            <a:lvl6pPr lvl="5"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6pPr>
            <a:lvl7pPr lvl="6"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7pPr>
            <a:lvl8pPr lvl="7"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8pPr>
            <a:lvl9pPr lvl="8"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9pPr>
          </a:lstStyle>
          <a:p/>
        </p:txBody>
      </p:sp>
      <p:sp>
        <p:nvSpPr>
          <p:cNvPr id="482" name="Google Shape;482;p70"/>
          <p:cNvSpPr txBox="1"/>
          <p:nvPr>
            <p:ph idx="1" type="body"/>
          </p:nvPr>
        </p:nvSpPr>
        <p:spPr>
          <a:xfrm>
            <a:off x="457200" y="2249487"/>
            <a:ext cx="8229600" cy="432435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A04DA3"/>
              </a:buClr>
              <a:buSzPts val="2800"/>
              <a:buFont typeface="Georgia"/>
              <a:buChar char="•"/>
              <a:defRPr b="0" i="0" sz="2800" u="none" cap="none" strike="noStrike">
                <a:solidFill>
                  <a:schemeClr val="dk1"/>
                </a:solidFill>
                <a:latin typeface="Georgia"/>
                <a:ea typeface="Georgia"/>
                <a:cs typeface="Georgia"/>
                <a:sym typeface="Georgia"/>
              </a:defRPr>
            </a:lvl1pPr>
            <a:lvl2pPr indent="-393700" lvl="1" marL="914400"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indent="-381000" lvl="2" marL="1371600"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indent="-368300" lvl="3" marL="1828800"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indent="-355600" lvl="4" marL="2286000" marR="0" rtl="0" algn="l">
              <a:spcBef>
                <a:spcPts val="300"/>
              </a:spcBef>
              <a:spcAft>
                <a:spcPts val="0"/>
              </a:spcAft>
              <a:buClr>
                <a:srgbClr val="A04DA3"/>
              </a:buClr>
              <a:buSzPts val="2000"/>
              <a:buFont typeface="Georgia"/>
              <a:buChar char="▫"/>
              <a:defRPr b="0" i="0" sz="2000" u="none" cap="none" strike="noStrike">
                <a:solidFill>
                  <a:srgbClr val="A04DA3"/>
                </a:solidFill>
                <a:latin typeface="Georgia"/>
                <a:ea typeface="Georgia"/>
                <a:cs typeface="Georgia"/>
                <a:sym typeface="Georgia"/>
              </a:defRPr>
            </a:lvl5pPr>
            <a:lvl6pPr indent="-342900" lvl="5" marL="2743200"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483" name="Google Shape;483;p70"/>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84" name="Google Shape;484;p70"/>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85" name="Google Shape;485;p70"/>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2" name="Shape 542"/>
        <p:cNvGrpSpPr/>
        <p:nvPr/>
      </p:nvGrpSpPr>
      <p:grpSpPr>
        <a:xfrm>
          <a:off x="0" y="0"/>
          <a:ext cx="0" cy="0"/>
          <a:chOff x="0" y="0"/>
          <a:chExt cx="0" cy="0"/>
        </a:xfrm>
      </p:grpSpPr>
      <p:sp>
        <p:nvSpPr>
          <p:cNvPr id="543" name="Google Shape;543;p80"/>
          <p:cNvSpPr txBox="1"/>
          <p:nvPr/>
        </p:nvSpPr>
        <p:spPr>
          <a:xfrm>
            <a:off x="0" y="366712"/>
            <a:ext cx="9144000" cy="84137"/>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4" name="Google Shape;544;p80"/>
          <p:cNvSpPr txBox="1"/>
          <p:nvPr/>
        </p:nvSpPr>
        <p:spPr>
          <a:xfrm>
            <a:off x="0" y="0"/>
            <a:ext cx="9144000" cy="3111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5" name="Google Shape;545;p80"/>
          <p:cNvSpPr txBox="1"/>
          <p:nvPr/>
        </p:nvSpPr>
        <p:spPr>
          <a:xfrm>
            <a:off x="0" y="307975"/>
            <a:ext cx="9144000" cy="9207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6" name="Google Shape;546;p80"/>
          <p:cNvSpPr txBox="1"/>
          <p:nvPr/>
        </p:nvSpPr>
        <p:spPr>
          <a:xfrm flipH="1" rot="10800000">
            <a:off x="5410200" y="360362"/>
            <a:ext cx="3733800" cy="904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7" name="Google Shape;547;p80"/>
          <p:cNvSpPr txBox="1"/>
          <p:nvPr/>
        </p:nvSpPr>
        <p:spPr>
          <a:xfrm flipH="1" rot="10800000">
            <a:off x="5410200" y="439737"/>
            <a:ext cx="3733800" cy="180975"/>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8" name="Google Shape;548;p80"/>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49" name="Google Shape;549;p80"/>
          <p:cNvSpPr/>
          <p:nvPr/>
        </p:nvSpPr>
        <p:spPr>
          <a:xfrm>
            <a:off x="7373937" y="588962"/>
            <a:ext cx="1600200" cy="3651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0" name="Google Shape;550;p80"/>
          <p:cNvSpPr txBox="1"/>
          <p:nvPr/>
        </p:nvSpPr>
        <p:spPr>
          <a:xfrm>
            <a:off x="9085262" y="-1587"/>
            <a:ext cx="57150"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1" name="Google Shape;551;p80"/>
          <p:cNvSpPr txBox="1"/>
          <p:nvPr/>
        </p:nvSpPr>
        <p:spPr>
          <a:xfrm>
            <a:off x="9043987" y="-1587"/>
            <a:ext cx="2857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2" name="Google Shape;552;p80"/>
          <p:cNvSpPr txBox="1"/>
          <p:nvPr/>
        </p:nvSpPr>
        <p:spPr>
          <a:xfrm>
            <a:off x="9024937" y="-1587"/>
            <a:ext cx="952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3" name="Google Shape;553;p80"/>
          <p:cNvSpPr txBox="1"/>
          <p:nvPr/>
        </p:nvSpPr>
        <p:spPr>
          <a:xfrm>
            <a:off x="8975725" y="-1587"/>
            <a:ext cx="26987"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4" name="Google Shape;554;p80"/>
          <p:cNvSpPr txBox="1"/>
          <p:nvPr/>
        </p:nvSpPr>
        <p:spPr>
          <a:xfrm>
            <a:off x="8915400" y="0"/>
            <a:ext cx="55562"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5" name="Google Shape;555;p80"/>
          <p:cNvSpPr txBox="1"/>
          <p:nvPr/>
        </p:nvSpPr>
        <p:spPr>
          <a:xfrm>
            <a:off x="8874125" y="0"/>
            <a:ext cx="7937"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56" name="Google Shape;556;p80"/>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1pPr>
            <a:lvl2pPr lvl="1"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2pPr>
            <a:lvl3pPr lvl="2"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3pPr>
            <a:lvl4pPr lvl="3"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4pPr>
            <a:lvl5pPr lvl="4"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5pPr>
            <a:lvl6pPr lvl="5"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6pPr>
            <a:lvl7pPr lvl="6"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7pPr>
            <a:lvl8pPr lvl="7"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8pPr>
            <a:lvl9pPr lvl="8"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9pPr>
          </a:lstStyle>
          <a:p/>
        </p:txBody>
      </p:sp>
      <p:sp>
        <p:nvSpPr>
          <p:cNvPr id="557" name="Google Shape;557;p80"/>
          <p:cNvSpPr txBox="1"/>
          <p:nvPr>
            <p:ph idx="1" type="body"/>
          </p:nvPr>
        </p:nvSpPr>
        <p:spPr>
          <a:xfrm>
            <a:off x="457200" y="2249487"/>
            <a:ext cx="8229600" cy="432435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A04DA3"/>
              </a:buClr>
              <a:buSzPts val="2800"/>
              <a:buFont typeface="Georgia"/>
              <a:buChar char="•"/>
              <a:defRPr b="0" i="0" sz="2800" u="none" cap="none" strike="noStrike">
                <a:solidFill>
                  <a:schemeClr val="dk1"/>
                </a:solidFill>
                <a:latin typeface="Georgia"/>
                <a:ea typeface="Georgia"/>
                <a:cs typeface="Georgia"/>
                <a:sym typeface="Georgia"/>
              </a:defRPr>
            </a:lvl1pPr>
            <a:lvl2pPr indent="-393700" lvl="1" marL="914400"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indent="-381000" lvl="2" marL="1371600"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indent="-368300" lvl="3" marL="1828800"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indent="-355600" lvl="4" marL="2286000" marR="0" rtl="0" algn="l">
              <a:spcBef>
                <a:spcPts val="300"/>
              </a:spcBef>
              <a:spcAft>
                <a:spcPts val="0"/>
              </a:spcAft>
              <a:buClr>
                <a:srgbClr val="A04DA3"/>
              </a:buClr>
              <a:buSzPts val="2000"/>
              <a:buFont typeface="Georgia"/>
              <a:buChar char="▫"/>
              <a:defRPr b="0" i="0" sz="2000" u="none" cap="none" strike="noStrike">
                <a:solidFill>
                  <a:srgbClr val="A04DA3"/>
                </a:solidFill>
                <a:latin typeface="Georgia"/>
                <a:ea typeface="Georgia"/>
                <a:cs typeface="Georgia"/>
                <a:sym typeface="Georgia"/>
              </a:defRPr>
            </a:lvl5pPr>
            <a:lvl6pPr indent="-342900" lvl="5" marL="2743200"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558" name="Google Shape;558;p80"/>
          <p:cNvSpPr txBox="1"/>
          <p:nvPr>
            <p:ph idx="10" type="dt"/>
          </p:nvPr>
        </p:nvSpPr>
        <p:spPr>
          <a:xfrm>
            <a:off x="6583362"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59" name="Google Shape;559;p80"/>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60" name="Google Shape;560;p80"/>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16" r:id="rId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66" name="Shape 566"/>
        <p:cNvGrpSpPr/>
        <p:nvPr/>
      </p:nvGrpSpPr>
      <p:grpSpPr>
        <a:xfrm>
          <a:off x="0" y="0"/>
          <a:ext cx="0" cy="0"/>
          <a:chOff x="0" y="0"/>
          <a:chExt cx="0" cy="0"/>
        </a:xfrm>
      </p:grpSpPr>
      <p:sp>
        <p:nvSpPr>
          <p:cNvPr id="567" name="Google Shape;567;p82"/>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BF7825">
                  <a:alpha val="44706"/>
                </a:srgbClr>
              </a:gs>
              <a:gs pos="100000">
                <a:srgbClr val="FFC400">
                  <a:alpha val="54902"/>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8" name="Google Shape;568;p82"/>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BF9506"/>
              </a:gs>
              <a:gs pos="80000">
                <a:srgbClr val="F4921F"/>
              </a:gs>
              <a:gs pos="100000">
                <a:srgbClr val="F4921F"/>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569" name="Google Shape;569;p8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570" name="Google Shape;570;p82"/>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E7BC29"/>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5"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E7BC29"/>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D092A7"/>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40"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80"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571" name="Google Shape;571;p8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72" name="Google Shape;572;p8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73" name="Google Shape;573;p8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404924"/>
              </a:buClr>
              <a:buSzPts val="1200"/>
              <a:buFont typeface="Times New Roman"/>
              <a:buNone/>
              <a:defRPr b="0" i="0" sz="1200" u="none">
                <a:solidFill>
                  <a:srgbClr val="40492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grpSp>
        <p:nvGrpSpPr>
          <p:cNvPr id="574" name="Google Shape;574;p82"/>
          <p:cNvGrpSpPr/>
          <p:nvPr/>
        </p:nvGrpSpPr>
        <p:grpSpPr>
          <a:xfrm>
            <a:off x="-29327" y="-14808"/>
            <a:ext cx="9198219" cy="1083716"/>
            <a:chOff x="-29322" y="-1971"/>
            <a:chExt cx="9198255" cy="1086266"/>
          </a:xfrm>
        </p:grpSpPr>
        <p:sp>
          <p:nvSpPr>
            <p:cNvPr id="575" name="Google Shape;575;p82"/>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CAA42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576" name="Google Shape;576;p82"/>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chemeClr val="dk1"/>
                </a:solidFill>
                <a:latin typeface="Times New Roman"/>
                <a:ea typeface="Times New Roman"/>
                <a:cs typeface="Times New Roman"/>
                <a:sym typeface="Times New Roman"/>
              </a:endParaRPr>
            </a:p>
          </p:txBody>
        </p:sp>
      </p:grpSp>
    </p:spTree>
  </p:cSld>
  <p:clrMap accent1="accent1" accent2="accent2" accent3="accent3" accent4="accent4" accent5="accent5" accent6="accent6" bg1="lt1" bg2="dk2" tx1="dk1" tx2="lt2" folHlink="folHlink" hlink="hlink"/>
  <p:sldLayoutIdLst>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34" name="Shape 634"/>
        <p:cNvGrpSpPr/>
        <p:nvPr/>
      </p:nvGrpSpPr>
      <p:grpSpPr>
        <a:xfrm>
          <a:off x="0" y="0"/>
          <a:ext cx="0" cy="0"/>
          <a:chOff x="0" y="0"/>
          <a:chExt cx="0" cy="0"/>
        </a:xfrm>
      </p:grpSpPr>
      <p:sp>
        <p:nvSpPr>
          <p:cNvPr id="635" name="Google Shape;635;p92"/>
          <p:cNvSpPr txBox="1"/>
          <p:nvPr/>
        </p:nvSpPr>
        <p:spPr>
          <a:xfrm>
            <a:off x="0" y="366712"/>
            <a:ext cx="9144000" cy="84137"/>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6" name="Google Shape;636;p92"/>
          <p:cNvSpPr txBox="1"/>
          <p:nvPr/>
        </p:nvSpPr>
        <p:spPr>
          <a:xfrm>
            <a:off x="0" y="0"/>
            <a:ext cx="9144000" cy="3111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7" name="Google Shape;637;p92"/>
          <p:cNvSpPr txBox="1"/>
          <p:nvPr/>
        </p:nvSpPr>
        <p:spPr>
          <a:xfrm>
            <a:off x="0" y="307975"/>
            <a:ext cx="9144000" cy="9207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8" name="Google Shape;638;p92"/>
          <p:cNvSpPr txBox="1"/>
          <p:nvPr/>
        </p:nvSpPr>
        <p:spPr>
          <a:xfrm flipH="1" rot="10800000">
            <a:off x="5410200" y="360362"/>
            <a:ext cx="3733800" cy="904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39" name="Google Shape;639;p92"/>
          <p:cNvSpPr txBox="1"/>
          <p:nvPr/>
        </p:nvSpPr>
        <p:spPr>
          <a:xfrm flipH="1" rot="10800000">
            <a:off x="5410200" y="439737"/>
            <a:ext cx="3733800" cy="180975"/>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0" name="Google Shape;640;p92"/>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1" name="Google Shape;641;p92"/>
          <p:cNvSpPr/>
          <p:nvPr/>
        </p:nvSpPr>
        <p:spPr>
          <a:xfrm>
            <a:off x="7373937" y="588962"/>
            <a:ext cx="1600200" cy="3651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2" name="Google Shape;642;p92"/>
          <p:cNvSpPr txBox="1"/>
          <p:nvPr/>
        </p:nvSpPr>
        <p:spPr>
          <a:xfrm>
            <a:off x="9085262" y="-1587"/>
            <a:ext cx="57150"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3" name="Google Shape;643;p92"/>
          <p:cNvSpPr txBox="1"/>
          <p:nvPr/>
        </p:nvSpPr>
        <p:spPr>
          <a:xfrm>
            <a:off x="9043987" y="-1587"/>
            <a:ext cx="2857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4" name="Google Shape;644;p92"/>
          <p:cNvSpPr txBox="1"/>
          <p:nvPr/>
        </p:nvSpPr>
        <p:spPr>
          <a:xfrm>
            <a:off x="9024937" y="-1587"/>
            <a:ext cx="952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5" name="Google Shape;645;p92"/>
          <p:cNvSpPr txBox="1"/>
          <p:nvPr/>
        </p:nvSpPr>
        <p:spPr>
          <a:xfrm>
            <a:off x="8975725" y="-1587"/>
            <a:ext cx="26987"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6" name="Google Shape;646;p92"/>
          <p:cNvSpPr txBox="1"/>
          <p:nvPr/>
        </p:nvSpPr>
        <p:spPr>
          <a:xfrm>
            <a:off x="8915400" y="0"/>
            <a:ext cx="55562"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7" name="Google Shape;647;p92"/>
          <p:cNvSpPr txBox="1"/>
          <p:nvPr/>
        </p:nvSpPr>
        <p:spPr>
          <a:xfrm>
            <a:off x="8874125" y="0"/>
            <a:ext cx="7937"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48" name="Google Shape;648;p92"/>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1pPr>
            <a:lvl2pPr lvl="1"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2pPr>
            <a:lvl3pPr lvl="2"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3pPr>
            <a:lvl4pPr lvl="3"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4pPr>
            <a:lvl5pPr lvl="4"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5pPr>
            <a:lvl6pPr lvl="5"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6pPr>
            <a:lvl7pPr lvl="6"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7pPr>
            <a:lvl8pPr lvl="7"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8pPr>
            <a:lvl9pPr lvl="8"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9pPr>
          </a:lstStyle>
          <a:p/>
        </p:txBody>
      </p:sp>
      <p:sp>
        <p:nvSpPr>
          <p:cNvPr id="649" name="Google Shape;649;p92"/>
          <p:cNvSpPr txBox="1"/>
          <p:nvPr>
            <p:ph idx="1" type="body"/>
          </p:nvPr>
        </p:nvSpPr>
        <p:spPr>
          <a:xfrm>
            <a:off x="457200" y="2249487"/>
            <a:ext cx="8229600" cy="432435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FFFF00"/>
              </a:buClr>
              <a:buSzPts val="2800"/>
              <a:buFont typeface="Georgia"/>
              <a:buChar char="•"/>
              <a:defRPr b="0" i="0" sz="2800" u="none" cap="none" strike="noStrike">
                <a:solidFill>
                  <a:schemeClr val="dk1"/>
                </a:solidFill>
                <a:latin typeface="Georgia"/>
                <a:ea typeface="Georgia"/>
                <a:cs typeface="Georgia"/>
                <a:sym typeface="Georgia"/>
              </a:defRPr>
            </a:lvl1pPr>
            <a:lvl2pPr indent="-393700" lvl="1" marL="914400"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indent="-381000" lvl="2" marL="1371600"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indent="-368300" lvl="3" marL="1828800"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indent="-355600" lvl="4" marL="2286000" marR="0" rtl="0" algn="l">
              <a:spcBef>
                <a:spcPts val="300"/>
              </a:spcBef>
              <a:spcAft>
                <a:spcPts val="0"/>
              </a:spcAft>
              <a:buClr>
                <a:srgbClr val="FFFF00"/>
              </a:buClr>
              <a:buSzPts val="2000"/>
              <a:buFont typeface="Georgia"/>
              <a:buChar char="▫"/>
              <a:defRPr b="0" i="0" sz="2000" u="none" cap="none" strike="noStrike">
                <a:solidFill>
                  <a:srgbClr val="FFFF00"/>
                </a:solidFill>
                <a:latin typeface="Georgia"/>
                <a:ea typeface="Georgia"/>
                <a:cs typeface="Georgia"/>
                <a:sym typeface="Georgia"/>
              </a:defRPr>
            </a:lvl5pPr>
            <a:lvl6pPr indent="-342900" lvl="5" marL="2743200"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650" name="Google Shape;650;p92"/>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51" name="Google Shape;651;p92"/>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652" name="Google Shape;652;p92"/>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sldLayoutIdLst>
    <p:sldLayoutId id="2147483726" r:id="rId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2" name="Shape 662"/>
        <p:cNvGrpSpPr/>
        <p:nvPr/>
      </p:nvGrpSpPr>
      <p:grpSpPr>
        <a:xfrm>
          <a:off x="0" y="0"/>
          <a:ext cx="0" cy="0"/>
          <a:chOff x="0" y="0"/>
          <a:chExt cx="0" cy="0"/>
        </a:xfrm>
      </p:grpSpPr>
      <p:sp>
        <p:nvSpPr>
          <p:cNvPr id="663" name="Google Shape;663;p94"/>
          <p:cNvSpPr txBox="1"/>
          <p:nvPr/>
        </p:nvSpPr>
        <p:spPr>
          <a:xfrm>
            <a:off x="0" y="366712"/>
            <a:ext cx="9144000" cy="84137"/>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4" name="Google Shape;664;p94"/>
          <p:cNvSpPr txBox="1"/>
          <p:nvPr/>
        </p:nvSpPr>
        <p:spPr>
          <a:xfrm>
            <a:off x="0" y="0"/>
            <a:ext cx="9144000" cy="3111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5" name="Google Shape;665;p94"/>
          <p:cNvSpPr txBox="1"/>
          <p:nvPr/>
        </p:nvSpPr>
        <p:spPr>
          <a:xfrm>
            <a:off x="0" y="307975"/>
            <a:ext cx="9144000" cy="9207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6" name="Google Shape;666;p94"/>
          <p:cNvSpPr txBox="1"/>
          <p:nvPr/>
        </p:nvSpPr>
        <p:spPr>
          <a:xfrm flipH="1" rot="10800000">
            <a:off x="5410200" y="360362"/>
            <a:ext cx="3733800" cy="904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7" name="Google Shape;667;p94"/>
          <p:cNvSpPr txBox="1"/>
          <p:nvPr/>
        </p:nvSpPr>
        <p:spPr>
          <a:xfrm flipH="1" rot="10800000">
            <a:off x="5410200" y="439737"/>
            <a:ext cx="3733800" cy="180975"/>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8" name="Google Shape;668;p94"/>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69" name="Google Shape;669;p94"/>
          <p:cNvSpPr/>
          <p:nvPr/>
        </p:nvSpPr>
        <p:spPr>
          <a:xfrm>
            <a:off x="7373937" y="588962"/>
            <a:ext cx="1600200" cy="3651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0" name="Google Shape;670;p94"/>
          <p:cNvSpPr txBox="1"/>
          <p:nvPr/>
        </p:nvSpPr>
        <p:spPr>
          <a:xfrm>
            <a:off x="9085262" y="-1587"/>
            <a:ext cx="57150"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1" name="Google Shape;671;p94"/>
          <p:cNvSpPr txBox="1"/>
          <p:nvPr/>
        </p:nvSpPr>
        <p:spPr>
          <a:xfrm>
            <a:off x="9043987" y="-1587"/>
            <a:ext cx="2857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2" name="Google Shape;672;p94"/>
          <p:cNvSpPr txBox="1"/>
          <p:nvPr/>
        </p:nvSpPr>
        <p:spPr>
          <a:xfrm>
            <a:off x="9024937" y="-1587"/>
            <a:ext cx="952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3" name="Google Shape;673;p94"/>
          <p:cNvSpPr txBox="1"/>
          <p:nvPr/>
        </p:nvSpPr>
        <p:spPr>
          <a:xfrm>
            <a:off x="8975725" y="-1587"/>
            <a:ext cx="26987"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4" name="Google Shape;674;p94"/>
          <p:cNvSpPr txBox="1"/>
          <p:nvPr/>
        </p:nvSpPr>
        <p:spPr>
          <a:xfrm>
            <a:off x="8915400" y="0"/>
            <a:ext cx="55562"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5" name="Google Shape;675;p94"/>
          <p:cNvSpPr txBox="1"/>
          <p:nvPr/>
        </p:nvSpPr>
        <p:spPr>
          <a:xfrm>
            <a:off x="8874125" y="0"/>
            <a:ext cx="7937"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676" name="Google Shape;676;p94"/>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1pPr>
            <a:lvl2pPr lvl="1"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2pPr>
            <a:lvl3pPr lvl="2"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3pPr>
            <a:lvl4pPr lvl="3"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4pPr>
            <a:lvl5pPr lvl="4"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5pPr>
            <a:lvl6pPr lvl="5"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6pPr>
            <a:lvl7pPr lvl="6"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7pPr>
            <a:lvl8pPr lvl="7"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8pPr>
            <a:lvl9pPr lvl="8"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9pPr>
          </a:lstStyle>
          <a:p/>
        </p:txBody>
      </p:sp>
      <p:sp>
        <p:nvSpPr>
          <p:cNvPr id="677" name="Google Shape;677;p94"/>
          <p:cNvSpPr txBox="1"/>
          <p:nvPr>
            <p:ph idx="1" type="body"/>
          </p:nvPr>
        </p:nvSpPr>
        <p:spPr>
          <a:xfrm>
            <a:off x="457200" y="2249487"/>
            <a:ext cx="8229600" cy="432435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969696"/>
              </a:buClr>
              <a:buSzPts val="2800"/>
              <a:buFont typeface="Georgia"/>
              <a:buChar char="•"/>
              <a:defRPr b="0" i="0" sz="2800" u="none" cap="none" strike="noStrike">
                <a:solidFill>
                  <a:schemeClr val="dk1"/>
                </a:solidFill>
                <a:latin typeface="Georgia"/>
                <a:ea typeface="Georgia"/>
                <a:cs typeface="Georgia"/>
                <a:sym typeface="Georgia"/>
              </a:defRPr>
            </a:lvl1pPr>
            <a:lvl2pPr indent="-393700" lvl="1" marL="914400"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indent="-381000" lvl="2" marL="1371600"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indent="-368300" lvl="3" marL="1828800"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indent="-355600" lvl="4" marL="2286000" marR="0" rtl="0" algn="l">
              <a:spcBef>
                <a:spcPts val="300"/>
              </a:spcBef>
              <a:spcAft>
                <a:spcPts val="0"/>
              </a:spcAft>
              <a:buClr>
                <a:srgbClr val="969696"/>
              </a:buClr>
              <a:buSzPts val="2000"/>
              <a:buFont typeface="Georgia"/>
              <a:buChar char="▫"/>
              <a:defRPr b="0" i="0" sz="2000" u="none" cap="none" strike="noStrike">
                <a:solidFill>
                  <a:srgbClr val="969696"/>
                </a:solidFill>
                <a:latin typeface="Georgia"/>
                <a:ea typeface="Georgia"/>
                <a:cs typeface="Georgia"/>
                <a:sym typeface="Georgia"/>
              </a:defRPr>
            </a:lvl5pPr>
            <a:lvl6pPr indent="-342900" lvl="5" marL="2743200"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678" name="Google Shape;678;p94"/>
          <p:cNvSpPr txBox="1"/>
          <p:nvPr>
            <p:ph idx="10" type="dt"/>
          </p:nvPr>
        </p:nvSpPr>
        <p:spPr>
          <a:xfrm>
            <a:off x="6583362"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79" name="Google Shape;679;p94"/>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80" name="Google Shape;680;p94"/>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27" r:id="rId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686" name="Shape 686"/>
        <p:cNvGrpSpPr/>
        <p:nvPr/>
      </p:nvGrpSpPr>
      <p:grpSpPr>
        <a:xfrm>
          <a:off x="0" y="0"/>
          <a:ext cx="0" cy="0"/>
          <a:chOff x="0" y="0"/>
          <a:chExt cx="0" cy="0"/>
        </a:xfrm>
      </p:grpSpPr>
      <p:sp>
        <p:nvSpPr>
          <p:cNvPr id="687" name="Google Shape;687;p9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4100" u="none" cap="none" strike="noStrike">
                <a:solidFill>
                  <a:srgbClr val="FF7373"/>
                </a:solidFill>
                <a:latin typeface="Lucida Sans"/>
                <a:ea typeface="Lucida Sans"/>
                <a:cs typeface="Lucida Sans"/>
                <a:sym typeface="Lucida Sans"/>
              </a:defRPr>
            </a:lvl1pPr>
            <a:lvl2pPr lvl="1" marR="0" rtl="0" algn="ctr">
              <a:spcBef>
                <a:spcPts val="0"/>
              </a:spcBef>
              <a:spcAft>
                <a:spcPts val="0"/>
              </a:spcAft>
              <a:buSzPts val="1400"/>
              <a:buNone/>
              <a:defRPr b="1" i="0" sz="4100" u="none" cap="none" strike="noStrike">
                <a:solidFill>
                  <a:schemeClr val="lt1"/>
                </a:solidFill>
                <a:latin typeface="Lucida Sans"/>
                <a:ea typeface="Lucida Sans"/>
                <a:cs typeface="Lucida Sans"/>
                <a:sym typeface="Lucida Sans"/>
              </a:defRPr>
            </a:lvl2pPr>
            <a:lvl3pPr lvl="2" marR="0" rtl="0" algn="ctr">
              <a:spcBef>
                <a:spcPts val="0"/>
              </a:spcBef>
              <a:spcAft>
                <a:spcPts val="0"/>
              </a:spcAft>
              <a:buSzPts val="1400"/>
              <a:buNone/>
              <a:defRPr b="1" i="0" sz="4100" u="none" cap="none" strike="noStrike">
                <a:solidFill>
                  <a:schemeClr val="lt1"/>
                </a:solidFill>
                <a:latin typeface="Lucida Sans"/>
                <a:ea typeface="Lucida Sans"/>
                <a:cs typeface="Lucida Sans"/>
                <a:sym typeface="Lucida Sans"/>
              </a:defRPr>
            </a:lvl3pPr>
            <a:lvl4pPr lvl="3" marR="0" rtl="0" algn="ctr">
              <a:spcBef>
                <a:spcPts val="0"/>
              </a:spcBef>
              <a:spcAft>
                <a:spcPts val="0"/>
              </a:spcAft>
              <a:buSzPts val="1400"/>
              <a:buNone/>
              <a:defRPr b="1" i="0" sz="4100" u="none" cap="none" strike="noStrike">
                <a:solidFill>
                  <a:schemeClr val="lt1"/>
                </a:solidFill>
                <a:latin typeface="Lucida Sans"/>
                <a:ea typeface="Lucida Sans"/>
                <a:cs typeface="Lucida Sans"/>
                <a:sym typeface="Lucida Sans"/>
              </a:defRPr>
            </a:lvl4pPr>
            <a:lvl5pPr lvl="4" marR="0" rtl="0" algn="ctr">
              <a:spcBef>
                <a:spcPts val="0"/>
              </a:spcBef>
              <a:spcAft>
                <a:spcPts val="0"/>
              </a:spcAft>
              <a:buSzPts val="1400"/>
              <a:buNone/>
              <a:defRPr b="1" i="0" sz="4100" u="none" cap="none" strike="noStrike">
                <a:solidFill>
                  <a:schemeClr val="lt1"/>
                </a:solidFill>
                <a:latin typeface="Lucida Sans"/>
                <a:ea typeface="Lucida Sans"/>
                <a:cs typeface="Lucida Sans"/>
                <a:sym typeface="Lucida Sans"/>
              </a:defRPr>
            </a:lvl5pPr>
            <a:lvl6pPr lvl="5" marR="0" rtl="0" algn="ctr">
              <a:spcBef>
                <a:spcPts val="0"/>
              </a:spcBef>
              <a:spcAft>
                <a:spcPts val="0"/>
              </a:spcAft>
              <a:buSzPts val="1400"/>
              <a:buNone/>
              <a:defRPr b="1" i="0" sz="4100" u="none" cap="none" strike="noStrike">
                <a:solidFill>
                  <a:schemeClr val="lt1"/>
                </a:solidFill>
                <a:latin typeface="Lucida Sans"/>
                <a:ea typeface="Lucida Sans"/>
                <a:cs typeface="Lucida Sans"/>
                <a:sym typeface="Lucida Sans"/>
              </a:defRPr>
            </a:lvl6pPr>
            <a:lvl7pPr lvl="6" marR="0" rtl="0" algn="ctr">
              <a:spcBef>
                <a:spcPts val="0"/>
              </a:spcBef>
              <a:spcAft>
                <a:spcPts val="0"/>
              </a:spcAft>
              <a:buSzPts val="1400"/>
              <a:buNone/>
              <a:defRPr b="1" i="0" sz="4100" u="none" cap="none" strike="noStrike">
                <a:solidFill>
                  <a:schemeClr val="lt1"/>
                </a:solidFill>
                <a:latin typeface="Lucida Sans"/>
                <a:ea typeface="Lucida Sans"/>
                <a:cs typeface="Lucida Sans"/>
                <a:sym typeface="Lucida Sans"/>
              </a:defRPr>
            </a:lvl7pPr>
            <a:lvl8pPr lvl="7" marR="0" rtl="0" algn="ctr">
              <a:spcBef>
                <a:spcPts val="0"/>
              </a:spcBef>
              <a:spcAft>
                <a:spcPts val="0"/>
              </a:spcAft>
              <a:buSzPts val="1400"/>
              <a:buNone/>
              <a:defRPr b="1" i="0" sz="4100" u="none" cap="none" strike="noStrike">
                <a:solidFill>
                  <a:schemeClr val="lt1"/>
                </a:solidFill>
                <a:latin typeface="Lucida Sans"/>
                <a:ea typeface="Lucida Sans"/>
                <a:cs typeface="Lucida Sans"/>
                <a:sym typeface="Lucida Sans"/>
              </a:defRPr>
            </a:lvl8pPr>
            <a:lvl9pPr lvl="8" marR="0" rtl="0" algn="ctr">
              <a:spcBef>
                <a:spcPts val="0"/>
              </a:spcBef>
              <a:spcAft>
                <a:spcPts val="0"/>
              </a:spcAft>
              <a:buSzPts val="1400"/>
              <a:buNone/>
              <a:defRPr b="1" i="0" sz="4100" u="none" cap="none" strike="noStrike">
                <a:solidFill>
                  <a:schemeClr val="lt1"/>
                </a:solidFill>
                <a:latin typeface="Lucida Sans"/>
                <a:ea typeface="Lucida Sans"/>
                <a:cs typeface="Lucida Sans"/>
                <a:sym typeface="Lucida Sans"/>
              </a:defRPr>
            </a:lvl9pPr>
          </a:lstStyle>
          <a:p/>
        </p:txBody>
      </p:sp>
      <p:sp>
        <p:nvSpPr>
          <p:cNvPr id="688" name="Google Shape;688;p96"/>
          <p:cNvSpPr txBox="1"/>
          <p:nvPr>
            <p:ph idx="1" type="body"/>
          </p:nvPr>
        </p:nvSpPr>
        <p:spPr>
          <a:xfrm>
            <a:off x="457200" y="1600200"/>
            <a:ext cx="8229600" cy="4708525"/>
          </a:xfrm>
          <a:prstGeom prst="rect">
            <a:avLst/>
          </a:prstGeom>
          <a:noFill/>
          <a:ln>
            <a:noFill/>
          </a:ln>
        </p:spPr>
        <p:txBody>
          <a:bodyPr anchorCtr="0" anchor="t" bIns="45700" lIns="91425" spcFirstLastPara="1" rIns="91425" wrap="square" tIns="45700">
            <a:noAutofit/>
          </a:bodyPr>
          <a:lstStyle>
            <a:lvl1pPr indent="-344170" lvl="0" marL="457200" marR="0" rtl="0" algn="l">
              <a:spcBef>
                <a:spcPts val="560"/>
              </a:spcBef>
              <a:spcAft>
                <a:spcPts val="0"/>
              </a:spcAft>
              <a:buClr>
                <a:srgbClr val="F9F9F9"/>
              </a:buClr>
              <a:buSzPts val="1820"/>
              <a:buFont typeface="Noto Sans Symbols"/>
              <a:buChar char="▣"/>
              <a:defRPr b="0" i="0" sz="2800" u="none" cap="none" strike="noStrike">
                <a:solidFill>
                  <a:schemeClr val="lt1"/>
                </a:solidFill>
                <a:latin typeface="Book Antiqua"/>
                <a:ea typeface="Book Antiqua"/>
                <a:cs typeface="Book Antiqua"/>
                <a:sym typeface="Book Antiqua"/>
              </a:defRPr>
            </a:lvl1pPr>
            <a:lvl2pPr indent="-350520" lvl="1" marL="914400" marR="0" rtl="0" algn="l">
              <a:spcBef>
                <a:spcPts val="480"/>
              </a:spcBef>
              <a:spcAft>
                <a:spcPts val="0"/>
              </a:spcAft>
              <a:buClr>
                <a:schemeClr val="lt1"/>
              </a:buClr>
              <a:buSzPts val="1920"/>
              <a:buFont typeface="Noto Sans Symbols"/>
              <a:buChar char="◼"/>
              <a:defRPr b="0" i="0" sz="2400" u="none" cap="none" strike="noStrike">
                <a:solidFill>
                  <a:schemeClr val="lt1"/>
                </a:solidFill>
                <a:latin typeface="Book Antiqua"/>
                <a:ea typeface="Book Antiqua"/>
                <a:cs typeface="Book Antiqua"/>
                <a:sym typeface="Book Antiqua"/>
              </a:defRPr>
            </a:lvl2pPr>
            <a:lvl3pPr indent="-361315" lvl="2" marL="1371600" marR="0" rtl="0" algn="l">
              <a:spcBef>
                <a:spcPts val="440"/>
              </a:spcBef>
              <a:spcAft>
                <a:spcPts val="0"/>
              </a:spcAft>
              <a:buClr>
                <a:schemeClr val="lt1"/>
              </a:buClr>
              <a:buSzPts val="2090"/>
              <a:buFont typeface="Noto Sans Symbols"/>
              <a:buChar char="🢭"/>
              <a:defRPr b="0" i="0" sz="2200" u="none" cap="none" strike="noStrike">
                <a:solidFill>
                  <a:schemeClr val="lt1"/>
                </a:solidFill>
                <a:latin typeface="Book Antiqua"/>
                <a:ea typeface="Book Antiqua"/>
                <a:cs typeface="Book Antiqua"/>
                <a:sym typeface="Book Antiqua"/>
              </a:defRPr>
            </a:lvl3pPr>
            <a:lvl4pPr indent="-355600" lvl="3" marL="1828800" marR="0" rtl="0" algn="l">
              <a:spcBef>
                <a:spcPts val="400"/>
              </a:spcBef>
              <a:spcAft>
                <a:spcPts val="0"/>
              </a:spcAft>
              <a:buClr>
                <a:schemeClr val="lt1"/>
              </a:buClr>
              <a:buSzPts val="2000"/>
              <a:buFont typeface="Noto Sans Symbols"/>
              <a:buChar char="🢝"/>
              <a:defRPr b="0" i="0" sz="2000" u="none" cap="none" strike="noStrike">
                <a:solidFill>
                  <a:schemeClr val="lt1"/>
                </a:solidFill>
                <a:latin typeface="Book Antiqua"/>
                <a:ea typeface="Book Antiqua"/>
                <a:cs typeface="Book Antiqua"/>
                <a:sym typeface="Book Antiqua"/>
              </a:defRPr>
            </a:lvl4pPr>
            <a:lvl5pPr indent="-355600" lvl="4" marL="2286000" marR="0" rtl="0" algn="l">
              <a:spcBef>
                <a:spcPts val="400"/>
              </a:spcBef>
              <a:spcAft>
                <a:spcPts val="0"/>
              </a:spcAft>
              <a:buClr>
                <a:schemeClr val="lt1"/>
              </a:buClr>
              <a:buSzPts val="2000"/>
              <a:buFont typeface="Noto Sans Symbols"/>
              <a:buChar char="■"/>
              <a:defRPr b="0" i="0" sz="2000" u="none" cap="none" strike="noStrike">
                <a:solidFill>
                  <a:schemeClr val="lt1"/>
                </a:solidFill>
                <a:latin typeface="Book Antiqua"/>
                <a:ea typeface="Book Antiqua"/>
                <a:cs typeface="Book Antiqua"/>
                <a:sym typeface="Book Antiqua"/>
              </a:defRPr>
            </a:lvl5pPr>
            <a:lvl6pPr indent="-342900" lvl="5" marL="2743200" marR="0" rtl="0" algn="l">
              <a:spcBef>
                <a:spcPts val="360"/>
              </a:spcBef>
              <a:spcAft>
                <a:spcPts val="0"/>
              </a:spcAft>
              <a:buClr>
                <a:schemeClr val="lt1"/>
              </a:buClr>
              <a:buSzPts val="1800"/>
              <a:buFont typeface="Noto Sans Symbols"/>
              <a:buChar char="🢝"/>
              <a:defRPr b="0" i="0" sz="1800" u="none" cap="none" strike="noStrike">
                <a:solidFill>
                  <a:schemeClr val="lt1"/>
                </a:solidFill>
                <a:latin typeface="Book Antiqua"/>
                <a:ea typeface="Book Antiqua"/>
                <a:cs typeface="Book Antiqua"/>
                <a:sym typeface="Book Antiqua"/>
              </a:defRPr>
            </a:lvl6pPr>
            <a:lvl7pPr indent="-330200" lvl="6" marL="3200400" marR="0" rtl="0" algn="l">
              <a:spcBef>
                <a:spcPts val="320"/>
              </a:spcBef>
              <a:spcAft>
                <a:spcPts val="0"/>
              </a:spcAft>
              <a:buClr>
                <a:schemeClr val="lt1"/>
              </a:buClr>
              <a:buSzPts val="1600"/>
              <a:buFont typeface="Noto Sans Symbols"/>
              <a:buChar char="●"/>
              <a:defRPr b="0" i="0" sz="1600" u="none" cap="none" strike="noStrike">
                <a:solidFill>
                  <a:schemeClr val="lt1"/>
                </a:solidFill>
                <a:latin typeface="Book Antiqua"/>
                <a:ea typeface="Book Antiqua"/>
                <a:cs typeface="Book Antiqua"/>
                <a:sym typeface="Book Antiqua"/>
              </a:defRPr>
            </a:lvl7pPr>
            <a:lvl8pPr indent="-317500" lvl="7" marL="3657600" marR="0" rtl="0" algn="l">
              <a:spcBef>
                <a:spcPts val="280"/>
              </a:spcBef>
              <a:spcAft>
                <a:spcPts val="0"/>
              </a:spcAft>
              <a:buClr>
                <a:schemeClr val="lt1"/>
              </a:buClr>
              <a:buSzPts val="1400"/>
              <a:buFont typeface="Noto Sans Symbols"/>
              <a:buChar char="●"/>
              <a:defRPr b="0" i="0" sz="1400" u="none" cap="none" strike="noStrike">
                <a:solidFill>
                  <a:schemeClr val="lt1"/>
                </a:solidFill>
                <a:latin typeface="Book Antiqua"/>
                <a:ea typeface="Book Antiqua"/>
                <a:cs typeface="Book Antiqua"/>
                <a:sym typeface="Book Antiqua"/>
              </a:defRPr>
            </a:lvl8pPr>
            <a:lvl9pPr indent="-317500" lvl="8" marL="4114800" marR="0" rtl="0" algn="l">
              <a:spcBef>
                <a:spcPts val="280"/>
              </a:spcBef>
              <a:spcAft>
                <a:spcPts val="0"/>
              </a:spcAft>
              <a:buClr>
                <a:schemeClr val="lt1"/>
              </a:buClr>
              <a:buSzPts val="1400"/>
              <a:buFont typeface="Noto Sans Symbols"/>
              <a:buChar char="●"/>
              <a:defRPr b="0" i="0" sz="1400" u="none" cap="none" strike="noStrike">
                <a:solidFill>
                  <a:schemeClr val="lt1"/>
                </a:solidFill>
                <a:latin typeface="Book Antiqua"/>
                <a:ea typeface="Book Antiqua"/>
                <a:cs typeface="Book Antiqua"/>
                <a:sym typeface="Book Antiqua"/>
              </a:defRPr>
            </a:lvl9pPr>
          </a:lstStyle>
          <a:p/>
        </p:txBody>
      </p:sp>
      <p:sp>
        <p:nvSpPr>
          <p:cNvPr id="689" name="Google Shape;689;p96"/>
          <p:cNvSpPr txBox="1"/>
          <p:nvPr>
            <p:ph idx="10" type="dt"/>
          </p:nvPr>
        </p:nvSpPr>
        <p:spPr>
          <a:xfrm>
            <a:off x="457200" y="6416675"/>
            <a:ext cx="2133600"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690" name="Google Shape;690;p96"/>
          <p:cNvSpPr txBox="1"/>
          <p:nvPr>
            <p:ph idx="11" type="ftr"/>
          </p:nvPr>
        </p:nvSpPr>
        <p:spPr>
          <a:xfrm>
            <a:off x="3124200" y="6416675"/>
            <a:ext cx="2895600"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691" name="Google Shape;691;p96"/>
          <p:cNvSpPr txBox="1"/>
          <p:nvPr>
            <p:ph idx="12" type="sldNum"/>
          </p:nvPr>
        </p:nvSpPr>
        <p:spPr>
          <a:xfrm>
            <a:off x="7924800" y="6416675"/>
            <a:ext cx="762000" cy="365125"/>
          </a:xfrm>
          <a:prstGeom prst="rect">
            <a:avLst/>
          </a:prstGeom>
          <a:noFill/>
          <a:ln>
            <a:noFill/>
          </a:ln>
        </p:spPr>
        <p:txBody>
          <a:bodyPr anchorCtr="0" anchor="b" bIns="45700" lIns="0" spcFirstLastPara="1" rIns="0" wrap="square" tIns="45700">
            <a:noAutofit/>
          </a:bodyPr>
          <a:lstStyle>
            <a:lvl1pPr indent="0" lvl="0" marL="0" marR="0" rtl="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BCBCBC"/>
              </a:buClr>
              <a:buSzPts val="1200"/>
              <a:buFont typeface="Times New Roman"/>
              <a:buNone/>
              <a:defRPr b="0" i="0" sz="1200" u="none">
                <a:solidFill>
                  <a:srgbClr val="BCBCBC"/>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5" name="Shape 755"/>
        <p:cNvGrpSpPr/>
        <p:nvPr/>
      </p:nvGrpSpPr>
      <p:grpSpPr>
        <a:xfrm>
          <a:off x="0" y="0"/>
          <a:ext cx="0" cy="0"/>
          <a:chOff x="0" y="0"/>
          <a:chExt cx="0" cy="0"/>
        </a:xfrm>
      </p:grpSpPr>
      <p:sp>
        <p:nvSpPr>
          <p:cNvPr id="756" name="Google Shape;756;p107"/>
          <p:cNvSpPr txBox="1"/>
          <p:nvPr/>
        </p:nvSpPr>
        <p:spPr>
          <a:xfrm>
            <a:off x="0" y="366712"/>
            <a:ext cx="9144000" cy="84137"/>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7" name="Google Shape;757;p107"/>
          <p:cNvSpPr txBox="1"/>
          <p:nvPr/>
        </p:nvSpPr>
        <p:spPr>
          <a:xfrm>
            <a:off x="0" y="0"/>
            <a:ext cx="9144000" cy="3111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8" name="Google Shape;758;p107"/>
          <p:cNvSpPr txBox="1"/>
          <p:nvPr/>
        </p:nvSpPr>
        <p:spPr>
          <a:xfrm>
            <a:off x="0" y="307975"/>
            <a:ext cx="9144000" cy="9207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59" name="Google Shape;759;p107"/>
          <p:cNvSpPr txBox="1"/>
          <p:nvPr/>
        </p:nvSpPr>
        <p:spPr>
          <a:xfrm flipH="1" rot="10800000">
            <a:off x="5410200" y="360362"/>
            <a:ext cx="3733800" cy="904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0" name="Google Shape;760;p107"/>
          <p:cNvSpPr txBox="1"/>
          <p:nvPr/>
        </p:nvSpPr>
        <p:spPr>
          <a:xfrm flipH="1" rot="10800000">
            <a:off x="5410200" y="439737"/>
            <a:ext cx="3733800" cy="180975"/>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1" name="Google Shape;761;p107"/>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2" name="Google Shape;762;p107"/>
          <p:cNvSpPr/>
          <p:nvPr/>
        </p:nvSpPr>
        <p:spPr>
          <a:xfrm>
            <a:off x="7373937" y="588962"/>
            <a:ext cx="1600200" cy="3651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3" name="Google Shape;763;p107"/>
          <p:cNvSpPr txBox="1"/>
          <p:nvPr/>
        </p:nvSpPr>
        <p:spPr>
          <a:xfrm>
            <a:off x="9085262" y="-1587"/>
            <a:ext cx="57150"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4" name="Google Shape;764;p107"/>
          <p:cNvSpPr txBox="1"/>
          <p:nvPr/>
        </p:nvSpPr>
        <p:spPr>
          <a:xfrm>
            <a:off x="9043987" y="-1587"/>
            <a:ext cx="2857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5" name="Google Shape;765;p107"/>
          <p:cNvSpPr txBox="1"/>
          <p:nvPr/>
        </p:nvSpPr>
        <p:spPr>
          <a:xfrm>
            <a:off x="9024937" y="-1587"/>
            <a:ext cx="952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6" name="Google Shape;766;p107"/>
          <p:cNvSpPr txBox="1"/>
          <p:nvPr/>
        </p:nvSpPr>
        <p:spPr>
          <a:xfrm>
            <a:off x="8975725" y="-1587"/>
            <a:ext cx="26987"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7" name="Google Shape;767;p107"/>
          <p:cNvSpPr txBox="1"/>
          <p:nvPr/>
        </p:nvSpPr>
        <p:spPr>
          <a:xfrm>
            <a:off x="8915400" y="0"/>
            <a:ext cx="55562"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8" name="Google Shape;768;p107"/>
          <p:cNvSpPr txBox="1"/>
          <p:nvPr/>
        </p:nvSpPr>
        <p:spPr>
          <a:xfrm>
            <a:off x="8874125" y="0"/>
            <a:ext cx="7937"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769" name="Google Shape;769;p107"/>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1pPr>
            <a:lvl2pPr lvl="1"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2pPr>
            <a:lvl3pPr lvl="2"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3pPr>
            <a:lvl4pPr lvl="3"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4pPr>
            <a:lvl5pPr lvl="4"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5pPr>
            <a:lvl6pPr lvl="5"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6pPr>
            <a:lvl7pPr lvl="6"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7pPr>
            <a:lvl8pPr lvl="7"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8pPr>
            <a:lvl9pPr lvl="8"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9pPr>
          </a:lstStyle>
          <a:p/>
        </p:txBody>
      </p:sp>
      <p:sp>
        <p:nvSpPr>
          <p:cNvPr id="770" name="Google Shape;770;p107"/>
          <p:cNvSpPr txBox="1"/>
          <p:nvPr>
            <p:ph idx="1" type="body"/>
          </p:nvPr>
        </p:nvSpPr>
        <p:spPr>
          <a:xfrm>
            <a:off x="457200" y="2249487"/>
            <a:ext cx="8229600" cy="432435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FFFF00"/>
              </a:buClr>
              <a:buSzPts val="2800"/>
              <a:buFont typeface="Georgia"/>
              <a:buChar char="•"/>
              <a:defRPr b="0" i="0" sz="2800" u="none" cap="none" strike="noStrike">
                <a:solidFill>
                  <a:schemeClr val="dk1"/>
                </a:solidFill>
                <a:latin typeface="Georgia"/>
                <a:ea typeface="Georgia"/>
                <a:cs typeface="Georgia"/>
                <a:sym typeface="Georgia"/>
              </a:defRPr>
            </a:lvl1pPr>
            <a:lvl2pPr indent="-393700" lvl="1" marL="914400"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indent="-381000" lvl="2" marL="1371600"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indent="-368300" lvl="3" marL="1828800"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indent="-355600" lvl="4" marL="2286000" marR="0" rtl="0" algn="l">
              <a:spcBef>
                <a:spcPts val="300"/>
              </a:spcBef>
              <a:spcAft>
                <a:spcPts val="0"/>
              </a:spcAft>
              <a:buClr>
                <a:srgbClr val="FFFF00"/>
              </a:buClr>
              <a:buSzPts val="2000"/>
              <a:buFont typeface="Georgia"/>
              <a:buChar char="▫"/>
              <a:defRPr b="0" i="0" sz="2000" u="none" cap="none" strike="noStrike">
                <a:solidFill>
                  <a:srgbClr val="FFFF00"/>
                </a:solidFill>
                <a:latin typeface="Georgia"/>
                <a:ea typeface="Georgia"/>
                <a:cs typeface="Georgia"/>
                <a:sym typeface="Georgia"/>
              </a:defRPr>
            </a:lvl5pPr>
            <a:lvl6pPr indent="-342900" lvl="5" marL="2743200"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771" name="Google Shape;771;p107"/>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72" name="Google Shape;772;p107"/>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73" name="Google Shape;773;p107"/>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5" name="Shape 835"/>
        <p:cNvGrpSpPr/>
        <p:nvPr/>
      </p:nvGrpSpPr>
      <p:grpSpPr>
        <a:xfrm>
          <a:off x="0" y="0"/>
          <a:ext cx="0" cy="0"/>
          <a:chOff x="0" y="0"/>
          <a:chExt cx="0" cy="0"/>
        </a:xfrm>
      </p:grpSpPr>
      <p:sp>
        <p:nvSpPr>
          <p:cNvPr id="836" name="Google Shape;836;p118"/>
          <p:cNvSpPr/>
          <p:nvPr/>
        </p:nvSpPr>
        <p:spPr>
          <a:xfrm>
            <a:off x="500062" y="5945187"/>
            <a:ext cx="4940300" cy="920750"/>
          </a:xfrm>
          <a:custGeom>
            <a:rect b="b" l="l" r="r" t="t"/>
            <a:pathLst>
              <a:path extrusionOk="0" h="337" w="7485">
                <a:moveTo>
                  <a:pt x="0" y="2"/>
                </a:moveTo>
                <a:lnTo>
                  <a:pt x="7485" y="337"/>
                </a:lnTo>
                <a:lnTo>
                  <a:pt x="5558" y="337"/>
                </a:lnTo>
                <a:lnTo>
                  <a:pt x="1" y="0"/>
                </a:lnTo>
              </a:path>
            </a:pathLst>
          </a:custGeom>
          <a:solidFill>
            <a:srgbClr val="9FCBDC">
              <a:alpha val="3960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7" name="Google Shape;837;p118"/>
          <p:cNvSpPr/>
          <p:nvPr/>
        </p:nvSpPr>
        <p:spPr>
          <a:xfrm>
            <a:off x="485775" y="5938837"/>
            <a:ext cx="3690937" cy="933450"/>
          </a:xfrm>
          <a:custGeom>
            <a:rect b="b" l="l" r="r" t="t"/>
            <a:pathLst>
              <a:path extrusionOk="0" h="588" w="5591">
                <a:moveTo>
                  <a:pt x="0" y="0"/>
                </a:moveTo>
                <a:lnTo>
                  <a:pt x="5591" y="585"/>
                </a:lnTo>
                <a:lnTo>
                  <a:pt x="4415" y="588"/>
                </a:lnTo>
                <a:lnTo>
                  <a:pt x="12" y="4"/>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38" name="Google Shape;838;p118"/>
          <p:cNvSpPr/>
          <p:nvPr/>
        </p:nvSpPr>
        <p:spPr>
          <a:xfrm>
            <a:off x="-6042" y="5791253"/>
            <a:ext cx="3402314" cy="1080868"/>
          </a:xfrm>
          <a:prstGeom prst="rtTriangle">
            <a:avLst/>
          </a:prstGeom>
          <a:blipFill rotWithShape="1">
            <a:blip r:embed="rId1">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imes New Roman"/>
              <a:buNone/>
            </a:pPr>
            <a:r>
              <a:t/>
            </a:r>
            <a:endParaRPr b="0" i="0" sz="2400" u="none" cap="none" strike="noStrike">
              <a:solidFill>
                <a:schemeClr val="lt1"/>
              </a:solidFill>
              <a:latin typeface="Lucida Sans"/>
              <a:ea typeface="Lucida Sans"/>
              <a:cs typeface="Lucida Sans"/>
              <a:sym typeface="Lucida Sans"/>
            </a:endParaRPr>
          </a:p>
        </p:txBody>
      </p:sp>
      <p:pic>
        <p:nvPicPr>
          <p:cNvPr id="839" name="Google Shape;839;p118"/>
          <p:cNvPicPr preferRelativeResize="0"/>
          <p:nvPr/>
        </p:nvPicPr>
        <p:blipFill rotWithShape="1">
          <a:blip r:embed="rId2">
            <a:alphaModFix/>
          </a:blip>
          <a:srcRect b="0" l="0" r="0" t="0"/>
          <a:stretch/>
        </p:blipFill>
        <p:spPr>
          <a:xfrm>
            <a:off x="-19050" y="5772150"/>
            <a:ext cx="3421062" cy="1109662"/>
          </a:xfrm>
          <a:prstGeom prst="rect">
            <a:avLst/>
          </a:prstGeom>
          <a:noFill/>
          <a:ln>
            <a:noFill/>
          </a:ln>
        </p:spPr>
      </p:pic>
      <p:sp>
        <p:nvSpPr>
          <p:cNvPr id="840" name="Google Shape;840;p1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1pPr>
            <a:lvl2pPr lvl="1"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2pPr>
            <a:lvl3pPr lvl="2"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3pPr>
            <a:lvl4pPr lvl="3"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4pPr>
            <a:lvl5pPr lvl="4"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5pPr>
            <a:lvl6pPr lvl="5"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6pPr>
            <a:lvl7pPr lvl="6"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7pPr>
            <a:lvl8pPr lvl="7"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8pPr>
            <a:lvl9pPr lvl="8"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9pPr>
          </a:lstStyle>
          <a:p/>
        </p:txBody>
      </p:sp>
      <p:sp>
        <p:nvSpPr>
          <p:cNvPr id="841" name="Google Shape;841;p118"/>
          <p:cNvSpPr txBox="1"/>
          <p:nvPr>
            <p:ph idx="1" type="body"/>
          </p:nvPr>
        </p:nvSpPr>
        <p:spPr>
          <a:xfrm>
            <a:off x="457200" y="1481137"/>
            <a:ext cx="8229600" cy="4525962"/>
          </a:xfrm>
          <a:prstGeom prst="rect">
            <a:avLst/>
          </a:prstGeom>
          <a:noFill/>
          <a:ln>
            <a:noFill/>
          </a:ln>
        </p:spPr>
        <p:txBody>
          <a:bodyPr anchorCtr="0" anchor="t" bIns="45700" lIns="91425" spcFirstLastPara="1" rIns="91425" wrap="square" tIns="45700">
            <a:noAutofit/>
          </a:bodyPr>
          <a:lstStyle>
            <a:lvl1pPr indent="-345186" lvl="0" marL="457200" marR="0" rtl="0" algn="l">
              <a:spcBef>
                <a:spcPts val="400"/>
              </a:spcBef>
              <a:spcAft>
                <a:spcPts val="0"/>
              </a:spcAft>
              <a:buClr>
                <a:schemeClr val="accent1"/>
              </a:buClr>
              <a:buSzPts val="1836"/>
              <a:buFont typeface="Noto Sans Symbols"/>
              <a:buChar char="🞂"/>
              <a:defRPr b="0" i="0" sz="2700" u="none" cap="none" strike="noStrike">
                <a:solidFill>
                  <a:schemeClr val="dk1"/>
                </a:solidFill>
                <a:latin typeface="Lucida Sans"/>
                <a:ea typeface="Lucida Sans"/>
                <a:cs typeface="Lucida Sans"/>
                <a:sym typeface="Lucida Sans"/>
              </a:defRPr>
            </a:lvl1pPr>
            <a:lvl2pPr indent="-374650" lvl="1" marL="914400" marR="0" rtl="0" algn="l">
              <a:spcBef>
                <a:spcPts val="325"/>
              </a:spcBef>
              <a:spcAft>
                <a:spcPts val="0"/>
              </a:spcAft>
              <a:buClr>
                <a:schemeClr val="accent1"/>
              </a:buClr>
              <a:buSzPts val="2300"/>
              <a:buFont typeface="Verdana"/>
              <a:buChar char="◦"/>
              <a:defRPr b="0" i="0" sz="2300" u="none" cap="none" strike="noStrike">
                <a:solidFill>
                  <a:schemeClr val="dk1"/>
                </a:solidFill>
                <a:latin typeface="Lucida Sans"/>
                <a:ea typeface="Lucida Sans"/>
                <a:cs typeface="Lucida Sans"/>
                <a:sym typeface="Lucida Sans"/>
              </a:defRPr>
            </a:lvl2pPr>
            <a:lvl3pPr indent="-361950" lvl="2" marL="1371600"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Lucida Sans"/>
                <a:ea typeface="Lucida Sans"/>
                <a:cs typeface="Lucida Sans"/>
                <a:sym typeface="Lucida Sans"/>
              </a:defRPr>
            </a:lvl3pPr>
            <a:lvl4pPr indent="-349250" lvl="3" marL="1828800"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Lucida Sans"/>
                <a:ea typeface="Lucida Sans"/>
                <a:cs typeface="Lucida Sans"/>
                <a:sym typeface="Lucida Sans"/>
              </a:defRPr>
            </a:lvl4pPr>
            <a:lvl5pPr indent="-342900" lvl="4" marL="2286000"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Lucida Sans"/>
                <a:ea typeface="Lucida Sans"/>
                <a:cs typeface="Lucida Sans"/>
                <a:sym typeface="Lucida Sans"/>
              </a:defRPr>
            </a:lvl5pPr>
            <a:lvl6pPr indent="-342900" lvl="5" marL="2743200"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Lucida Sans"/>
                <a:ea typeface="Lucida Sans"/>
                <a:cs typeface="Lucida Sans"/>
                <a:sym typeface="Lucida Sans"/>
              </a:defRPr>
            </a:lvl6pPr>
            <a:lvl7pPr indent="-330200" lvl="6" marL="32004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7pPr>
            <a:lvl8pPr indent="-330200" lvl="7" marL="36576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8pPr>
            <a:lvl9pPr indent="-330200" lvl="8" marL="41148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9pPr>
          </a:lstStyle>
          <a:p/>
        </p:txBody>
      </p:sp>
      <p:sp>
        <p:nvSpPr>
          <p:cNvPr id="842" name="Google Shape;842;p118"/>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43" name="Google Shape;843;p118"/>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44" name="Google Shape;844;p118"/>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48" r:id="rId3"/>
    <p:sldLayoutId id="2147483749" r:id="rId4"/>
    <p:sldLayoutId id="2147483750" r:id="rId5"/>
    <p:sldLayoutId id="2147483751" r:id="rId6"/>
    <p:sldLayoutId id="2147483752" r:id="rId7"/>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4" name="Shape 874"/>
        <p:cNvGrpSpPr/>
        <p:nvPr/>
      </p:nvGrpSpPr>
      <p:grpSpPr>
        <a:xfrm>
          <a:off x="0" y="0"/>
          <a:ext cx="0" cy="0"/>
          <a:chOff x="0" y="0"/>
          <a:chExt cx="0" cy="0"/>
        </a:xfrm>
      </p:grpSpPr>
      <p:sp>
        <p:nvSpPr>
          <p:cNvPr id="875" name="Google Shape;875;p124"/>
          <p:cNvSpPr/>
          <p:nvPr/>
        </p:nvSpPr>
        <p:spPr>
          <a:xfrm>
            <a:off x="500062" y="5945187"/>
            <a:ext cx="4940300" cy="920750"/>
          </a:xfrm>
          <a:custGeom>
            <a:rect b="b" l="l" r="r" t="t"/>
            <a:pathLst>
              <a:path extrusionOk="0" h="337" w="7485">
                <a:moveTo>
                  <a:pt x="0" y="2"/>
                </a:moveTo>
                <a:lnTo>
                  <a:pt x="7485" y="337"/>
                </a:lnTo>
                <a:lnTo>
                  <a:pt x="5558" y="337"/>
                </a:lnTo>
                <a:lnTo>
                  <a:pt x="1" y="0"/>
                </a:lnTo>
              </a:path>
            </a:pathLst>
          </a:custGeom>
          <a:solidFill>
            <a:srgbClr val="9FCBDC">
              <a:alpha val="39608"/>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6" name="Google Shape;876;p124"/>
          <p:cNvSpPr/>
          <p:nvPr/>
        </p:nvSpPr>
        <p:spPr>
          <a:xfrm>
            <a:off x="485775" y="5938837"/>
            <a:ext cx="3690937" cy="933450"/>
          </a:xfrm>
          <a:custGeom>
            <a:rect b="b" l="l" r="r" t="t"/>
            <a:pathLst>
              <a:path extrusionOk="0" h="588" w="5591">
                <a:moveTo>
                  <a:pt x="0" y="0"/>
                </a:moveTo>
                <a:lnTo>
                  <a:pt x="5591" y="585"/>
                </a:lnTo>
                <a:lnTo>
                  <a:pt x="4415" y="588"/>
                </a:lnTo>
                <a:lnTo>
                  <a:pt x="12" y="4"/>
                </a:lnTo>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877" name="Google Shape;877;p124"/>
          <p:cNvSpPr/>
          <p:nvPr/>
        </p:nvSpPr>
        <p:spPr>
          <a:xfrm>
            <a:off x="-6042" y="5791253"/>
            <a:ext cx="3402314" cy="1080868"/>
          </a:xfrm>
          <a:prstGeom prst="rtTriangle">
            <a:avLst/>
          </a:prstGeom>
          <a:blipFill rotWithShape="1">
            <a:blip r:embed="rId1">
              <a:alphaModFix amt="50000"/>
            </a:blip>
            <a:tile algn="t" flip="none" tx="0" sx="50000" ty="0" sy="5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imes New Roman"/>
              <a:buNone/>
            </a:pPr>
            <a:r>
              <a:t/>
            </a:r>
            <a:endParaRPr b="0" i="0" sz="2400" u="none" cap="none" strike="noStrike">
              <a:solidFill>
                <a:schemeClr val="lt1"/>
              </a:solidFill>
              <a:latin typeface="Lucida Sans"/>
              <a:ea typeface="Lucida Sans"/>
              <a:cs typeface="Lucida Sans"/>
              <a:sym typeface="Lucida Sans"/>
            </a:endParaRPr>
          </a:p>
        </p:txBody>
      </p:sp>
      <p:pic>
        <p:nvPicPr>
          <p:cNvPr id="878" name="Google Shape;878;p124"/>
          <p:cNvPicPr preferRelativeResize="0"/>
          <p:nvPr/>
        </p:nvPicPr>
        <p:blipFill rotWithShape="1">
          <a:blip r:embed="rId2">
            <a:alphaModFix/>
          </a:blip>
          <a:srcRect b="0" l="0" r="0" t="0"/>
          <a:stretch/>
        </p:blipFill>
        <p:spPr>
          <a:xfrm>
            <a:off x="-19050" y="5772150"/>
            <a:ext cx="3421062" cy="1109662"/>
          </a:xfrm>
          <a:prstGeom prst="rect">
            <a:avLst/>
          </a:prstGeom>
          <a:noFill/>
          <a:ln>
            <a:noFill/>
          </a:ln>
        </p:spPr>
      </p:pic>
      <p:sp>
        <p:nvSpPr>
          <p:cNvPr id="879" name="Google Shape;879;p12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1pPr>
            <a:lvl2pPr lvl="1"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2pPr>
            <a:lvl3pPr lvl="2"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3pPr>
            <a:lvl4pPr lvl="3"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4pPr>
            <a:lvl5pPr lvl="4"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5pPr>
            <a:lvl6pPr lvl="5"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6pPr>
            <a:lvl7pPr lvl="6"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7pPr>
            <a:lvl8pPr lvl="7"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8pPr>
            <a:lvl9pPr lvl="8" marR="0" rtl="0" algn="l">
              <a:spcBef>
                <a:spcPts val="0"/>
              </a:spcBef>
              <a:spcAft>
                <a:spcPts val="0"/>
              </a:spcAft>
              <a:buSzPts val="1400"/>
              <a:buNone/>
              <a:defRPr b="1" i="0" sz="4100" u="none" cap="none" strike="noStrike">
                <a:solidFill>
                  <a:schemeClr val="dk2"/>
                </a:solidFill>
                <a:latin typeface="Lucida Sans"/>
                <a:ea typeface="Lucida Sans"/>
                <a:cs typeface="Lucida Sans"/>
                <a:sym typeface="Lucida Sans"/>
              </a:defRPr>
            </a:lvl9pPr>
          </a:lstStyle>
          <a:p/>
        </p:txBody>
      </p:sp>
      <p:sp>
        <p:nvSpPr>
          <p:cNvPr id="880" name="Google Shape;880;p124"/>
          <p:cNvSpPr txBox="1"/>
          <p:nvPr>
            <p:ph idx="1" type="body"/>
          </p:nvPr>
        </p:nvSpPr>
        <p:spPr>
          <a:xfrm>
            <a:off x="457200" y="1481137"/>
            <a:ext cx="8229600" cy="4525962"/>
          </a:xfrm>
          <a:prstGeom prst="rect">
            <a:avLst/>
          </a:prstGeom>
          <a:noFill/>
          <a:ln>
            <a:noFill/>
          </a:ln>
        </p:spPr>
        <p:txBody>
          <a:bodyPr anchorCtr="0" anchor="t" bIns="45700" lIns="91425" spcFirstLastPara="1" rIns="91425" wrap="square" tIns="45700">
            <a:noAutofit/>
          </a:bodyPr>
          <a:lstStyle>
            <a:lvl1pPr indent="-345186" lvl="0" marL="457200" marR="0" rtl="0" algn="l">
              <a:spcBef>
                <a:spcPts val="400"/>
              </a:spcBef>
              <a:spcAft>
                <a:spcPts val="0"/>
              </a:spcAft>
              <a:buClr>
                <a:schemeClr val="accent1"/>
              </a:buClr>
              <a:buSzPts val="1836"/>
              <a:buFont typeface="Noto Sans Symbols"/>
              <a:buChar char="🞂"/>
              <a:defRPr b="0" i="0" sz="2700" u="none" cap="none" strike="noStrike">
                <a:solidFill>
                  <a:schemeClr val="dk1"/>
                </a:solidFill>
                <a:latin typeface="Lucida Sans"/>
                <a:ea typeface="Lucida Sans"/>
                <a:cs typeface="Lucida Sans"/>
                <a:sym typeface="Lucida Sans"/>
              </a:defRPr>
            </a:lvl1pPr>
            <a:lvl2pPr indent="-374650" lvl="1" marL="914400" marR="0" rtl="0" algn="l">
              <a:spcBef>
                <a:spcPts val="325"/>
              </a:spcBef>
              <a:spcAft>
                <a:spcPts val="0"/>
              </a:spcAft>
              <a:buClr>
                <a:schemeClr val="accent1"/>
              </a:buClr>
              <a:buSzPts val="2300"/>
              <a:buFont typeface="Verdana"/>
              <a:buChar char="◦"/>
              <a:defRPr b="0" i="0" sz="2300" u="none" cap="none" strike="noStrike">
                <a:solidFill>
                  <a:schemeClr val="dk1"/>
                </a:solidFill>
                <a:latin typeface="Lucida Sans"/>
                <a:ea typeface="Lucida Sans"/>
                <a:cs typeface="Lucida Sans"/>
                <a:sym typeface="Lucida Sans"/>
              </a:defRPr>
            </a:lvl2pPr>
            <a:lvl3pPr indent="-361950" lvl="2" marL="1371600" marR="0" rtl="0" algn="l">
              <a:spcBef>
                <a:spcPts val="350"/>
              </a:spcBef>
              <a:spcAft>
                <a:spcPts val="0"/>
              </a:spcAft>
              <a:buClr>
                <a:schemeClr val="accent2"/>
              </a:buClr>
              <a:buSzPts val="2100"/>
              <a:buFont typeface="Noto Sans Symbols"/>
              <a:buChar char="●"/>
              <a:defRPr b="0" i="0" sz="2100" u="none" cap="none" strike="noStrike">
                <a:solidFill>
                  <a:schemeClr val="dk1"/>
                </a:solidFill>
                <a:latin typeface="Lucida Sans"/>
                <a:ea typeface="Lucida Sans"/>
                <a:cs typeface="Lucida Sans"/>
                <a:sym typeface="Lucida Sans"/>
              </a:defRPr>
            </a:lvl3pPr>
            <a:lvl4pPr indent="-349250" lvl="3" marL="1828800" marR="0" rtl="0" algn="l">
              <a:spcBef>
                <a:spcPts val="350"/>
              </a:spcBef>
              <a:spcAft>
                <a:spcPts val="0"/>
              </a:spcAft>
              <a:buClr>
                <a:schemeClr val="accent2"/>
              </a:buClr>
              <a:buSzPts val="1900"/>
              <a:buFont typeface="Noto Sans Symbols"/>
              <a:buChar char="●"/>
              <a:defRPr b="0" i="0" sz="1900" u="none" cap="none" strike="noStrike">
                <a:solidFill>
                  <a:schemeClr val="dk1"/>
                </a:solidFill>
                <a:latin typeface="Lucida Sans"/>
                <a:ea typeface="Lucida Sans"/>
                <a:cs typeface="Lucida Sans"/>
                <a:sym typeface="Lucida Sans"/>
              </a:defRPr>
            </a:lvl4pPr>
            <a:lvl5pPr indent="-342900" lvl="4" marL="2286000" marR="0" rtl="0" algn="l">
              <a:spcBef>
                <a:spcPts val="350"/>
              </a:spcBef>
              <a:spcAft>
                <a:spcPts val="0"/>
              </a:spcAft>
              <a:buClr>
                <a:schemeClr val="accent2"/>
              </a:buClr>
              <a:buSzPts val="1800"/>
              <a:buFont typeface="Noto Sans Symbols"/>
              <a:buChar char="●"/>
              <a:defRPr b="0" i="0" sz="1800" u="none" cap="none" strike="noStrike">
                <a:solidFill>
                  <a:schemeClr val="dk1"/>
                </a:solidFill>
                <a:latin typeface="Lucida Sans"/>
                <a:ea typeface="Lucida Sans"/>
                <a:cs typeface="Lucida Sans"/>
                <a:sym typeface="Lucida Sans"/>
              </a:defRPr>
            </a:lvl5pPr>
            <a:lvl6pPr indent="-342900" lvl="5" marL="2743200" marR="0" rtl="0" algn="l">
              <a:spcBef>
                <a:spcPts val="350"/>
              </a:spcBef>
              <a:spcAft>
                <a:spcPts val="0"/>
              </a:spcAft>
              <a:buClr>
                <a:schemeClr val="accent3"/>
              </a:buClr>
              <a:buSzPts val="1800"/>
              <a:buFont typeface="Noto Sans Symbols"/>
              <a:buChar char="■"/>
              <a:defRPr b="0" i="0" sz="1800" u="none" cap="none" strike="noStrike">
                <a:solidFill>
                  <a:schemeClr val="dk1"/>
                </a:solidFill>
                <a:latin typeface="Lucida Sans"/>
                <a:ea typeface="Lucida Sans"/>
                <a:cs typeface="Lucida Sans"/>
                <a:sym typeface="Lucida Sans"/>
              </a:defRPr>
            </a:lvl6pPr>
            <a:lvl7pPr indent="-330200" lvl="6" marL="32004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7pPr>
            <a:lvl8pPr indent="-330200" lvl="7" marL="36576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8pPr>
            <a:lvl9pPr indent="-330200" lvl="8" marL="4114800" marR="0" rtl="0" algn="l">
              <a:spcBef>
                <a:spcPts val="350"/>
              </a:spcBef>
              <a:spcAft>
                <a:spcPts val="0"/>
              </a:spcAft>
              <a:buClr>
                <a:schemeClr val="accent3"/>
              </a:buClr>
              <a:buSzPts val="1600"/>
              <a:buFont typeface="Noto Sans Symbols"/>
              <a:buChar char="■"/>
              <a:defRPr b="0" i="0" sz="1600" u="none" cap="none" strike="noStrike">
                <a:solidFill>
                  <a:schemeClr val="dk1"/>
                </a:solidFill>
                <a:latin typeface="Lucida Sans"/>
                <a:ea typeface="Lucida Sans"/>
                <a:cs typeface="Lucida Sans"/>
                <a:sym typeface="Lucida Sans"/>
              </a:defRPr>
            </a:lvl9pPr>
          </a:lstStyle>
          <a:p/>
        </p:txBody>
      </p:sp>
      <p:sp>
        <p:nvSpPr>
          <p:cNvPr id="881" name="Google Shape;881;p124"/>
          <p:cNvSpPr txBox="1"/>
          <p:nvPr>
            <p:ph idx="10" type="dt"/>
          </p:nvPr>
        </p:nvSpPr>
        <p:spPr>
          <a:xfrm>
            <a:off x="6727825" y="6408737"/>
            <a:ext cx="1919287"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82" name="Google Shape;882;p124"/>
          <p:cNvSpPr txBox="1"/>
          <p:nvPr>
            <p:ph idx="11" type="ftr"/>
          </p:nvPr>
        </p:nvSpPr>
        <p:spPr>
          <a:xfrm>
            <a:off x="4379912" y="6408737"/>
            <a:ext cx="2351087" cy="365125"/>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83" name="Google Shape;883;p124"/>
          <p:cNvSpPr txBox="1"/>
          <p:nvPr>
            <p:ph idx="12" type="sldNum"/>
          </p:nvPr>
        </p:nvSpPr>
        <p:spPr>
          <a:xfrm>
            <a:off x="8647112" y="6408737"/>
            <a:ext cx="366712" cy="365125"/>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000"/>
              <a:buFont typeface="Times New Roman"/>
              <a:buNone/>
              <a:defRPr b="0" i="0" sz="10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53" r:id="rId3"/>
    <p:sldLayoutId id="2147483754" r:id="rId4"/>
    <p:sldLayoutId id="2147483755" r:id="rId5"/>
    <p:sldLayoutId id="2147483756" r:id="rId6"/>
    <p:sldLayoutId id="2147483757" r:id="rId7"/>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3" name="Shape 913"/>
        <p:cNvGrpSpPr/>
        <p:nvPr/>
      </p:nvGrpSpPr>
      <p:grpSpPr>
        <a:xfrm>
          <a:off x="0" y="0"/>
          <a:ext cx="0" cy="0"/>
          <a:chOff x="0" y="0"/>
          <a:chExt cx="0" cy="0"/>
        </a:xfrm>
      </p:grpSpPr>
      <p:sp>
        <p:nvSpPr>
          <p:cNvPr id="914" name="Google Shape;914;p130"/>
          <p:cNvSpPr/>
          <p:nvPr/>
        </p:nvSpPr>
        <p:spPr>
          <a:xfrm flipH="1">
            <a:off x="8153400" y="0"/>
            <a:ext cx="990600" cy="6858000"/>
          </a:xfrm>
          <a:prstGeom prst="rect">
            <a:avLst/>
          </a:prstGeom>
          <a:blipFill rotWithShape="1">
            <a:blip r:embed="rId1">
              <a:alphaModFix amt="43000"/>
            </a:blip>
            <a:tile algn="tl" flip="none" tx="0" sx="50000" ty="0" sy="50000"/>
          </a:blip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imes New Roman"/>
              <a:buNone/>
            </a:pPr>
            <a:r>
              <a:t/>
            </a:r>
            <a:endParaRPr b="0" i="0" sz="2400" u="none" cap="none" strike="noStrike">
              <a:solidFill>
                <a:schemeClr val="lt1"/>
              </a:solidFill>
              <a:latin typeface="Trebuchet MS"/>
              <a:ea typeface="Trebuchet MS"/>
              <a:cs typeface="Trebuchet MS"/>
              <a:sym typeface="Trebuchet MS"/>
            </a:endParaRPr>
          </a:p>
        </p:txBody>
      </p:sp>
      <p:sp>
        <p:nvSpPr>
          <p:cNvPr id="915" name="Google Shape;915;p130"/>
          <p:cNvSpPr txBox="1"/>
          <p:nvPr>
            <p:ph type="title"/>
          </p:nvPr>
        </p:nvSpPr>
        <p:spPr>
          <a:xfrm>
            <a:off x="457200" y="320675"/>
            <a:ext cx="7239000" cy="1143000"/>
          </a:xfrm>
          <a:prstGeom prst="rect">
            <a:avLst/>
          </a:prstGeom>
          <a:noFill/>
          <a:ln>
            <a:noFill/>
          </a:ln>
        </p:spPr>
        <p:txBody>
          <a:bodyPr anchorCtr="0" anchor="b" bIns="0" lIns="45700" spcFirstLastPara="1" rIns="45700" wrap="square" tIns="0">
            <a:noAutofit/>
          </a:bodyPr>
          <a:lstStyle>
            <a:lvl1pPr lvl="0" marR="0" rtl="0" algn="l">
              <a:spcBef>
                <a:spcPts val="0"/>
              </a:spcBef>
              <a:spcAft>
                <a:spcPts val="0"/>
              </a:spcAft>
              <a:buSzPts val="1400"/>
              <a:buNone/>
              <a:defRPr b="1" i="0" sz="3800" u="none" cap="none" strike="noStrike">
                <a:solidFill>
                  <a:srgbClr val="FFEFEF"/>
                </a:solidFill>
                <a:latin typeface="Trebuchet MS"/>
                <a:ea typeface="Trebuchet MS"/>
                <a:cs typeface="Trebuchet MS"/>
                <a:sym typeface="Trebuchet MS"/>
              </a:defRPr>
            </a:lvl1pPr>
            <a:lvl2pPr lvl="1" marR="0" rtl="0" algn="l">
              <a:spcBef>
                <a:spcPts val="0"/>
              </a:spcBef>
              <a:spcAft>
                <a:spcPts val="0"/>
              </a:spcAft>
              <a:buSzPts val="1400"/>
              <a:buNone/>
              <a:defRPr b="1" i="0" sz="3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1" i="0" sz="3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1" i="0" sz="3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1" i="0" sz="3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1" i="0" sz="3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1" i="0" sz="3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1" i="0" sz="3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1" i="0" sz="3800" u="none" cap="none" strike="noStrike">
                <a:solidFill>
                  <a:schemeClr val="dk1"/>
                </a:solidFill>
                <a:latin typeface="Trebuchet MS"/>
                <a:ea typeface="Trebuchet MS"/>
                <a:cs typeface="Trebuchet MS"/>
                <a:sym typeface="Trebuchet MS"/>
              </a:defRPr>
            </a:lvl9pPr>
          </a:lstStyle>
          <a:p/>
        </p:txBody>
      </p:sp>
      <p:sp>
        <p:nvSpPr>
          <p:cNvPr id="916" name="Google Shape;916;p130"/>
          <p:cNvSpPr txBox="1"/>
          <p:nvPr>
            <p:ph idx="1" type="body"/>
          </p:nvPr>
        </p:nvSpPr>
        <p:spPr>
          <a:xfrm>
            <a:off x="457200" y="1609725"/>
            <a:ext cx="7239000" cy="4846637"/>
          </a:xfrm>
          <a:prstGeom prst="rect">
            <a:avLst/>
          </a:prstGeom>
          <a:noFill/>
          <a:ln>
            <a:noFill/>
          </a:ln>
        </p:spPr>
        <p:txBody>
          <a:bodyPr anchorCtr="0" anchor="t" bIns="45700" lIns="91425" spcFirstLastPara="1" rIns="91425" wrap="square" tIns="45700">
            <a:noAutofit/>
          </a:bodyPr>
          <a:lstStyle>
            <a:lvl1pPr indent="-349123" lvl="0" marL="457200" marR="0" rtl="0" algn="l">
              <a:spcBef>
                <a:spcPts val="600"/>
              </a:spcBef>
              <a:spcAft>
                <a:spcPts val="0"/>
              </a:spcAft>
              <a:buClr>
                <a:schemeClr val="dk2"/>
              </a:buClr>
              <a:buSzPts val="1898"/>
              <a:buFont typeface="Noto Sans Symbols"/>
              <a:buChar char="⦿"/>
              <a:defRPr b="0" i="0" sz="2600" u="none" cap="none" strike="noStrike">
                <a:solidFill>
                  <a:schemeClr val="dk1"/>
                </a:solidFill>
                <a:latin typeface="Trebuchet MS"/>
                <a:ea typeface="Trebuchet MS"/>
                <a:cs typeface="Trebuchet MS"/>
                <a:sym typeface="Trebuchet MS"/>
              </a:defRPr>
            </a:lvl1pPr>
            <a:lvl2pPr indent="-345440" lvl="1" marL="914400" marR="0" rtl="0" algn="l">
              <a:spcBef>
                <a:spcPts val="500"/>
              </a:spcBef>
              <a:spcAft>
                <a:spcPts val="0"/>
              </a:spcAft>
              <a:buClr>
                <a:srgbClr val="FF0000"/>
              </a:buClr>
              <a:buSzPts val="1840"/>
              <a:buFont typeface="Noto Sans Symbols"/>
              <a:buChar char="◼"/>
              <a:defRPr b="0" i="0" sz="2300" u="none" cap="none" strike="noStrike">
                <a:solidFill>
                  <a:srgbClr val="6C6C6C"/>
                </a:solidFill>
                <a:latin typeface="Trebuchet MS"/>
                <a:ea typeface="Trebuchet MS"/>
                <a:cs typeface="Trebuchet MS"/>
                <a:sym typeface="Trebuchet MS"/>
              </a:defRPr>
            </a:lvl2pPr>
            <a:lvl3pPr indent="-304800" lvl="2" marL="1371600" marR="0" rtl="0" algn="l">
              <a:spcBef>
                <a:spcPts val="400"/>
              </a:spcBef>
              <a:spcAft>
                <a:spcPts val="0"/>
              </a:spcAft>
              <a:buClr>
                <a:srgbClr val="FF0000"/>
              </a:buClr>
              <a:buSzPts val="1200"/>
              <a:buFont typeface="Noto Sans Symbols"/>
              <a:buChar char="🞆"/>
              <a:defRPr b="0" i="0" sz="2000" u="none" cap="none" strike="noStrike">
                <a:solidFill>
                  <a:schemeClr val="dk1"/>
                </a:solidFill>
                <a:latin typeface="Trebuchet MS"/>
                <a:ea typeface="Trebuchet MS"/>
                <a:cs typeface="Trebuchet MS"/>
                <a:sym typeface="Trebuchet MS"/>
              </a:defRPr>
            </a:lvl3pPr>
            <a:lvl4pPr indent="-330200" lvl="3" marL="1828800" marR="0" rtl="0" algn="l">
              <a:spcBef>
                <a:spcPts val="400"/>
              </a:spcBef>
              <a:spcAft>
                <a:spcPts val="0"/>
              </a:spcAft>
              <a:buClr>
                <a:srgbClr val="FF0000"/>
              </a:buClr>
              <a:buSzPts val="1600"/>
              <a:buFont typeface="Noto Sans Symbols"/>
              <a:buChar char="⚫"/>
              <a:defRPr b="0" i="0" sz="2000" u="none" cap="none" strike="noStrike">
                <a:solidFill>
                  <a:srgbClr val="6C6C6C"/>
                </a:solidFill>
                <a:latin typeface="Trebuchet MS"/>
                <a:ea typeface="Trebuchet MS"/>
                <a:cs typeface="Trebuchet MS"/>
                <a:sym typeface="Trebuchet MS"/>
              </a:defRPr>
            </a:lvl4pPr>
            <a:lvl5pPr indent="-308610" lvl="4" marL="2286000" marR="0" rtl="0" algn="l">
              <a:spcBef>
                <a:spcPts val="400"/>
              </a:spcBef>
              <a:spcAft>
                <a:spcPts val="0"/>
              </a:spcAft>
              <a:buClr>
                <a:srgbClr val="FF0000"/>
              </a:buClr>
              <a:buSzPts val="1260"/>
              <a:buFont typeface="Noto Sans Symbols"/>
              <a:buChar char="◉"/>
              <a:defRPr b="0" i="0" sz="1800" u="none" cap="none" strike="noStrike">
                <a:solidFill>
                  <a:schemeClr val="dk1"/>
                </a:solidFill>
                <a:latin typeface="Trebuchet MS"/>
                <a:ea typeface="Trebuchet MS"/>
                <a:cs typeface="Trebuchet MS"/>
                <a:sym typeface="Trebuchet MS"/>
              </a:defRPr>
            </a:lvl5pPr>
            <a:lvl6pPr indent="-320040" lvl="5" marL="2743200" marR="0" rtl="0" algn="l">
              <a:spcBef>
                <a:spcPts val="400"/>
              </a:spcBef>
              <a:spcAft>
                <a:spcPts val="0"/>
              </a:spcAft>
              <a:buClr>
                <a:schemeClr val="accent4"/>
              </a:buClr>
              <a:buSzPts val="1440"/>
              <a:buFont typeface="Noto Sans Symbols"/>
              <a:buChar char="⚫"/>
              <a:defRPr b="0" i="0" sz="1800" u="none" cap="none" strike="noStrike">
                <a:solidFill>
                  <a:srgbClr val="6C6C6C"/>
                </a:solidFill>
                <a:latin typeface="Trebuchet MS"/>
                <a:ea typeface="Trebuchet MS"/>
                <a:cs typeface="Trebuchet MS"/>
                <a:sym typeface="Trebuchet MS"/>
              </a:defRPr>
            </a:lvl6pPr>
            <a:lvl7pPr indent="-309880" lvl="6" marL="3200400" marR="0" rtl="0" algn="l">
              <a:spcBef>
                <a:spcPts val="320"/>
              </a:spcBef>
              <a:spcAft>
                <a:spcPts val="0"/>
              </a:spcAft>
              <a:buClr>
                <a:schemeClr val="accent4"/>
              </a:buClr>
              <a:buSzPts val="1280"/>
              <a:buFont typeface="Noto Sans Symbols"/>
              <a:buChar char="◼"/>
              <a:defRPr b="0" i="0" sz="1600" u="none" cap="none" strike="noStrike">
                <a:solidFill>
                  <a:schemeClr val="dk1"/>
                </a:solidFill>
                <a:latin typeface="Trebuchet MS"/>
                <a:ea typeface="Trebuchet MS"/>
                <a:cs typeface="Trebuchet MS"/>
                <a:sym typeface="Trebuchet MS"/>
              </a:defRPr>
            </a:lvl7pPr>
            <a:lvl8pPr indent="-330200" lvl="7" marL="3657600" marR="0" rtl="0" algn="l">
              <a:spcBef>
                <a:spcPts val="300"/>
              </a:spcBef>
              <a:spcAft>
                <a:spcPts val="0"/>
              </a:spcAft>
              <a:buClr>
                <a:schemeClr val="accent4"/>
              </a:buClr>
              <a:buSzPts val="1600"/>
              <a:buFont typeface="Trebuchet MS"/>
              <a:buChar char="•"/>
              <a:defRPr b="0" i="0" sz="1600" u="none" cap="none" strike="noStrike">
                <a:solidFill>
                  <a:srgbClr val="6C6C6C"/>
                </a:solidFill>
                <a:latin typeface="Trebuchet MS"/>
                <a:ea typeface="Trebuchet MS"/>
                <a:cs typeface="Trebuchet MS"/>
                <a:sym typeface="Trebuchet MS"/>
              </a:defRPr>
            </a:lvl8pPr>
            <a:lvl9pPr indent="-317500" lvl="8" marL="4114800" marR="0" rtl="0" algn="l">
              <a:spcBef>
                <a:spcPts val="280"/>
              </a:spcBef>
              <a:spcAft>
                <a:spcPts val="0"/>
              </a:spcAft>
              <a:buClr>
                <a:schemeClr val="accent4"/>
              </a:buClr>
              <a:buSzPts val="1400"/>
              <a:buFont typeface="Noto Sans Symbols"/>
              <a:buChar char="▪"/>
              <a:defRPr b="0" i="0" sz="1400" u="none" cap="none" strike="noStrike">
                <a:solidFill>
                  <a:schemeClr val="dk1"/>
                </a:solidFill>
                <a:latin typeface="Trebuchet MS"/>
                <a:ea typeface="Trebuchet MS"/>
                <a:cs typeface="Trebuchet MS"/>
                <a:sym typeface="Trebuchet MS"/>
              </a:defRPr>
            </a:lvl9pPr>
          </a:lstStyle>
          <a:p/>
        </p:txBody>
      </p:sp>
      <p:sp>
        <p:nvSpPr>
          <p:cNvPr id="917" name="Google Shape;917;p130"/>
          <p:cNvSpPr txBox="1"/>
          <p:nvPr>
            <p:ph idx="10" type="dt"/>
          </p:nvPr>
        </p:nvSpPr>
        <p:spPr>
          <a:xfrm>
            <a:off x="4246562" y="6557962"/>
            <a:ext cx="2001837" cy="227012"/>
          </a:xfrm>
          <a:prstGeom prst="rect">
            <a:avLst/>
          </a:prstGeom>
          <a:noFill/>
          <a:ln>
            <a:noFill/>
          </a:ln>
        </p:spPr>
        <p:txBody>
          <a:bodyPr anchorCtr="0" anchor="b" bIns="0" lIns="91425" spcFirstLastPara="1" rIns="91425" wrap="square" tIns="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18" name="Google Shape;918;p130"/>
          <p:cNvSpPr txBox="1"/>
          <p:nvPr>
            <p:ph idx="11" type="ftr"/>
          </p:nvPr>
        </p:nvSpPr>
        <p:spPr>
          <a:xfrm>
            <a:off x="457200" y="6557962"/>
            <a:ext cx="3657600" cy="228600"/>
          </a:xfrm>
          <a:prstGeom prst="rect">
            <a:avLst/>
          </a:prstGeom>
          <a:noFill/>
          <a:ln>
            <a:noFill/>
          </a:ln>
        </p:spPr>
        <p:txBody>
          <a:bodyPr anchorCtr="0" anchor="b" bIns="0" lIns="91425" spcFirstLastPara="1" rIns="91425" wrap="square" tIns="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19" name="Google Shape;919;p130"/>
          <p:cNvSpPr txBox="1"/>
          <p:nvPr>
            <p:ph idx="12" type="sldNum"/>
          </p:nvPr>
        </p:nvSpPr>
        <p:spPr>
          <a:xfrm>
            <a:off x="6251575" y="6556375"/>
            <a:ext cx="588962" cy="2286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2"/>
              </a:buClr>
              <a:buSzPts val="1100"/>
              <a:buFont typeface="Times New Roman"/>
              <a:buNone/>
              <a:defRPr b="0" i="0" sz="1100" u="none">
                <a:solidFill>
                  <a:schemeClr val="dk2"/>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84" name="Shape 984"/>
        <p:cNvGrpSpPr/>
        <p:nvPr/>
      </p:nvGrpSpPr>
      <p:grpSpPr>
        <a:xfrm>
          <a:off x="0" y="0"/>
          <a:ext cx="0" cy="0"/>
          <a:chOff x="0" y="0"/>
          <a:chExt cx="0" cy="0"/>
        </a:xfrm>
      </p:grpSpPr>
      <p:sp>
        <p:nvSpPr>
          <p:cNvPr id="985" name="Google Shape;985;p141"/>
          <p:cNvSpPr txBox="1"/>
          <p:nvPr/>
        </p:nvSpPr>
        <p:spPr>
          <a:xfrm>
            <a:off x="0" y="6705600"/>
            <a:ext cx="9144000" cy="1524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6" name="Google Shape;986;p141"/>
          <p:cNvSpPr txBox="1"/>
          <p:nvPr/>
        </p:nvSpPr>
        <p:spPr>
          <a:xfrm>
            <a:off x="0" y="0"/>
            <a:ext cx="9144000" cy="13938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7" name="Google Shape;987;p141"/>
          <p:cNvSpPr txBox="1"/>
          <p:nvPr/>
        </p:nvSpPr>
        <p:spPr>
          <a:xfrm>
            <a:off x="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8" name="Google Shape;988;p141"/>
          <p:cNvSpPr txBox="1"/>
          <p:nvPr/>
        </p:nvSpPr>
        <p:spPr>
          <a:xfrm>
            <a:off x="899160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89" name="Google Shape;989;p141"/>
          <p:cNvSpPr txBox="1"/>
          <p:nvPr/>
        </p:nvSpPr>
        <p:spPr>
          <a:xfrm>
            <a:off x="149225" y="6388100"/>
            <a:ext cx="8832850" cy="309562"/>
          </a:xfrm>
          <a:prstGeom prst="rect">
            <a:avLst/>
          </a:prstGeom>
          <a:solidFill>
            <a:srgbClr val="8CADA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0" name="Google Shape;990;p141"/>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91" name="Google Shape;991;p141"/>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92" name="Google Shape;992;p141"/>
          <p:cNvSpPr txBox="1"/>
          <p:nvPr/>
        </p:nvSpPr>
        <p:spPr>
          <a:xfrm>
            <a:off x="152400" y="155575"/>
            <a:ext cx="8832850" cy="6546850"/>
          </a:xfrm>
          <a:prstGeom prst="rect">
            <a:avLst/>
          </a:prstGeom>
          <a:noFill/>
          <a:ln cap="flat" cmpd="sng" w="9525">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993" name="Google Shape;993;p141"/>
          <p:cNvCxnSpPr/>
          <p:nvPr/>
        </p:nvCxnSpPr>
        <p:spPr>
          <a:xfrm>
            <a:off x="152400" y="1276350"/>
            <a:ext cx="8832850" cy="0"/>
          </a:xfrm>
          <a:prstGeom prst="straightConnector1">
            <a:avLst/>
          </a:prstGeom>
          <a:noFill/>
          <a:ln cap="flat" cmpd="sng" w="9525">
            <a:solidFill>
              <a:srgbClr val="7B9899"/>
            </a:solidFill>
            <a:prstDash val="solid"/>
            <a:miter lim="800000"/>
            <a:headEnd len="med" w="med" type="none"/>
            <a:tailEnd len="med" w="med" type="none"/>
          </a:ln>
        </p:spPr>
      </p:cxnSp>
      <p:sp>
        <p:nvSpPr>
          <p:cNvPr id="994" name="Google Shape;994;p141"/>
          <p:cNvSpPr/>
          <p:nvPr/>
        </p:nvSpPr>
        <p:spPr>
          <a:xfrm>
            <a:off x="4267200" y="955675"/>
            <a:ext cx="609600" cy="60960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5" name="Google Shape;995;p141"/>
          <p:cNvSpPr/>
          <p:nvPr/>
        </p:nvSpPr>
        <p:spPr>
          <a:xfrm>
            <a:off x="4362450" y="1050925"/>
            <a:ext cx="419100" cy="420687"/>
          </a:xfrm>
          <a:prstGeom prst="ellipse">
            <a:avLst/>
          </a:prstGeom>
          <a:solidFill>
            <a:srgbClr val="FFFFFF"/>
          </a:solidFill>
          <a:ln cap="rnd" cmpd="dbl" w="50800">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996" name="Google Shape;996;p141"/>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997" name="Google Shape;997;p141"/>
          <p:cNvSpPr txBox="1"/>
          <p:nvPr>
            <p:ph type="title"/>
          </p:nvPr>
        </p:nvSpPr>
        <p:spPr>
          <a:xfrm>
            <a:off x="301625" y="228600"/>
            <a:ext cx="8534400" cy="758825"/>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1pPr>
            <a:lvl2pPr lvl="1"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2pPr>
            <a:lvl3pPr lvl="2"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3pPr>
            <a:lvl4pPr lvl="3"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4pPr>
            <a:lvl5pPr lvl="4"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5pPr>
            <a:lvl6pPr lvl="5"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6pPr>
            <a:lvl7pPr lvl="6"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7pPr>
            <a:lvl8pPr lvl="7"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8pPr>
            <a:lvl9pPr lvl="8"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9pPr>
          </a:lstStyle>
          <a:p/>
        </p:txBody>
      </p:sp>
      <p:sp>
        <p:nvSpPr>
          <p:cNvPr id="998" name="Google Shape;998;p141"/>
          <p:cNvSpPr txBox="1"/>
          <p:nvPr>
            <p:ph idx="1" type="body"/>
          </p:nvPr>
        </p:nvSpPr>
        <p:spPr>
          <a:xfrm>
            <a:off x="301625" y="1524000"/>
            <a:ext cx="8534400" cy="4598987"/>
          </a:xfrm>
          <a:prstGeom prst="rect">
            <a:avLst/>
          </a:prstGeom>
          <a:noFill/>
          <a:ln>
            <a:noFill/>
          </a:ln>
        </p:spPr>
        <p:txBody>
          <a:bodyPr anchorCtr="0" anchor="t" bIns="45700" lIns="91425" spcFirstLastPara="1" rIns="91425" wrap="square" tIns="45700">
            <a:noAutofit/>
          </a:bodyPr>
          <a:lstStyle>
            <a:lvl1pPr indent="-374333" lvl="0" marL="457200" marR="0" rtl="0" algn="l">
              <a:spcBef>
                <a:spcPts val="540"/>
              </a:spcBef>
              <a:spcAft>
                <a:spcPts val="0"/>
              </a:spcAft>
              <a:buClr>
                <a:schemeClr val="accent1"/>
              </a:buClr>
              <a:buSzPts val="2295"/>
              <a:buFont typeface="Noto Sans Symbols"/>
              <a:buChar char="⚫"/>
              <a:defRPr b="0" i="0" sz="2700" u="none" cap="none" strike="noStrike">
                <a:solidFill>
                  <a:schemeClr val="dk1"/>
                </a:solidFill>
                <a:latin typeface="Georgia"/>
                <a:ea typeface="Georgia"/>
                <a:cs typeface="Georgia"/>
                <a:sym typeface="Georgia"/>
              </a:defRPr>
            </a:lvl1pPr>
            <a:lvl2pPr indent="-326390" lvl="1" marL="914400" marR="0" rtl="0" algn="l">
              <a:spcBef>
                <a:spcPts val="440"/>
              </a:spcBef>
              <a:spcAft>
                <a:spcPts val="0"/>
              </a:spcAft>
              <a:buClr>
                <a:schemeClr val="accent2"/>
              </a:buClr>
              <a:buSzPts val="1540"/>
              <a:buFont typeface="Noto Sans Symbols"/>
              <a:buChar char="⚪"/>
              <a:defRPr b="0" i="0" sz="2200" u="none" cap="none" strike="noStrike">
                <a:solidFill>
                  <a:schemeClr val="dk2"/>
                </a:solidFill>
                <a:latin typeface="Georgia"/>
                <a:ea typeface="Georgia"/>
                <a:cs typeface="Georgia"/>
                <a:sym typeface="Georgia"/>
              </a:defRPr>
            </a:lvl2pPr>
            <a:lvl3pPr indent="-323850" lvl="2" marL="1371600" marR="0" rtl="0" algn="l">
              <a:spcBef>
                <a:spcPts val="400"/>
              </a:spcBef>
              <a:spcAft>
                <a:spcPts val="0"/>
              </a:spcAft>
              <a:buClr>
                <a:srgbClr val="8CADAE"/>
              </a:buClr>
              <a:buSzPts val="1500"/>
              <a:buFont typeface="Noto Sans Symbols"/>
              <a:buChar char="⯍"/>
              <a:defRPr b="0" i="0" sz="2000" u="none" cap="none" strike="noStrike">
                <a:solidFill>
                  <a:schemeClr val="dk1"/>
                </a:solidFill>
                <a:latin typeface="Georgia"/>
                <a:ea typeface="Georgia"/>
                <a:cs typeface="Georgia"/>
                <a:sym typeface="Georgia"/>
              </a:defRPr>
            </a:lvl3pPr>
            <a:lvl4pPr indent="-317500" lvl="3" marL="1828800" marR="0" rtl="0" algn="l">
              <a:spcBef>
                <a:spcPts val="400"/>
              </a:spcBef>
              <a:spcAft>
                <a:spcPts val="0"/>
              </a:spcAft>
              <a:buClr>
                <a:srgbClr val="8C7B70"/>
              </a:buClr>
              <a:buSzPts val="1400"/>
              <a:buFont typeface="Noto Sans Symbols"/>
              <a:buChar char="🞆"/>
              <a:defRPr b="0" i="0" sz="2000" u="none" cap="none" strike="noStrike">
                <a:solidFill>
                  <a:schemeClr val="dk2"/>
                </a:solidFill>
                <a:latin typeface="Georgia"/>
                <a:ea typeface="Georgia"/>
                <a:cs typeface="Georgia"/>
                <a:sym typeface="Georgia"/>
              </a:defRPr>
            </a:lvl4pPr>
            <a:lvl5pPr indent="-342900" lvl="4" marL="2286000" marR="0" rtl="0" algn="l">
              <a:spcBef>
                <a:spcPts val="360"/>
              </a:spcBef>
              <a:spcAft>
                <a:spcPts val="0"/>
              </a:spcAft>
              <a:buClr>
                <a:srgbClr val="8FB08C"/>
              </a:buClr>
              <a:buSzPts val="1800"/>
              <a:buFont typeface="Georgia"/>
              <a:buChar char="•"/>
              <a:defRPr b="0" i="0" sz="1800" u="none" cap="none" strike="noStrike">
                <a:solidFill>
                  <a:schemeClr val="dk1"/>
                </a:solidFill>
                <a:latin typeface="Georgia"/>
                <a:ea typeface="Georgia"/>
                <a:cs typeface="Georgia"/>
                <a:sym typeface="Georgia"/>
              </a:defRPr>
            </a:lvl5pPr>
            <a:lvl6pPr indent="-320040" lvl="5" marL="2743200" marR="0" rtl="0" algn="l">
              <a:spcBef>
                <a:spcPts val="360"/>
              </a:spcBef>
              <a:spcAft>
                <a:spcPts val="0"/>
              </a:spcAft>
              <a:buClr>
                <a:schemeClr val="accent6"/>
              </a:buClr>
              <a:buSzPts val="1440"/>
              <a:buFont typeface="Noto Sans Symbols"/>
              <a:buChar char="⚫"/>
              <a:defRPr b="0" i="0" sz="1800" u="none" cap="none" strike="noStrike">
                <a:solidFill>
                  <a:schemeClr val="dk1"/>
                </a:solidFill>
                <a:latin typeface="Georgia"/>
                <a:ea typeface="Georgia"/>
                <a:cs typeface="Georgia"/>
                <a:sym typeface="Georgia"/>
              </a:defRPr>
            </a:lvl6pPr>
            <a:lvl7pPr indent="-320040" lvl="6" marL="3200400" marR="0" rtl="0" algn="l">
              <a:spcBef>
                <a:spcPts val="320"/>
              </a:spcBef>
              <a:spcAft>
                <a:spcPts val="0"/>
              </a:spcAft>
              <a:buClr>
                <a:srgbClr val="B75640"/>
              </a:buClr>
              <a:buSzPts val="1440"/>
              <a:buFont typeface="Georgia"/>
              <a:buChar char="•"/>
              <a:defRPr b="0" i="0" sz="1600" u="none" cap="none" strike="noStrike">
                <a:solidFill>
                  <a:schemeClr val="dk1"/>
                </a:solidFill>
                <a:latin typeface="Georgia"/>
                <a:ea typeface="Georgia"/>
                <a:cs typeface="Georgia"/>
                <a:sym typeface="Georgia"/>
              </a:defRPr>
            </a:lvl7pPr>
            <a:lvl8pPr indent="-330200" lvl="7" marL="3657600" marR="0" rtl="0" algn="l">
              <a:spcBef>
                <a:spcPts val="320"/>
              </a:spcBef>
              <a:spcAft>
                <a:spcPts val="0"/>
              </a:spcAft>
              <a:buClr>
                <a:srgbClr val="7A6B62"/>
              </a:buClr>
              <a:buSzPts val="1600"/>
              <a:buFont typeface="Georgia"/>
              <a:buChar char="•"/>
              <a:defRPr b="0" i="0" sz="1600" u="none" cap="none" strike="noStrike">
                <a:solidFill>
                  <a:schemeClr val="dk1"/>
                </a:solidFill>
                <a:latin typeface="Georgia"/>
                <a:ea typeface="Georgia"/>
                <a:cs typeface="Georgia"/>
                <a:sym typeface="Georgia"/>
              </a:defRPr>
            </a:lvl8pPr>
            <a:lvl9pPr indent="-308610" lvl="8" marL="4114800" marR="0" rtl="0" algn="l">
              <a:spcBef>
                <a:spcPts val="280"/>
              </a:spcBef>
              <a:spcAft>
                <a:spcPts val="0"/>
              </a:spcAft>
              <a:buClr>
                <a:srgbClr val="B29D00"/>
              </a:buClr>
              <a:buSzPts val="1260"/>
              <a:buFont typeface="Georgia"/>
              <a:buChar char="•"/>
              <a:defRPr b="0" i="0" sz="1400" u="none" cap="none" strike="noStrike">
                <a:solidFill>
                  <a:schemeClr val="dk1"/>
                </a:solidFill>
                <a:latin typeface="Georgia"/>
                <a:ea typeface="Georgia"/>
                <a:cs typeface="Georgia"/>
                <a:sym typeface="Georgia"/>
              </a:defRPr>
            </a:lvl9pPr>
          </a:lstStyle>
          <a:p/>
        </p:txBody>
      </p:sp>
    </p:spTree>
  </p:cSld>
  <p:clrMap accent1="accent1" accent2="accent2" accent3="accent3" accent4="accent4" accent5="accent5" accent6="accent6" bg1="lt1" bg2="dk2" tx1="dk1" tx2="lt2" folHlink="folHlink" hlink="hlink"/>
  <p:sldLayoutIdLst>
    <p:sldLayoutId id="2147483768" r:id="rId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6" name="Shape 1006"/>
        <p:cNvGrpSpPr/>
        <p:nvPr/>
      </p:nvGrpSpPr>
      <p:grpSpPr>
        <a:xfrm>
          <a:off x="0" y="0"/>
          <a:ext cx="0" cy="0"/>
          <a:chOff x="0" y="0"/>
          <a:chExt cx="0" cy="0"/>
        </a:xfrm>
      </p:grpSpPr>
      <p:sp>
        <p:nvSpPr>
          <p:cNvPr id="1007" name="Google Shape;1007;p143"/>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1008" name="Google Shape;1008;p143"/>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70"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8"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A5AB81"/>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D8B25C"/>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009" name="Google Shape;1009;p143"/>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10" name="Google Shape;1010;p143"/>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11" name="Google Shape;1011;p143"/>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2" name="Google Shape;1012;p143"/>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3" name="Google Shape;1013;p143"/>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014" name="Google Shape;1014;p143"/>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69" r:id="rId1"/>
    <p:sldLayoutId id="2147483770" r:id="rId2"/>
    <p:sldLayoutId id="2147483771" r:id="rId3"/>
    <p:sldLayoutId id="2147483772" r:id="rId4"/>
    <p:sldLayoutId id="2147483773" r:id="rId5"/>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6" name="Shape 1046"/>
        <p:cNvGrpSpPr/>
        <p:nvPr/>
      </p:nvGrpSpPr>
      <p:grpSpPr>
        <a:xfrm>
          <a:off x="0" y="0"/>
          <a:ext cx="0" cy="0"/>
          <a:chOff x="0" y="0"/>
          <a:chExt cx="0" cy="0"/>
        </a:xfrm>
      </p:grpSpPr>
      <p:sp>
        <p:nvSpPr>
          <p:cNvPr id="1047" name="Google Shape;1047;p14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048" name="Google Shape;1048;p14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49" name="Google Shape;1049;p1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50" name="Google Shape;1050;p1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51" name="Google Shape;1051;p1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898989"/>
              </a:buClr>
              <a:buSzPts val="1200"/>
              <a:buFont typeface="Times New Roman"/>
              <a:buNone/>
              <a:defRPr b="0" i="0" sz="1200" u="non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 id="2147483783" r:id="rId10"/>
    <p:sldLayoutId id="2147483784" r:id="rId1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1" name="Shape 1121"/>
        <p:cNvGrpSpPr/>
        <p:nvPr/>
      </p:nvGrpSpPr>
      <p:grpSpPr>
        <a:xfrm>
          <a:off x="0" y="0"/>
          <a:ext cx="0" cy="0"/>
          <a:chOff x="0" y="0"/>
          <a:chExt cx="0" cy="0"/>
        </a:xfrm>
      </p:grpSpPr>
      <p:sp>
        <p:nvSpPr>
          <p:cNvPr id="1122" name="Google Shape;1122;p161"/>
          <p:cNvSpPr txBox="1"/>
          <p:nvPr/>
        </p:nvSpPr>
        <p:spPr>
          <a:xfrm>
            <a:off x="0" y="6705600"/>
            <a:ext cx="9144000" cy="1524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23" name="Google Shape;1123;p161"/>
          <p:cNvSpPr txBox="1"/>
          <p:nvPr/>
        </p:nvSpPr>
        <p:spPr>
          <a:xfrm>
            <a:off x="0" y="0"/>
            <a:ext cx="9144000" cy="13938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24" name="Google Shape;1124;p161"/>
          <p:cNvSpPr txBox="1"/>
          <p:nvPr/>
        </p:nvSpPr>
        <p:spPr>
          <a:xfrm>
            <a:off x="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25" name="Google Shape;1125;p161"/>
          <p:cNvSpPr txBox="1"/>
          <p:nvPr/>
        </p:nvSpPr>
        <p:spPr>
          <a:xfrm>
            <a:off x="899160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26" name="Google Shape;1126;p161"/>
          <p:cNvSpPr txBox="1"/>
          <p:nvPr/>
        </p:nvSpPr>
        <p:spPr>
          <a:xfrm>
            <a:off x="149225" y="6388100"/>
            <a:ext cx="8832850" cy="309562"/>
          </a:xfrm>
          <a:prstGeom prst="rect">
            <a:avLst/>
          </a:prstGeom>
          <a:solidFill>
            <a:srgbClr val="8CADA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27" name="Google Shape;1127;p161"/>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28" name="Google Shape;1128;p161"/>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29" name="Google Shape;1129;p161"/>
          <p:cNvSpPr txBox="1"/>
          <p:nvPr/>
        </p:nvSpPr>
        <p:spPr>
          <a:xfrm>
            <a:off x="152400" y="155575"/>
            <a:ext cx="8832850" cy="6546850"/>
          </a:xfrm>
          <a:prstGeom prst="rect">
            <a:avLst/>
          </a:prstGeom>
          <a:noFill/>
          <a:ln cap="flat" cmpd="sng" w="9525">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30" name="Google Shape;1130;p161"/>
          <p:cNvCxnSpPr/>
          <p:nvPr/>
        </p:nvCxnSpPr>
        <p:spPr>
          <a:xfrm>
            <a:off x="152400" y="1276350"/>
            <a:ext cx="8832850" cy="0"/>
          </a:xfrm>
          <a:prstGeom prst="straightConnector1">
            <a:avLst/>
          </a:prstGeom>
          <a:noFill/>
          <a:ln cap="flat" cmpd="sng" w="9525">
            <a:solidFill>
              <a:srgbClr val="7B9899"/>
            </a:solidFill>
            <a:prstDash val="solid"/>
            <a:miter lim="800000"/>
            <a:headEnd len="med" w="med" type="none"/>
            <a:tailEnd len="med" w="med" type="none"/>
          </a:ln>
        </p:spPr>
      </p:cxnSp>
      <p:sp>
        <p:nvSpPr>
          <p:cNvPr id="1131" name="Google Shape;1131;p161"/>
          <p:cNvSpPr/>
          <p:nvPr/>
        </p:nvSpPr>
        <p:spPr>
          <a:xfrm>
            <a:off x="4267200" y="955675"/>
            <a:ext cx="609600" cy="60960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32" name="Google Shape;1132;p161"/>
          <p:cNvSpPr/>
          <p:nvPr/>
        </p:nvSpPr>
        <p:spPr>
          <a:xfrm>
            <a:off x="4362450" y="1050925"/>
            <a:ext cx="419100" cy="420687"/>
          </a:xfrm>
          <a:prstGeom prst="ellipse">
            <a:avLst/>
          </a:prstGeom>
          <a:solidFill>
            <a:srgbClr val="FFFFFF"/>
          </a:solidFill>
          <a:ln cap="rnd" cmpd="dbl" w="50800">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33" name="Google Shape;1133;p161"/>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1134" name="Google Shape;1134;p161"/>
          <p:cNvSpPr txBox="1"/>
          <p:nvPr>
            <p:ph type="title"/>
          </p:nvPr>
        </p:nvSpPr>
        <p:spPr>
          <a:xfrm>
            <a:off x="301625" y="228600"/>
            <a:ext cx="8534400" cy="758825"/>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1pPr>
            <a:lvl2pPr lvl="1"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2pPr>
            <a:lvl3pPr lvl="2"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3pPr>
            <a:lvl4pPr lvl="3"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4pPr>
            <a:lvl5pPr lvl="4"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5pPr>
            <a:lvl6pPr lvl="5"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6pPr>
            <a:lvl7pPr lvl="6"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7pPr>
            <a:lvl8pPr lvl="7"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8pPr>
            <a:lvl9pPr lvl="8"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9pPr>
          </a:lstStyle>
          <a:p/>
        </p:txBody>
      </p:sp>
      <p:sp>
        <p:nvSpPr>
          <p:cNvPr id="1135" name="Google Shape;1135;p161"/>
          <p:cNvSpPr txBox="1"/>
          <p:nvPr>
            <p:ph idx="1" type="body"/>
          </p:nvPr>
        </p:nvSpPr>
        <p:spPr>
          <a:xfrm>
            <a:off x="301625" y="1524000"/>
            <a:ext cx="8534400" cy="4598987"/>
          </a:xfrm>
          <a:prstGeom prst="rect">
            <a:avLst/>
          </a:prstGeom>
          <a:noFill/>
          <a:ln>
            <a:noFill/>
          </a:ln>
        </p:spPr>
        <p:txBody>
          <a:bodyPr anchorCtr="0" anchor="t" bIns="45700" lIns="91425" spcFirstLastPara="1" rIns="91425" wrap="square" tIns="45700">
            <a:noAutofit/>
          </a:bodyPr>
          <a:lstStyle>
            <a:lvl1pPr indent="-374333" lvl="0" marL="457200" marR="0" rtl="0" algn="l">
              <a:spcBef>
                <a:spcPts val="540"/>
              </a:spcBef>
              <a:spcAft>
                <a:spcPts val="0"/>
              </a:spcAft>
              <a:buClr>
                <a:schemeClr val="accent1"/>
              </a:buClr>
              <a:buSzPts val="2295"/>
              <a:buFont typeface="Noto Sans Symbols"/>
              <a:buChar char="⚫"/>
              <a:defRPr b="0" i="0" sz="2700" u="none" cap="none" strike="noStrike">
                <a:solidFill>
                  <a:schemeClr val="dk1"/>
                </a:solidFill>
                <a:latin typeface="Georgia"/>
                <a:ea typeface="Georgia"/>
                <a:cs typeface="Georgia"/>
                <a:sym typeface="Georgia"/>
              </a:defRPr>
            </a:lvl1pPr>
            <a:lvl2pPr indent="-326390" lvl="1" marL="914400" marR="0" rtl="0" algn="l">
              <a:spcBef>
                <a:spcPts val="440"/>
              </a:spcBef>
              <a:spcAft>
                <a:spcPts val="0"/>
              </a:spcAft>
              <a:buClr>
                <a:schemeClr val="accent2"/>
              </a:buClr>
              <a:buSzPts val="1540"/>
              <a:buFont typeface="Noto Sans Symbols"/>
              <a:buChar char="⚪"/>
              <a:defRPr b="0" i="0" sz="2200" u="none" cap="none" strike="noStrike">
                <a:solidFill>
                  <a:schemeClr val="dk2"/>
                </a:solidFill>
                <a:latin typeface="Georgia"/>
                <a:ea typeface="Georgia"/>
                <a:cs typeface="Georgia"/>
                <a:sym typeface="Georgia"/>
              </a:defRPr>
            </a:lvl2pPr>
            <a:lvl3pPr indent="-323850" lvl="2" marL="1371600" marR="0" rtl="0" algn="l">
              <a:spcBef>
                <a:spcPts val="400"/>
              </a:spcBef>
              <a:spcAft>
                <a:spcPts val="0"/>
              </a:spcAft>
              <a:buClr>
                <a:srgbClr val="8CADAE"/>
              </a:buClr>
              <a:buSzPts val="1500"/>
              <a:buFont typeface="Noto Sans Symbols"/>
              <a:buChar char="⯍"/>
              <a:defRPr b="0" i="0" sz="2000" u="none" cap="none" strike="noStrike">
                <a:solidFill>
                  <a:schemeClr val="dk1"/>
                </a:solidFill>
                <a:latin typeface="Georgia"/>
                <a:ea typeface="Georgia"/>
                <a:cs typeface="Georgia"/>
                <a:sym typeface="Georgia"/>
              </a:defRPr>
            </a:lvl3pPr>
            <a:lvl4pPr indent="-317500" lvl="3" marL="1828800" marR="0" rtl="0" algn="l">
              <a:spcBef>
                <a:spcPts val="400"/>
              </a:spcBef>
              <a:spcAft>
                <a:spcPts val="0"/>
              </a:spcAft>
              <a:buClr>
                <a:srgbClr val="8C7B70"/>
              </a:buClr>
              <a:buSzPts val="1400"/>
              <a:buFont typeface="Noto Sans Symbols"/>
              <a:buChar char="🞆"/>
              <a:defRPr b="0" i="0" sz="2000" u="none" cap="none" strike="noStrike">
                <a:solidFill>
                  <a:schemeClr val="dk2"/>
                </a:solidFill>
                <a:latin typeface="Georgia"/>
                <a:ea typeface="Georgia"/>
                <a:cs typeface="Georgia"/>
                <a:sym typeface="Georgia"/>
              </a:defRPr>
            </a:lvl4pPr>
            <a:lvl5pPr indent="-342900" lvl="4" marL="2286000" marR="0" rtl="0" algn="l">
              <a:spcBef>
                <a:spcPts val="360"/>
              </a:spcBef>
              <a:spcAft>
                <a:spcPts val="0"/>
              </a:spcAft>
              <a:buClr>
                <a:srgbClr val="8FB08C"/>
              </a:buClr>
              <a:buSzPts val="1800"/>
              <a:buFont typeface="Georgia"/>
              <a:buChar char="•"/>
              <a:defRPr b="0" i="0" sz="1800" u="none" cap="none" strike="noStrike">
                <a:solidFill>
                  <a:schemeClr val="dk1"/>
                </a:solidFill>
                <a:latin typeface="Georgia"/>
                <a:ea typeface="Georgia"/>
                <a:cs typeface="Georgia"/>
                <a:sym typeface="Georgia"/>
              </a:defRPr>
            </a:lvl5pPr>
            <a:lvl6pPr indent="-320040" lvl="5" marL="2743200" marR="0" rtl="0" algn="l">
              <a:spcBef>
                <a:spcPts val="360"/>
              </a:spcBef>
              <a:spcAft>
                <a:spcPts val="0"/>
              </a:spcAft>
              <a:buClr>
                <a:schemeClr val="accent6"/>
              </a:buClr>
              <a:buSzPts val="1440"/>
              <a:buFont typeface="Noto Sans Symbols"/>
              <a:buChar char="⚫"/>
              <a:defRPr b="0" i="0" sz="1800" u="none" cap="none" strike="noStrike">
                <a:solidFill>
                  <a:schemeClr val="dk1"/>
                </a:solidFill>
                <a:latin typeface="Georgia"/>
                <a:ea typeface="Georgia"/>
                <a:cs typeface="Georgia"/>
                <a:sym typeface="Georgia"/>
              </a:defRPr>
            </a:lvl6pPr>
            <a:lvl7pPr indent="-320040" lvl="6" marL="3200400" marR="0" rtl="0" algn="l">
              <a:spcBef>
                <a:spcPts val="320"/>
              </a:spcBef>
              <a:spcAft>
                <a:spcPts val="0"/>
              </a:spcAft>
              <a:buClr>
                <a:srgbClr val="B75640"/>
              </a:buClr>
              <a:buSzPts val="1440"/>
              <a:buFont typeface="Georgia"/>
              <a:buChar char="•"/>
              <a:defRPr b="0" i="0" sz="1600" u="none" cap="none" strike="noStrike">
                <a:solidFill>
                  <a:schemeClr val="dk1"/>
                </a:solidFill>
                <a:latin typeface="Georgia"/>
                <a:ea typeface="Georgia"/>
                <a:cs typeface="Georgia"/>
                <a:sym typeface="Georgia"/>
              </a:defRPr>
            </a:lvl7pPr>
            <a:lvl8pPr indent="-330200" lvl="7" marL="3657600" marR="0" rtl="0" algn="l">
              <a:spcBef>
                <a:spcPts val="320"/>
              </a:spcBef>
              <a:spcAft>
                <a:spcPts val="0"/>
              </a:spcAft>
              <a:buClr>
                <a:srgbClr val="7A6B62"/>
              </a:buClr>
              <a:buSzPts val="1600"/>
              <a:buFont typeface="Georgia"/>
              <a:buChar char="•"/>
              <a:defRPr b="0" i="0" sz="1600" u="none" cap="none" strike="noStrike">
                <a:solidFill>
                  <a:schemeClr val="dk1"/>
                </a:solidFill>
                <a:latin typeface="Georgia"/>
                <a:ea typeface="Georgia"/>
                <a:cs typeface="Georgia"/>
                <a:sym typeface="Georgia"/>
              </a:defRPr>
            </a:lvl8pPr>
            <a:lvl9pPr indent="-308610" lvl="8" marL="4114800" marR="0" rtl="0" algn="l">
              <a:spcBef>
                <a:spcPts val="280"/>
              </a:spcBef>
              <a:spcAft>
                <a:spcPts val="0"/>
              </a:spcAft>
              <a:buClr>
                <a:srgbClr val="B29D00"/>
              </a:buClr>
              <a:buSzPts val="1260"/>
              <a:buFont typeface="Georgia"/>
              <a:buChar char="•"/>
              <a:defRPr b="0" i="0" sz="1400" u="none" cap="none" strike="noStrike">
                <a:solidFill>
                  <a:schemeClr val="dk1"/>
                </a:solidFill>
                <a:latin typeface="Georgia"/>
                <a:ea typeface="Georgia"/>
                <a:cs typeface="Georgia"/>
                <a:sym typeface="Georgia"/>
              </a:defRPr>
            </a:lvl9pPr>
          </a:lstStyle>
          <a:p/>
        </p:txBody>
      </p:sp>
    </p:spTree>
  </p:cSld>
  <p:clrMap accent1="accent1" accent2="accent2" accent3="accent3" accent4="accent4" accent5="accent5" accent6="accent6" bg1="lt1" bg2="dk2" tx1="dk1" tx2="lt2" folHlink="folHlink" hlink="hlink"/>
  <p:sldLayoutIdLst>
    <p:sldLayoutId id="2147483785" r:id="rId1"/>
    <p:sldLayoutId id="2147483786" r:id="rId2"/>
    <p:sldLayoutId id="2147483787" r:id="rId3"/>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7" name="Shape 1157"/>
        <p:cNvGrpSpPr/>
        <p:nvPr/>
      </p:nvGrpSpPr>
      <p:grpSpPr>
        <a:xfrm>
          <a:off x="0" y="0"/>
          <a:ext cx="0" cy="0"/>
          <a:chOff x="0" y="0"/>
          <a:chExt cx="0" cy="0"/>
        </a:xfrm>
      </p:grpSpPr>
      <p:sp>
        <p:nvSpPr>
          <p:cNvPr id="1158" name="Google Shape;1158;p165"/>
          <p:cNvSpPr txBox="1"/>
          <p:nvPr/>
        </p:nvSpPr>
        <p:spPr>
          <a:xfrm>
            <a:off x="0" y="6705600"/>
            <a:ext cx="9144000" cy="1524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59" name="Google Shape;1159;p165"/>
          <p:cNvSpPr txBox="1"/>
          <p:nvPr/>
        </p:nvSpPr>
        <p:spPr>
          <a:xfrm>
            <a:off x="0" y="0"/>
            <a:ext cx="9144000" cy="13938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0" name="Google Shape;1160;p165"/>
          <p:cNvSpPr txBox="1"/>
          <p:nvPr/>
        </p:nvSpPr>
        <p:spPr>
          <a:xfrm>
            <a:off x="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1" name="Google Shape;1161;p165"/>
          <p:cNvSpPr txBox="1"/>
          <p:nvPr/>
        </p:nvSpPr>
        <p:spPr>
          <a:xfrm>
            <a:off x="899160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2" name="Google Shape;1162;p165"/>
          <p:cNvSpPr txBox="1"/>
          <p:nvPr/>
        </p:nvSpPr>
        <p:spPr>
          <a:xfrm>
            <a:off x="149225" y="6388100"/>
            <a:ext cx="8832850" cy="309562"/>
          </a:xfrm>
          <a:prstGeom prst="rect">
            <a:avLst/>
          </a:prstGeom>
          <a:solidFill>
            <a:srgbClr val="8CADA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3" name="Google Shape;1163;p165"/>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64" name="Google Shape;1164;p165"/>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65" name="Google Shape;1165;p165"/>
          <p:cNvSpPr txBox="1"/>
          <p:nvPr/>
        </p:nvSpPr>
        <p:spPr>
          <a:xfrm>
            <a:off x="152400" y="155575"/>
            <a:ext cx="8832850" cy="6546850"/>
          </a:xfrm>
          <a:prstGeom prst="rect">
            <a:avLst/>
          </a:prstGeom>
          <a:noFill/>
          <a:ln cap="flat" cmpd="sng" w="9525">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166" name="Google Shape;1166;p165"/>
          <p:cNvCxnSpPr/>
          <p:nvPr/>
        </p:nvCxnSpPr>
        <p:spPr>
          <a:xfrm>
            <a:off x="152400" y="1276350"/>
            <a:ext cx="8832850" cy="0"/>
          </a:xfrm>
          <a:prstGeom prst="straightConnector1">
            <a:avLst/>
          </a:prstGeom>
          <a:noFill/>
          <a:ln cap="flat" cmpd="sng" w="9525">
            <a:solidFill>
              <a:srgbClr val="7B9899"/>
            </a:solidFill>
            <a:prstDash val="solid"/>
            <a:miter lim="800000"/>
            <a:headEnd len="med" w="med" type="none"/>
            <a:tailEnd len="med" w="med" type="none"/>
          </a:ln>
        </p:spPr>
      </p:cxnSp>
      <p:sp>
        <p:nvSpPr>
          <p:cNvPr id="1167" name="Google Shape;1167;p165"/>
          <p:cNvSpPr/>
          <p:nvPr/>
        </p:nvSpPr>
        <p:spPr>
          <a:xfrm>
            <a:off x="4267200" y="955675"/>
            <a:ext cx="609600" cy="60960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8" name="Google Shape;1168;p165"/>
          <p:cNvSpPr/>
          <p:nvPr/>
        </p:nvSpPr>
        <p:spPr>
          <a:xfrm>
            <a:off x="4362450" y="1050925"/>
            <a:ext cx="419100" cy="420687"/>
          </a:xfrm>
          <a:prstGeom prst="ellipse">
            <a:avLst/>
          </a:prstGeom>
          <a:solidFill>
            <a:srgbClr val="FFFFFF"/>
          </a:solidFill>
          <a:ln cap="rnd" cmpd="dbl" w="50800">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69" name="Google Shape;1169;p165"/>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
        <p:nvSpPr>
          <p:cNvPr id="1170" name="Google Shape;1170;p165"/>
          <p:cNvSpPr txBox="1"/>
          <p:nvPr>
            <p:ph type="title"/>
          </p:nvPr>
        </p:nvSpPr>
        <p:spPr>
          <a:xfrm>
            <a:off x="301625" y="228600"/>
            <a:ext cx="8534400" cy="758825"/>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1pPr>
            <a:lvl2pPr lvl="1"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2pPr>
            <a:lvl3pPr lvl="2"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3pPr>
            <a:lvl4pPr lvl="3"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4pPr>
            <a:lvl5pPr lvl="4"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5pPr>
            <a:lvl6pPr lvl="5"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6pPr>
            <a:lvl7pPr lvl="6"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7pPr>
            <a:lvl8pPr lvl="7"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8pPr>
            <a:lvl9pPr lvl="8"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9pPr>
          </a:lstStyle>
          <a:p/>
        </p:txBody>
      </p:sp>
      <p:sp>
        <p:nvSpPr>
          <p:cNvPr id="1171" name="Google Shape;1171;p165"/>
          <p:cNvSpPr txBox="1"/>
          <p:nvPr>
            <p:ph idx="1" type="body"/>
          </p:nvPr>
        </p:nvSpPr>
        <p:spPr>
          <a:xfrm>
            <a:off x="301625" y="1524000"/>
            <a:ext cx="8534400" cy="4598987"/>
          </a:xfrm>
          <a:prstGeom prst="rect">
            <a:avLst/>
          </a:prstGeom>
          <a:noFill/>
          <a:ln>
            <a:noFill/>
          </a:ln>
        </p:spPr>
        <p:txBody>
          <a:bodyPr anchorCtr="0" anchor="t" bIns="45700" lIns="91425" spcFirstLastPara="1" rIns="91425" wrap="square" tIns="45700">
            <a:noAutofit/>
          </a:bodyPr>
          <a:lstStyle>
            <a:lvl1pPr indent="-374333" lvl="0" marL="457200" marR="0" rtl="0" algn="l">
              <a:spcBef>
                <a:spcPts val="540"/>
              </a:spcBef>
              <a:spcAft>
                <a:spcPts val="0"/>
              </a:spcAft>
              <a:buClr>
                <a:schemeClr val="accent1"/>
              </a:buClr>
              <a:buSzPts val="2295"/>
              <a:buFont typeface="Noto Sans Symbols"/>
              <a:buChar char="⚫"/>
              <a:defRPr b="0" i="0" sz="2700" u="none" cap="none" strike="noStrike">
                <a:solidFill>
                  <a:schemeClr val="dk1"/>
                </a:solidFill>
                <a:latin typeface="Georgia"/>
                <a:ea typeface="Georgia"/>
                <a:cs typeface="Georgia"/>
                <a:sym typeface="Georgia"/>
              </a:defRPr>
            </a:lvl1pPr>
            <a:lvl2pPr indent="-326390" lvl="1" marL="914400" marR="0" rtl="0" algn="l">
              <a:spcBef>
                <a:spcPts val="440"/>
              </a:spcBef>
              <a:spcAft>
                <a:spcPts val="0"/>
              </a:spcAft>
              <a:buClr>
                <a:schemeClr val="accent2"/>
              </a:buClr>
              <a:buSzPts val="1540"/>
              <a:buFont typeface="Noto Sans Symbols"/>
              <a:buChar char="⚪"/>
              <a:defRPr b="0" i="0" sz="2200" u="none" cap="none" strike="noStrike">
                <a:solidFill>
                  <a:schemeClr val="dk2"/>
                </a:solidFill>
                <a:latin typeface="Georgia"/>
                <a:ea typeface="Georgia"/>
                <a:cs typeface="Georgia"/>
                <a:sym typeface="Georgia"/>
              </a:defRPr>
            </a:lvl2pPr>
            <a:lvl3pPr indent="-323850" lvl="2" marL="1371600" marR="0" rtl="0" algn="l">
              <a:spcBef>
                <a:spcPts val="400"/>
              </a:spcBef>
              <a:spcAft>
                <a:spcPts val="0"/>
              </a:spcAft>
              <a:buClr>
                <a:srgbClr val="8CADAE"/>
              </a:buClr>
              <a:buSzPts val="1500"/>
              <a:buFont typeface="Noto Sans Symbols"/>
              <a:buChar char="⯍"/>
              <a:defRPr b="0" i="0" sz="2000" u="none" cap="none" strike="noStrike">
                <a:solidFill>
                  <a:schemeClr val="dk1"/>
                </a:solidFill>
                <a:latin typeface="Georgia"/>
                <a:ea typeface="Georgia"/>
                <a:cs typeface="Georgia"/>
                <a:sym typeface="Georgia"/>
              </a:defRPr>
            </a:lvl3pPr>
            <a:lvl4pPr indent="-317500" lvl="3" marL="1828800" marR="0" rtl="0" algn="l">
              <a:spcBef>
                <a:spcPts val="400"/>
              </a:spcBef>
              <a:spcAft>
                <a:spcPts val="0"/>
              </a:spcAft>
              <a:buClr>
                <a:srgbClr val="8C7B70"/>
              </a:buClr>
              <a:buSzPts val="1400"/>
              <a:buFont typeface="Noto Sans Symbols"/>
              <a:buChar char="🞆"/>
              <a:defRPr b="0" i="0" sz="2000" u="none" cap="none" strike="noStrike">
                <a:solidFill>
                  <a:schemeClr val="dk2"/>
                </a:solidFill>
                <a:latin typeface="Georgia"/>
                <a:ea typeface="Georgia"/>
                <a:cs typeface="Georgia"/>
                <a:sym typeface="Georgia"/>
              </a:defRPr>
            </a:lvl4pPr>
            <a:lvl5pPr indent="-342900" lvl="4" marL="2286000" marR="0" rtl="0" algn="l">
              <a:spcBef>
                <a:spcPts val="360"/>
              </a:spcBef>
              <a:spcAft>
                <a:spcPts val="0"/>
              </a:spcAft>
              <a:buClr>
                <a:srgbClr val="8FB08C"/>
              </a:buClr>
              <a:buSzPts val="1800"/>
              <a:buFont typeface="Georgia"/>
              <a:buChar char="•"/>
              <a:defRPr b="0" i="0" sz="1800" u="none" cap="none" strike="noStrike">
                <a:solidFill>
                  <a:schemeClr val="dk1"/>
                </a:solidFill>
                <a:latin typeface="Georgia"/>
                <a:ea typeface="Georgia"/>
                <a:cs typeface="Georgia"/>
                <a:sym typeface="Georgia"/>
              </a:defRPr>
            </a:lvl5pPr>
            <a:lvl6pPr indent="-320040" lvl="5" marL="2743200" marR="0" rtl="0" algn="l">
              <a:spcBef>
                <a:spcPts val="360"/>
              </a:spcBef>
              <a:spcAft>
                <a:spcPts val="0"/>
              </a:spcAft>
              <a:buClr>
                <a:schemeClr val="accent6"/>
              </a:buClr>
              <a:buSzPts val="1440"/>
              <a:buFont typeface="Noto Sans Symbols"/>
              <a:buChar char="⚫"/>
              <a:defRPr b="0" i="0" sz="1800" u="none" cap="none" strike="noStrike">
                <a:solidFill>
                  <a:schemeClr val="dk1"/>
                </a:solidFill>
                <a:latin typeface="Georgia"/>
                <a:ea typeface="Georgia"/>
                <a:cs typeface="Georgia"/>
                <a:sym typeface="Georgia"/>
              </a:defRPr>
            </a:lvl6pPr>
            <a:lvl7pPr indent="-320040" lvl="6" marL="3200400" marR="0" rtl="0" algn="l">
              <a:spcBef>
                <a:spcPts val="320"/>
              </a:spcBef>
              <a:spcAft>
                <a:spcPts val="0"/>
              </a:spcAft>
              <a:buClr>
                <a:srgbClr val="B75640"/>
              </a:buClr>
              <a:buSzPts val="1440"/>
              <a:buFont typeface="Georgia"/>
              <a:buChar char="•"/>
              <a:defRPr b="0" i="0" sz="1600" u="none" cap="none" strike="noStrike">
                <a:solidFill>
                  <a:schemeClr val="dk1"/>
                </a:solidFill>
                <a:latin typeface="Georgia"/>
                <a:ea typeface="Georgia"/>
                <a:cs typeface="Georgia"/>
                <a:sym typeface="Georgia"/>
              </a:defRPr>
            </a:lvl7pPr>
            <a:lvl8pPr indent="-330200" lvl="7" marL="3657600" marR="0" rtl="0" algn="l">
              <a:spcBef>
                <a:spcPts val="320"/>
              </a:spcBef>
              <a:spcAft>
                <a:spcPts val="0"/>
              </a:spcAft>
              <a:buClr>
                <a:srgbClr val="7A6B62"/>
              </a:buClr>
              <a:buSzPts val="1600"/>
              <a:buFont typeface="Georgia"/>
              <a:buChar char="•"/>
              <a:defRPr b="0" i="0" sz="1600" u="none" cap="none" strike="noStrike">
                <a:solidFill>
                  <a:schemeClr val="dk1"/>
                </a:solidFill>
                <a:latin typeface="Georgia"/>
                <a:ea typeface="Georgia"/>
                <a:cs typeface="Georgia"/>
                <a:sym typeface="Georgia"/>
              </a:defRPr>
            </a:lvl8pPr>
            <a:lvl9pPr indent="-308610" lvl="8" marL="4114800" marR="0" rtl="0" algn="l">
              <a:spcBef>
                <a:spcPts val="280"/>
              </a:spcBef>
              <a:spcAft>
                <a:spcPts val="0"/>
              </a:spcAft>
              <a:buClr>
                <a:srgbClr val="B29D00"/>
              </a:buClr>
              <a:buSzPts val="1260"/>
              <a:buFont typeface="Georgia"/>
              <a:buChar char="•"/>
              <a:defRPr b="0" i="0" sz="1400" u="none" cap="none" strike="noStrike">
                <a:solidFill>
                  <a:schemeClr val="dk1"/>
                </a:solidFill>
                <a:latin typeface="Georgia"/>
                <a:ea typeface="Georgia"/>
                <a:cs typeface="Georgia"/>
                <a:sym typeface="Georgia"/>
              </a:defRPr>
            </a:lvl9pPr>
          </a:lstStyle>
          <a:p/>
        </p:txBody>
      </p:sp>
    </p:spTree>
  </p:cSld>
  <p:clrMap accent1="accent1" accent2="accent2" accent3="accent3" accent4="accent4" accent5="accent5" accent6="accent6" bg1="lt1" bg2="dk2" tx1="dk1" tx2="lt2" folHlink="folHlink" hlink="hlink"/>
  <p:sldLayoutIdLst>
    <p:sldLayoutId id="2147483788" r:id="rId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9" name="Shape 1179"/>
        <p:cNvGrpSpPr/>
        <p:nvPr/>
      </p:nvGrpSpPr>
      <p:grpSpPr>
        <a:xfrm>
          <a:off x="0" y="0"/>
          <a:ext cx="0" cy="0"/>
          <a:chOff x="0" y="0"/>
          <a:chExt cx="0" cy="0"/>
        </a:xfrm>
      </p:grpSpPr>
      <p:sp>
        <p:nvSpPr>
          <p:cNvPr id="1180" name="Google Shape;1180;p167"/>
          <p:cNvSpPr txBox="1"/>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1" name="Google Shape;1181;p167"/>
          <p:cNvSpPr/>
          <p:nvPr/>
        </p:nvSpPr>
        <p:spPr>
          <a:xfrm>
            <a:off x="63500" y="69850"/>
            <a:ext cx="9013825" cy="6692900"/>
          </a:xfrm>
          <a:prstGeom prst="roundRect">
            <a:avLst>
              <a:gd fmla="val 1065" name="adj"/>
            </a:avLst>
          </a:prstGeom>
          <a:solidFill>
            <a:schemeClr val="lt1"/>
          </a:solidFill>
          <a:ln cap="sq"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182" name="Google Shape;1182;p167"/>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2pPr>
            <a:lvl3pPr lvl="2"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3pPr>
            <a:lvl4pPr lvl="3"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4pPr>
            <a:lvl5pPr lvl="4"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5pPr>
            <a:lvl6pPr lvl="5"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6pPr>
            <a:lvl7pPr lvl="6"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7pPr>
            <a:lvl8pPr lvl="7"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8pPr>
            <a:lvl9pPr lvl="8" marR="0" rtl="0" algn="l">
              <a:spcBef>
                <a:spcPts val="0"/>
              </a:spcBef>
              <a:spcAft>
                <a:spcPts val="0"/>
              </a:spcAft>
              <a:buSzPts val="1400"/>
              <a:buNone/>
              <a:defRPr b="0" i="0" sz="4000" u="none" cap="none" strike="noStrike">
                <a:solidFill>
                  <a:schemeClr val="dk2"/>
                </a:solidFill>
                <a:latin typeface="Libre Franklin"/>
                <a:ea typeface="Libre Franklin"/>
                <a:cs typeface="Libre Franklin"/>
                <a:sym typeface="Libre Franklin"/>
              </a:defRPr>
            </a:lvl9pPr>
          </a:lstStyle>
          <a:p/>
        </p:txBody>
      </p:sp>
      <p:sp>
        <p:nvSpPr>
          <p:cNvPr id="1183" name="Google Shape;1183;p167"/>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spcBef>
                <a:spcPts val="575"/>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5"/>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5"/>
              </a:spcBef>
              <a:spcAft>
                <a:spcPts val="0"/>
              </a:spcAft>
              <a:buClr>
                <a:srgbClr val="E6B1AB"/>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5"/>
              </a:spcBef>
              <a:spcAft>
                <a:spcPts val="0"/>
              </a:spcAft>
              <a:buClr>
                <a:srgbClr val="A28E6A"/>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5"/>
              </a:spcBef>
              <a:spcAft>
                <a:spcPts val="0"/>
              </a:spcAft>
              <a:buClr>
                <a:srgbClr val="A28E6A"/>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184" name="Google Shape;1184;p16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85" name="Google Shape;1185;p16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86" name="Google Shape;1186;p167"/>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FFFFFF"/>
              </a:buClr>
              <a:buSzPts val="1400"/>
              <a:buFont typeface="Libre Franklin"/>
              <a:buNone/>
              <a:defRPr b="0" i="0" sz="1400" u="non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789" r:id="rId1"/>
    <p:sldLayoutId id="2147483790" r:id="rId2"/>
    <p:sldLayoutId id="2147483791" r:id="rId3"/>
    <p:sldLayoutId id="2147483792" r:id="rId4"/>
    <p:sldLayoutId id="2147483793" r:id="rId5"/>
    <p:sldLayoutId id="2147483794" r:id="rId6"/>
    <p:sldLayoutId id="2147483795" r:id="rId7"/>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30" name="Shape 1230"/>
        <p:cNvGrpSpPr/>
        <p:nvPr/>
      </p:nvGrpSpPr>
      <p:grpSpPr>
        <a:xfrm>
          <a:off x="0" y="0"/>
          <a:ext cx="0" cy="0"/>
          <a:chOff x="0" y="0"/>
          <a:chExt cx="0" cy="0"/>
        </a:xfrm>
      </p:grpSpPr>
      <p:sp>
        <p:nvSpPr>
          <p:cNvPr id="1231" name="Google Shape;1231;p175"/>
          <p:cNvSpPr txBox="1"/>
          <p:nvPr>
            <p:ph type="title"/>
          </p:nvPr>
        </p:nvSpPr>
        <p:spPr>
          <a:xfrm>
            <a:off x="457200" y="152400"/>
            <a:ext cx="8229600" cy="9906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1pPr>
            <a:lvl2pPr lvl="1"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2pPr>
            <a:lvl3pPr lvl="2"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3pPr>
            <a:lvl4pPr lvl="3"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4pPr>
            <a:lvl5pPr lvl="4"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5pPr>
            <a:lvl6pPr lvl="5"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6pPr>
            <a:lvl7pPr lvl="6"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7pPr>
            <a:lvl8pPr lvl="7"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8pPr>
            <a:lvl9pPr lvl="8" marR="0" rtl="0" algn="l">
              <a:spcBef>
                <a:spcPts val="0"/>
              </a:spcBef>
              <a:spcAft>
                <a:spcPts val="0"/>
              </a:spcAft>
              <a:buSzPts val="1400"/>
              <a:buNone/>
              <a:defRPr b="0" i="0" sz="3200" u="none" cap="none" strike="noStrike">
                <a:solidFill>
                  <a:schemeClr val="dk2"/>
                </a:solidFill>
                <a:latin typeface="Bookman Old Style"/>
                <a:ea typeface="Bookman Old Style"/>
                <a:cs typeface="Bookman Old Style"/>
                <a:sym typeface="Bookman Old Style"/>
              </a:defRPr>
            </a:lvl9pPr>
          </a:lstStyle>
          <a:p/>
        </p:txBody>
      </p:sp>
      <p:sp>
        <p:nvSpPr>
          <p:cNvPr id="1232" name="Google Shape;1232;p175"/>
          <p:cNvSpPr txBox="1"/>
          <p:nvPr>
            <p:ph idx="1" type="body"/>
          </p:nvPr>
        </p:nvSpPr>
        <p:spPr>
          <a:xfrm>
            <a:off x="457200" y="1219200"/>
            <a:ext cx="8229600" cy="4910137"/>
          </a:xfrm>
          <a:prstGeom prst="rect">
            <a:avLst/>
          </a:prstGeom>
          <a:noFill/>
          <a:ln>
            <a:noFill/>
          </a:ln>
        </p:spPr>
        <p:txBody>
          <a:bodyPr anchorCtr="0" anchor="t" bIns="45700" lIns="91425" spcFirstLastPara="1" rIns="91425" wrap="square" tIns="45700">
            <a:noAutofit/>
          </a:bodyPr>
          <a:lstStyle>
            <a:lvl1pPr indent="-354076" lvl="0" marL="457200" marR="0" rtl="0" algn="l">
              <a:spcBef>
                <a:spcPts val="600"/>
              </a:spcBef>
              <a:spcAft>
                <a:spcPts val="0"/>
              </a:spcAft>
              <a:buClr>
                <a:schemeClr val="accent1"/>
              </a:buClr>
              <a:buSzPts val="1976"/>
              <a:buFont typeface="Noto Sans Symbols"/>
              <a:buChar char="🞂"/>
              <a:defRPr b="0" i="0" sz="2600" u="none" cap="none" strike="noStrike">
                <a:solidFill>
                  <a:schemeClr val="dk1"/>
                </a:solidFill>
                <a:latin typeface="Gill Sans"/>
                <a:ea typeface="Gill Sans"/>
                <a:cs typeface="Gill Sans"/>
                <a:sym typeface="Gill Sans"/>
              </a:defRPr>
            </a:lvl1pPr>
            <a:lvl2pPr indent="-339598" lvl="1" marL="914400" marR="0" rtl="0" algn="l">
              <a:spcBef>
                <a:spcPts val="500"/>
              </a:spcBef>
              <a:spcAft>
                <a:spcPts val="0"/>
              </a:spcAft>
              <a:buClr>
                <a:schemeClr val="accent2"/>
              </a:buClr>
              <a:buSzPts val="1748"/>
              <a:buFont typeface="Noto Sans Symbols"/>
              <a:buChar char="🞂"/>
              <a:defRPr b="0" i="0" sz="2300" u="none" cap="none" strike="noStrike">
                <a:solidFill>
                  <a:schemeClr val="dk2"/>
                </a:solidFill>
                <a:latin typeface="Gill Sans"/>
                <a:ea typeface="Gill Sans"/>
                <a:cs typeface="Gill Sans"/>
                <a:sym typeface="Gill Sans"/>
              </a:defRPr>
            </a:lvl2pPr>
            <a:lvl3pPr indent="-325120" lvl="2" marL="1371600" marR="0" rtl="0" algn="l">
              <a:spcBef>
                <a:spcPts val="500"/>
              </a:spcBef>
              <a:spcAft>
                <a:spcPts val="0"/>
              </a:spcAft>
              <a:buClr>
                <a:srgbClr val="BCBCBC"/>
              </a:buClr>
              <a:buSzPts val="1520"/>
              <a:buFont typeface="Noto Sans Symbols"/>
              <a:buChar char="🞂"/>
              <a:defRPr b="0" i="0" sz="2000" u="none" cap="none" strike="noStrike">
                <a:solidFill>
                  <a:schemeClr val="dk1"/>
                </a:solidFill>
                <a:latin typeface="Gill Sans"/>
                <a:ea typeface="Gill Sans"/>
                <a:cs typeface="Gill Sans"/>
                <a:sym typeface="Gill Sans"/>
              </a:defRPr>
            </a:lvl3pPr>
            <a:lvl4pPr indent="-308610" lvl="3" marL="1828800" marR="0" rtl="0" algn="l">
              <a:spcBef>
                <a:spcPts val="400"/>
              </a:spcBef>
              <a:spcAft>
                <a:spcPts val="0"/>
              </a:spcAft>
              <a:buClr>
                <a:srgbClr val="8BA2B4"/>
              </a:buClr>
              <a:buSzPts val="1260"/>
              <a:buFont typeface="Noto Sans Symbols"/>
              <a:buChar char="◻"/>
              <a:defRPr b="0" i="0" sz="1800" u="none" cap="none" strike="noStrike">
                <a:solidFill>
                  <a:schemeClr val="dk1"/>
                </a:solidFill>
                <a:latin typeface="Gill Sans"/>
                <a:ea typeface="Gill Sans"/>
                <a:cs typeface="Gill Sans"/>
                <a:sym typeface="Gill Sans"/>
              </a:defRPr>
            </a:lvl4pPr>
            <a:lvl5pPr indent="-299720" lvl="4" marL="2286000" marR="0" rtl="0" algn="l">
              <a:spcBef>
                <a:spcPts val="300"/>
              </a:spcBef>
              <a:spcAft>
                <a:spcPts val="0"/>
              </a:spcAft>
              <a:buClr>
                <a:schemeClr val="accent2"/>
              </a:buClr>
              <a:buSzPts val="1120"/>
              <a:buFont typeface="Noto Sans Symbols"/>
              <a:buChar char="◻"/>
              <a:defRPr b="0" i="0" sz="1600" u="none" cap="none" strike="noStrike">
                <a:solidFill>
                  <a:schemeClr val="dk1"/>
                </a:solidFill>
                <a:latin typeface="Gill Sans"/>
                <a:ea typeface="Gill Sans"/>
                <a:cs typeface="Gill Sans"/>
                <a:sym typeface="Gill Sans"/>
              </a:defRPr>
            </a:lvl5pPr>
            <a:lvl6pPr indent="-304800" lvl="5" marL="2743200" marR="0" rtl="0" algn="l">
              <a:spcBef>
                <a:spcPts val="300"/>
              </a:spcBef>
              <a:spcAft>
                <a:spcPts val="0"/>
              </a:spcAft>
              <a:buClr>
                <a:srgbClr val="8BA1B3"/>
              </a:buClr>
              <a:buSzPts val="1200"/>
              <a:buFont typeface="Noto Sans Symbols"/>
              <a:buChar char="🞂"/>
              <a:defRPr b="0" i="0" sz="1600" u="none" cap="none" strike="noStrike">
                <a:solidFill>
                  <a:schemeClr val="dk1"/>
                </a:solidFill>
                <a:latin typeface="Gill Sans"/>
                <a:ea typeface="Gill Sans"/>
                <a:cs typeface="Gill Sans"/>
                <a:sym typeface="Gill Sans"/>
              </a:defRPr>
            </a:lvl6pPr>
            <a:lvl7pPr indent="-295275" lvl="6" marL="3200400" marR="0" rtl="0" algn="l">
              <a:spcBef>
                <a:spcPts val="300"/>
              </a:spcBef>
              <a:spcAft>
                <a:spcPts val="0"/>
              </a:spcAft>
              <a:buClr>
                <a:srgbClr val="646C8F"/>
              </a:buClr>
              <a:buSzPts val="1050"/>
              <a:buFont typeface="Noto Sans Symbols"/>
              <a:buChar char="🞂"/>
              <a:defRPr b="0" i="0" sz="1400" u="none" cap="none" strike="noStrike">
                <a:solidFill>
                  <a:schemeClr val="dk1"/>
                </a:solidFill>
                <a:latin typeface="Gill Sans"/>
                <a:ea typeface="Gill Sans"/>
                <a:cs typeface="Gill Sans"/>
                <a:sym typeface="Gill Sans"/>
              </a:defRPr>
            </a:lvl7pPr>
            <a:lvl8pPr indent="-295275" lvl="7" marL="3657600" marR="0" rtl="0" algn="l">
              <a:spcBef>
                <a:spcPts val="300"/>
              </a:spcBef>
              <a:spcAft>
                <a:spcPts val="0"/>
              </a:spcAft>
              <a:buClr>
                <a:srgbClr val="BABABA"/>
              </a:buClr>
              <a:buSzPts val="1050"/>
              <a:buFont typeface="Noto Sans Symbols"/>
              <a:buChar char="🞂"/>
              <a:defRPr b="0" i="0" sz="1400" u="none" cap="none" strike="noStrike">
                <a:solidFill>
                  <a:schemeClr val="dk1"/>
                </a:solidFill>
                <a:latin typeface="Gill Sans"/>
                <a:ea typeface="Gill Sans"/>
                <a:cs typeface="Gill Sans"/>
                <a:sym typeface="Gill Sans"/>
              </a:defRPr>
            </a:lvl8pPr>
            <a:lvl9pPr indent="-285750" lvl="8" marL="4114800" marR="0" rtl="0" algn="l">
              <a:spcBef>
                <a:spcPts val="300"/>
              </a:spcBef>
              <a:spcAft>
                <a:spcPts val="0"/>
              </a:spcAft>
              <a:buClr>
                <a:srgbClr val="9FB8CD"/>
              </a:buClr>
              <a:buSzPts val="900"/>
              <a:buFont typeface="Noto Sans Symbols"/>
              <a:buChar char="🞂"/>
              <a:defRPr b="0" i="0" sz="1200" u="none" cap="none" strike="noStrike">
                <a:solidFill>
                  <a:schemeClr val="dk1"/>
                </a:solidFill>
                <a:latin typeface="Gill Sans"/>
                <a:ea typeface="Gill Sans"/>
                <a:cs typeface="Gill Sans"/>
                <a:sym typeface="Gill Sans"/>
              </a:defRPr>
            </a:lvl9pPr>
          </a:lstStyle>
          <a:p/>
        </p:txBody>
      </p:sp>
      <p:sp>
        <p:nvSpPr>
          <p:cNvPr id="1233" name="Google Shape;1233;p175"/>
          <p:cNvSpPr txBox="1"/>
          <p:nvPr>
            <p:ph idx="10" type="dt"/>
          </p:nvPr>
        </p:nvSpPr>
        <p:spPr>
          <a:xfrm>
            <a:off x="6400800" y="6356350"/>
            <a:ext cx="2289175"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234" name="Google Shape;1234;p175"/>
          <p:cNvSpPr txBox="1"/>
          <p:nvPr>
            <p:ph idx="11" type="ftr"/>
          </p:nvPr>
        </p:nvSpPr>
        <p:spPr>
          <a:xfrm>
            <a:off x="2898775" y="6356350"/>
            <a:ext cx="3505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235" name="Google Shape;1235;p175"/>
          <p:cNvSpPr txBox="1"/>
          <p:nvPr>
            <p:ph idx="12" type="sldNum"/>
          </p:nvPr>
        </p:nvSpPr>
        <p:spPr>
          <a:xfrm>
            <a:off x="612775" y="6356350"/>
            <a:ext cx="1981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1pPr>
            <a:lvl2pPr indent="0" lvl="1" marL="0" marR="0" rtl="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2pPr>
            <a:lvl3pPr indent="0" lvl="2" marL="0" marR="0" rtl="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3pPr>
            <a:lvl4pPr indent="0" lvl="3" marL="0" marR="0" rtl="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4pPr>
            <a:lvl5pPr indent="0" lvl="4" marL="0" marR="0" rtl="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5pPr>
            <a:lvl6pPr indent="0" lvl="5" marL="0" marR="0" rtl="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6pPr>
            <a:lvl7pPr indent="0" lvl="6" marL="0" marR="0" rtl="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7pPr>
            <a:lvl8pPr indent="0" lvl="7" marL="0" marR="0" rtl="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8pPr>
            <a:lvl9pPr indent="0" lvl="8" marL="0" marR="0" rtl="0" algn="l">
              <a:lnSpc>
                <a:spcPct val="100000"/>
              </a:lnSpc>
              <a:spcBef>
                <a:spcPts val="0"/>
              </a:spcBef>
              <a:spcAft>
                <a:spcPts val="0"/>
              </a:spcAft>
              <a:buClr>
                <a:schemeClr val="dk2"/>
              </a:buClr>
              <a:buSzPts val="1400"/>
              <a:buFont typeface="Times New Roman"/>
              <a:buNone/>
              <a:defRPr b="0" i="0" sz="1400" u="none">
                <a:solidFill>
                  <a:schemeClr val="dk2"/>
                </a:solidFill>
                <a:latin typeface="Times New Roman"/>
                <a:ea typeface="Times New Roman"/>
                <a:cs typeface="Times New Roman"/>
                <a:sym typeface="Times New Roman"/>
              </a:defRPr>
            </a:lvl9pPr>
          </a:lstStyle>
          <a:p>
            <a:pPr indent="0" lvl="0" marL="0" rtl="0" algn="l">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cxnSp>
        <p:nvCxnSpPr>
          <p:cNvPr id="1236" name="Google Shape;1236;p175"/>
          <p:cNvCxnSpPr/>
          <p:nvPr/>
        </p:nvCxnSpPr>
        <p:spPr>
          <a:xfrm>
            <a:off x="457200" y="6353175"/>
            <a:ext cx="8229600" cy="0"/>
          </a:xfrm>
          <a:prstGeom prst="straightConnector1">
            <a:avLst/>
          </a:prstGeom>
          <a:noFill/>
          <a:ln cap="flat" cmpd="sng" w="9525">
            <a:solidFill>
              <a:schemeClr val="accent2"/>
            </a:solidFill>
            <a:prstDash val="solid"/>
            <a:miter lim="800000"/>
            <a:headEnd len="med" w="med" type="none"/>
            <a:tailEnd len="med" w="med" type="none"/>
          </a:ln>
        </p:spPr>
      </p:cxnSp>
      <p:cxnSp>
        <p:nvCxnSpPr>
          <p:cNvPr id="1237" name="Google Shape;1237;p175"/>
          <p:cNvCxnSpPr/>
          <p:nvPr/>
        </p:nvCxnSpPr>
        <p:spPr>
          <a:xfrm>
            <a:off x="457200" y="1143000"/>
            <a:ext cx="8229600" cy="0"/>
          </a:xfrm>
          <a:prstGeom prst="straightConnector1">
            <a:avLst/>
          </a:prstGeom>
          <a:noFill/>
          <a:ln cap="flat" cmpd="sng" w="9525">
            <a:solidFill>
              <a:schemeClr val="accent2"/>
            </a:solidFill>
            <a:prstDash val="solid"/>
            <a:miter lim="800000"/>
            <a:headEnd len="med" w="med" type="none"/>
            <a:tailEnd len="med" w="med" type="none"/>
          </a:ln>
        </p:spPr>
      </p:cxnSp>
      <p:sp>
        <p:nvSpPr>
          <p:cNvPr id="1238" name="Google Shape;1238;p175"/>
          <p:cNvSpPr/>
          <p:nvPr/>
        </p:nvSpPr>
        <p:spPr>
          <a:xfrm rot="5400000">
            <a:off x="419100" y="6467475"/>
            <a:ext cx="190500" cy="120650"/>
          </a:xfrm>
          <a:prstGeom prst="triangle">
            <a:avLst>
              <a:gd fmla="val 50000" name="adj"/>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796" r:id="rId1"/>
    <p:sldLayoutId id="2147483797" r:id="rId2"/>
    <p:sldLayoutId id="2147483798" r:id="rId3"/>
    <p:sldLayoutId id="2147483799" r:id="rId4"/>
    <p:sldLayoutId id="2147483800" r:id="rId5"/>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74" name="Shape 1274"/>
        <p:cNvGrpSpPr/>
        <p:nvPr/>
      </p:nvGrpSpPr>
      <p:grpSpPr>
        <a:xfrm>
          <a:off x="0" y="0"/>
          <a:ext cx="0" cy="0"/>
          <a:chOff x="0" y="0"/>
          <a:chExt cx="0" cy="0"/>
        </a:xfrm>
      </p:grpSpPr>
      <p:sp>
        <p:nvSpPr>
          <p:cNvPr id="1275" name="Google Shape;1275;p181"/>
          <p:cNvSpPr txBox="1"/>
          <p:nvPr/>
        </p:nvSpPr>
        <p:spPr>
          <a:xfrm>
            <a:off x="0" y="366712"/>
            <a:ext cx="9144000" cy="84137"/>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6" name="Google Shape;1276;p181"/>
          <p:cNvSpPr txBox="1"/>
          <p:nvPr/>
        </p:nvSpPr>
        <p:spPr>
          <a:xfrm>
            <a:off x="0" y="0"/>
            <a:ext cx="9144000" cy="31115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7" name="Google Shape;1277;p181"/>
          <p:cNvSpPr txBox="1"/>
          <p:nvPr/>
        </p:nvSpPr>
        <p:spPr>
          <a:xfrm>
            <a:off x="0" y="307975"/>
            <a:ext cx="9144000" cy="92075"/>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8" name="Google Shape;1278;p181"/>
          <p:cNvSpPr txBox="1"/>
          <p:nvPr/>
        </p:nvSpPr>
        <p:spPr>
          <a:xfrm flipH="1" rot="10800000">
            <a:off x="5410200" y="360362"/>
            <a:ext cx="3733800" cy="90487"/>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79" name="Google Shape;1279;p181"/>
          <p:cNvSpPr txBox="1"/>
          <p:nvPr/>
        </p:nvSpPr>
        <p:spPr>
          <a:xfrm flipH="1" rot="10800000">
            <a:off x="5410200" y="439737"/>
            <a:ext cx="3733800" cy="180975"/>
          </a:xfrm>
          <a:prstGeom prst="rect">
            <a:avLst/>
          </a:prstGeom>
          <a:solidFill>
            <a:schemeClr val="accent2">
              <a:alpha val="49804"/>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0" name="Google Shape;1280;p181"/>
          <p:cNvSpPr/>
          <p:nvPr/>
        </p:nvSpPr>
        <p:spPr>
          <a:xfrm>
            <a:off x="5407025" y="496887"/>
            <a:ext cx="3063875" cy="28575"/>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1" name="Google Shape;1281;p181"/>
          <p:cNvSpPr/>
          <p:nvPr/>
        </p:nvSpPr>
        <p:spPr>
          <a:xfrm>
            <a:off x="7373937" y="588962"/>
            <a:ext cx="1600200" cy="36512"/>
          </a:xfrm>
          <a:prstGeom prst="roundRect">
            <a:avLst>
              <a:gd fmla="val 16667" name="adj"/>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2" name="Google Shape;1282;p181"/>
          <p:cNvSpPr txBox="1"/>
          <p:nvPr/>
        </p:nvSpPr>
        <p:spPr>
          <a:xfrm>
            <a:off x="9085262" y="-1587"/>
            <a:ext cx="57150"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3" name="Google Shape;1283;p181"/>
          <p:cNvSpPr txBox="1"/>
          <p:nvPr/>
        </p:nvSpPr>
        <p:spPr>
          <a:xfrm>
            <a:off x="9043987" y="-1587"/>
            <a:ext cx="2857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4" name="Google Shape;1284;p181"/>
          <p:cNvSpPr txBox="1"/>
          <p:nvPr/>
        </p:nvSpPr>
        <p:spPr>
          <a:xfrm>
            <a:off x="9024937" y="-1587"/>
            <a:ext cx="9525"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5" name="Google Shape;1285;p181"/>
          <p:cNvSpPr txBox="1"/>
          <p:nvPr/>
        </p:nvSpPr>
        <p:spPr>
          <a:xfrm>
            <a:off x="8975725" y="-1587"/>
            <a:ext cx="26987" cy="62071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6" name="Google Shape;1286;p181"/>
          <p:cNvSpPr txBox="1"/>
          <p:nvPr/>
        </p:nvSpPr>
        <p:spPr>
          <a:xfrm>
            <a:off x="8915400" y="0"/>
            <a:ext cx="55562"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7" name="Google Shape;1287;p181"/>
          <p:cNvSpPr txBox="1"/>
          <p:nvPr/>
        </p:nvSpPr>
        <p:spPr>
          <a:xfrm>
            <a:off x="8874125" y="0"/>
            <a:ext cx="7937" cy="5857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288" name="Google Shape;1288;p181"/>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1pPr>
            <a:lvl2pPr lvl="1"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2pPr>
            <a:lvl3pPr lvl="2"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3pPr>
            <a:lvl4pPr lvl="3"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4pPr>
            <a:lvl5pPr lvl="4"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5pPr>
            <a:lvl6pPr lvl="5"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6pPr>
            <a:lvl7pPr lvl="6"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7pPr>
            <a:lvl8pPr lvl="7"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8pPr>
            <a:lvl9pPr lvl="8" marR="0" rtl="0" algn="l">
              <a:spcBef>
                <a:spcPts val="0"/>
              </a:spcBef>
              <a:spcAft>
                <a:spcPts val="0"/>
              </a:spcAft>
              <a:buSzPts val="1400"/>
              <a:buNone/>
              <a:defRPr b="0" i="0" sz="4000" u="none" cap="none" strike="noStrike">
                <a:solidFill>
                  <a:schemeClr val="dk2"/>
                </a:solidFill>
                <a:latin typeface="Trebuchet MS"/>
                <a:ea typeface="Trebuchet MS"/>
                <a:cs typeface="Trebuchet MS"/>
                <a:sym typeface="Trebuchet MS"/>
              </a:defRPr>
            </a:lvl9pPr>
          </a:lstStyle>
          <a:p/>
        </p:txBody>
      </p:sp>
      <p:sp>
        <p:nvSpPr>
          <p:cNvPr id="1289" name="Google Shape;1289;p181"/>
          <p:cNvSpPr txBox="1"/>
          <p:nvPr>
            <p:ph idx="1" type="body"/>
          </p:nvPr>
        </p:nvSpPr>
        <p:spPr>
          <a:xfrm>
            <a:off x="457200" y="2249487"/>
            <a:ext cx="8229600" cy="432435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300"/>
              </a:spcBef>
              <a:spcAft>
                <a:spcPts val="0"/>
              </a:spcAft>
              <a:buClr>
                <a:srgbClr val="969696"/>
              </a:buClr>
              <a:buSzPts val="2800"/>
              <a:buFont typeface="Georgia"/>
              <a:buChar char="•"/>
              <a:defRPr b="0" i="0" sz="2800" u="none" cap="none" strike="noStrike">
                <a:solidFill>
                  <a:schemeClr val="dk1"/>
                </a:solidFill>
                <a:latin typeface="Georgia"/>
                <a:ea typeface="Georgia"/>
                <a:cs typeface="Georgia"/>
                <a:sym typeface="Georgia"/>
              </a:defRPr>
            </a:lvl1pPr>
            <a:lvl2pPr indent="-393700" lvl="1" marL="914400" marR="0" rtl="0" algn="l">
              <a:spcBef>
                <a:spcPts val="300"/>
              </a:spcBef>
              <a:spcAft>
                <a:spcPts val="0"/>
              </a:spcAft>
              <a:buClr>
                <a:schemeClr val="accent2"/>
              </a:buClr>
              <a:buSzPts val="2600"/>
              <a:buFont typeface="Georgia"/>
              <a:buChar char="▫"/>
              <a:defRPr b="0" i="0" sz="2600" u="none" cap="none" strike="noStrike">
                <a:solidFill>
                  <a:schemeClr val="accent2"/>
                </a:solidFill>
                <a:latin typeface="Georgia"/>
                <a:ea typeface="Georgia"/>
                <a:cs typeface="Georgia"/>
                <a:sym typeface="Georgia"/>
              </a:defRPr>
            </a:lvl2pPr>
            <a:lvl3pPr indent="-381000" lvl="2" marL="1371600" marR="0" rtl="0" algn="l">
              <a:spcBef>
                <a:spcPts val="300"/>
              </a:spcBef>
              <a:spcAft>
                <a:spcPts val="0"/>
              </a:spcAft>
              <a:buClr>
                <a:schemeClr val="accent1"/>
              </a:buClr>
              <a:buSzPts val="2400"/>
              <a:buFont typeface="Noto Sans Symbols"/>
              <a:buChar char="●"/>
              <a:defRPr b="0" i="0" sz="2400" u="none" cap="none" strike="noStrike">
                <a:solidFill>
                  <a:schemeClr val="accent1"/>
                </a:solidFill>
                <a:latin typeface="Georgia"/>
                <a:ea typeface="Georgia"/>
                <a:cs typeface="Georgia"/>
                <a:sym typeface="Georgia"/>
              </a:defRPr>
            </a:lvl3pPr>
            <a:lvl4pPr indent="-368300" lvl="3" marL="1828800" marR="0" rtl="0" algn="l">
              <a:spcBef>
                <a:spcPts val="300"/>
              </a:spcBef>
              <a:spcAft>
                <a:spcPts val="0"/>
              </a:spcAft>
              <a:buClr>
                <a:schemeClr val="accent1"/>
              </a:buClr>
              <a:buSzPts val="2200"/>
              <a:buFont typeface="Noto Sans Symbols"/>
              <a:buChar char="●"/>
              <a:defRPr b="0" i="0" sz="2200" u="none" cap="none" strike="noStrike">
                <a:solidFill>
                  <a:schemeClr val="accent1"/>
                </a:solidFill>
                <a:latin typeface="Georgia"/>
                <a:ea typeface="Georgia"/>
                <a:cs typeface="Georgia"/>
                <a:sym typeface="Georgia"/>
              </a:defRPr>
            </a:lvl4pPr>
            <a:lvl5pPr indent="-355600" lvl="4" marL="2286000" marR="0" rtl="0" algn="l">
              <a:spcBef>
                <a:spcPts val="300"/>
              </a:spcBef>
              <a:spcAft>
                <a:spcPts val="0"/>
              </a:spcAft>
              <a:buClr>
                <a:srgbClr val="969696"/>
              </a:buClr>
              <a:buSzPts val="2000"/>
              <a:buFont typeface="Georgia"/>
              <a:buChar char="▫"/>
              <a:defRPr b="0" i="0" sz="2000" u="none" cap="none" strike="noStrike">
                <a:solidFill>
                  <a:srgbClr val="969696"/>
                </a:solidFill>
                <a:latin typeface="Georgia"/>
                <a:ea typeface="Georgia"/>
                <a:cs typeface="Georgia"/>
                <a:sym typeface="Georgia"/>
              </a:defRPr>
            </a:lvl5pPr>
            <a:lvl6pPr indent="-342900" lvl="5" marL="2743200" marR="0" rtl="0" algn="l">
              <a:spcBef>
                <a:spcPts val="300"/>
              </a:spcBef>
              <a:spcAft>
                <a:spcPts val="0"/>
              </a:spcAft>
              <a:buClr>
                <a:schemeClr val="accent3"/>
              </a:buClr>
              <a:buSzPts val="1800"/>
              <a:buFont typeface="Georgia"/>
              <a:buChar char="▫"/>
              <a:defRPr b="0" i="0" sz="1800" u="none" cap="none" strike="noStrike">
                <a:solidFill>
                  <a:schemeClr val="accent3"/>
                </a:solidFill>
                <a:latin typeface="Georgia"/>
                <a:ea typeface="Georgia"/>
                <a:cs typeface="Georgia"/>
                <a:sym typeface="Georgia"/>
              </a:defRPr>
            </a:lvl6pPr>
            <a:lvl7pPr indent="-330200" lvl="6" marL="3200400" marR="0" rtl="0" algn="l">
              <a:spcBef>
                <a:spcPts val="300"/>
              </a:spcBef>
              <a:spcAft>
                <a:spcPts val="0"/>
              </a:spcAft>
              <a:buClr>
                <a:schemeClr val="accent3"/>
              </a:buClr>
              <a:buSzPts val="1600"/>
              <a:buFont typeface="Georgia"/>
              <a:buChar char="▫"/>
              <a:defRPr b="0" i="0" sz="1600" u="none" cap="none" strike="noStrike">
                <a:solidFill>
                  <a:schemeClr val="accent3"/>
                </a:solidFill>
                <a:latin typeface="Georgia"/>
                <a:ea typeface="Georgia"/>
                <a:cs typeface="Georgia"/>
                <a:sym typeface="Georgia"/>
              </a:defRPr>
            </a:lvl7pPr>
            <a:lvl8pPr indent="-323850" lvl="7" marL="3657600" marR="0" rtl="0" algn="l">
              <a:spcBef>
                <a:spcPts val="300"/>
              </a:spcBef>
              <a:spcAft>
                <a:spcPts val="0"/>
              </a:spcAft>
              <a:buClr>
                <a:schemeClr val="accent3"/>
              </a:buClr>
              <a:buSzPts val="1500"/>
              <a:buFont typeface="Georgia"/>
              <a:buChar char="◦"/>
              <a:defRPr b="0" i="0" sz="1500" u="none" cap="none" strike="noStrike">
                <a:solidFill>
                  <a:schemeClr val="accent3"/>
                </a:solidFill>
                <a:latin typeface="Georgia"/>
                <a:ea typeface="Georgia"/>
                <a:cs typeface="Georgia"/>
                <a:sym typeface="Georgia"/>
              </a:defRPr>
            </a:lvl8pPr>
            <a:lvl9pPr indent="-317500" lvl="8" marL="4114800" marR="0" rtl="0" algn="l">
              <a:spcBef>
                <a:spcPts val="300"/>
              </a:spcBef>
              <a:spcAft>
                <a:spcPts val="0"/>
              </a:spcAft>
              <a:buClr>
                <a:schemeClr val="accent3"/>
              </a:buClr>
              <a:buSzPts val="1400"/>
              <a:buFont typeface="Georgia"/>
              <a:buChar char="◦"/>
              <a:defRPr b="0" i="0" sz="1400" u="none" cap="none" strike="noStrike">
                <a:solidFill>
                  <a:schemeClr val="accent3"/>
                </a:solidFill>
                <a:latin typeface="Georgia"/>
                <a:ea typeface="Georgia"/>
                <a:cs typeface="Georgia"/>
                <a:sym typeface="Georgia"/>
              </a:defRPr>
            </a:lvl9pPr>
          </a:lstStyle>
          <a:p/>
        </p:txBody>
      </p:sp>
      <p:sp>
        <p:nvSpPr>
          <p:cNvPr id="1290" name="Google Shape;1290;p181"/>
          <p:cNvSpPr txBox="1"/>
          <p:nvPr>
            <p:ph idx="10" type="dt"/>
          </p:nvPr>
        </p:nvSpPr>
        <p:spPr>
          <a:xfrm>
            <a:off x="6586537" y="612775"/>
            <a:ext cx="9572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291" name="Google Shape;1291;p181"/>
          <p:cNvSpPr txBox="1"/>
          <p:nvPr>
            <p:ph idx="11" type="ftr"/>
          </p:nvPr>
        </p:nvSpPr>
        <p:spPr>
          <a:xfrm>
            <a:off x="5257800" y="612775"/>
            <a:ext cx="1325562"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292" name="Google Shape;1292;p181"/>
          <p:cNvSpPr txBox="1"/>
          <p:nvPr>
            <p:ph idx="12" type="sldNum"/>
          </p:nvPr>
        </p:nvSpPr>
        <p:spPr>
          <a:xfrm>
            <a:off x="8174037" y="1587"/>
            <a:ext cx="762000" cy="366712"/>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FFFFFF"/>
              </a:buClr>
              <a:buSzPts val="1800"/>
              <a:buFont typeface="Times New Roman"/>
              <a:buNone/>
              <a:defRPr b="0" i="0" sz="1800" u="none">
                <a:solidFill>
                  <a:srgbClr val="FFFFFF"/>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801" r:id="rId1"/>
    <p:sldLayoutId id="2147483802" r:id="rId2"/>
    <p:sldLayoutId id="2147483803" r:id="rId3"/>
    <p:sldLayoutId id="2147483804" r:id="rId4"/>
    <p:sldLayoutId id="2147483805" r:id="rId5"/>
    <p:sldLayoutId id="2147483806" r:id="rId6"/>
    <p:sldLayoutId id="2147483807" r:id="rId7"/>
    <p:sldLayoutId id="2147483808" r:id="rId8"/>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42" name="Shape 1342"/>
        <p:cNvGrpSpPr/>
        <p:nvPr/>
      </p:nvGrpSpPr>
      <p:grpSpPr>
        <a:xfrm>
          <a:off x="0" y="0"/>
          <a:ext cx="0" cy="0"/>
          <a:chOff x="0" y="0"/>
          <a:chExt cx="0" cy="0"/>
        </a:xfrm>
      </p:grpSpPr>
      <p:sp>
        <p:nvSpPr>
          <p:cNvPr id="1343" name="Google Shape;1343;p190"/>
          <p:cNvSpPr/>
          <p:nvPr/>
        </p:nvSpPr>
        <p:spPr>
          <a:xfrm>
            <a:off x="164592" y="147085"/>
            <a:ext cx="8810846" cy="6565392"/>
          </a:xfrm>
          <a:prstGeom prst="round2DiagRect">
            <a:avLst>
              <a:gd fmla="val 11807" name="adj1"/>
              <a:gd fmla="val 0" name="adj2"/>
            </a:avLst>
          </a:prstGeom>
          <a:solidFill>
            <a:srgbClr val="878878">
              <a:alpha val="64706"/>
            </a:srgbClr>
          </a:solidFill>
          <a:ln cap="rnd" cmpd="sng" w="11000">
            <a:solidFill>
              <a:srgbClr val="9B9F8D">
                <a:alpha val="87843"/>
              </a:srgbClr>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2400"/>
              <a:buFont typeface="Times New Roman"/>
              <a:buNone/>
            </a:pPr>
            <a:r>
              <a:t/>
            </a:r>
            <a:endParaRPr b="0" i="0" sz="2400" u="none" cap="none" strike="noStrike">
              <a:solidFill>
                <a:schemeClr val="lt1"/>
              </a:solidFill>
              <a:latin typeface="Rockwell"/>
              <a:ea typeface="Rockwell"/>
              <a:cs typeface="Rockwell"/>
              <a:sym typeface="Rockwell"/>
            </a:endParaRPr>
          </a:p>
        </p:txBody>
      </p:sp>
      <p:sp>
        <p:nvSpPr>
          <p:cNvPr id="1344" name="Google Shape;1344;p190"/>
          <p:cNvSpPr txBox="1"/>
          <p:nvPr/>
        </p:nvSpPr>
        <p:spPr>
          <a:xfrm>
            <a:off x="588962" y="1423987"/>
            <a:ext cx="8001000" cy="9525"/>
          </a:xfrm>
          <a:prstGeom prst="rect">
            <a:avLst/>
          </a:prstGeom>
          <a:solidFill>
            <a:schemeClr val="accent1"/>
          </a:solidFill>
          <a:ln>
            <a:noFill/>
          </a:ln>
          <a:effectLst>
            <a:outerShdw blurRad="63500" dir="5400000" dist="12900">
              <a:srgbClr val="000000">
                <a:alpha val="74902"/>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lt1"/>
              </a:solidFill>
              <a:latin typeface="Times New Roman"/>
              <a:ea typeface="Times New Roman"/>
              <a:cs typeface="Times New Roman"/>
              <a:sym typeface="Times New Roman"/>
            </a:endParaRPr>
          </a:p>
        </p:txBody>
      </p:sp>
      <p:sp>
        <p:nvSpPr>
          <p:cNvPr id="1345" name="Google Shape;1345;p190"/>
          <p:cNvSpPr txBox="1"/>
          <p:nvPr>
            <p:ph type="title"/>
          </p:nvPr>
        </p:nvSpPr>
        <p:spPr>
          <a:xfrm>
            <a:off x="457200" y="254000"/>
            <a:ext cx="8229600" cy="1143000"/>
          </a:xfrm>
          <a:prstGeom prst="rect">
            <a:avLst/>
          </a:prstGeom>
          <a:noFill/>
          <a:ln>
            <a:noFill/>
          </a:ln>
        </p:spPr>
        <p:txBody>
          <a:bodyPr anchorCtr="0" anchor="b" bIns="45700" lIns="91425" spcFirstLastPara="1" rIns="91425" wrap="square" tIns="45700">
            <a:noAutofit/>
          </a:bodyPr>
          <a:lstStyle>
            <a:lvl1pPr lvl="0" marR="0" rtl="0" algn="r">
              <a:spcBef>
                <a:spcPts val="0"/>
              </a:spcBef>
              <a:spcAft>
                <a:spcPts val="0"/>
              </a:spcAft>
              <a:buSzPts val="1400"/>
              <a:buNone/>
              <a:defRPr b="0" i="0" sz="4600" u="none" cap="none" strike="noStrike">
                <a:solidFill>
                  <a:srgbClr val="E7EACB"/>
                </a:solidFill>
                <a:latin typeface="Rockwell"/>
                <a:ea typeface="Rockwell"/>
                <a:cs typeface="Rockwell"/>
                <a:sym typeface="Rockwell"/>
              </a:defRPr>
            </a:lvl1pPr>
            <a:lvl2pPr lvl="1" marR="0" rtl="0" algn="r">
              <a:spcBef>
                <a:spcPts val="0"/>
              </a:spcBef>
              <a:spcAft>
                <a:spcPts val="0"/>
              </a:spcAft>
              <a:buSzPts val="1400"/>
              <a:buNone/>
              <a:defRPr b="0" i="0" sz="4600" u="none" cap="none" strike="noStrike">
                <a:solidFill>
                  <a:srgbClr val="E7EACB"/>
                </a:solidFill>
                <a:latin typeface="Rockwell"/>
                <a:ea typeface="Rockwell"/>
                <a:cs typeface="Rockwell"/>
                <a:sym typeface="Rockwell"/>
              </a:defRPr>
            </a:lvl2pPr>
            <a:lvl3pPr lvl="2" marR="0" rtl="0" algn="r">
              <a:spcBef>
                <a:spcPts val="0"/>
              </a:spcBef>
              <a:spcAft>
                <a:spcPts val="0"/>
              </a:spcAft>
              <a:buSzPts val="1400"/>
              <a:buNone/>
              <a:defRPr b="0" i="0" sz="4600" u="none" cap="none" strike="noStrike">
                <a:solidFill>
                  <a:srgbClr val="E7EACB"/>
                </a:solidFill>
                <a:latin typeface="Rockwell"/>
                <a:ea typeface="Rockwell"/>
                <a:cs typeface="Rockwell"/>
                <a:sym typeface="Rockwell"/>
              </a:defRPr>
            </a:lvl3pPr>
            <a:lvl4pPr lvl="3" marR="0" rtl="0" algn="r">
              <a:spcBef>
                <a:spcPts val="0"/>
              </a:spcBef>
              <a:spcAft>
                <a:spcPts val="0"/>
              </a:spcAft>
              <a:buSzPts val="1400"/>
              <a:buNone/>
              <a:defRPr b="0" i="0" sz="4600" u="none" cap="none" strike="noStrike">
                <a:solidFill>
                  <a:srgbClr val="E7EACB"/>
                </a:solidFill>
                <a:latin typeface="Rockwell"/>
                <a:ea typeface="Rockwell"/>
                <a:cs typeface="Rockwell"/>
                <a:sym typeface="Rockwell"/>
              </a:defRPr>
            </a:lvl4pPr>
            <a:lvl5pPr lvl="4" marR="0" rtl="0" algn="r">
              <a:spcBef>
                <a:spcPts val="0"/>
              </a:spcBef>
              <a:spcAft>
                <a:spcPts val="0"/>
              </a:spcAft>
              <a:buSzPts val="1400"/>
              <a:buNone/>
              <a:defRPr b="0" i="0" sz="4600" u="none" cap="none" strike="noStrike">
                <a:solidFill>
                  <a:srgbClr val="E7EACB"/>
                </a:solidFill>
                <a:latin typeface="Rockwell"/>
                <a:ea typeface="Rockwell"/>
                <a:cs typeface="Rockwell"/>
                <a:sym typeface="Rockwell"/>
              </a:defRPr>
            </a:lvl5pPr>
            <a:lvl6pPr lvl="5" marR="0" rtl="0" algn="r">
              <a:spcBef>
                <a:spcPts val="0"/>
              </a:spcBef>
              <a:spcAft>
                <a:spcPts val="0"/>
              </a:spcAft>
              <a:buSzPts val="1400"/>
              <a:buNone/>
              <a:defRPr b="0" i="0" sz="4600" u="none" cap="none" strike="noStrike">
                <a:solidFill>
                  <a:srgbClr val="E7EACB"/>
                </a:solidFill>
                <a:latin typeface="Rockwell"/>
                <a:ea typeface="Rockwell"/>
                <a:cs typeface="Rockwell"/>
                <a:sym typeface="Rockwell"/>
              </a:defRPr>
            </a:lvl6pPr>
            <a:lvl7pPr lvl="6" marR="0" rtl="0" algn="r">
              <a:spcBef>
                <a:spcPts val="0"/>
              </a:spcBef>
              <a:spcAft>
                <a:spcPts val="0"/>
              </a:spcAft>
              <a:buSzPts val="1400"/>
              <a:buNone/>
              <a:defRPr b="0" i="0" sz="4600" u="none" cap="none" strike="noStrike">
                <a:solidFill>
                  <a:srgbClr val="E7EACB"/>
                </a:solidFill>
                <a:latin typeface="Rockwell"/>
                <a:ea typeface="Rockwell"/>
                <a:cs typeface="Rockwell"/>
                <a:sym typeface="Rockwell"/>
              </a:defRPr>
            </a:lvl7pPr>
            <a:lvl8pPr lvl="7" marR="0" rtl="0" algn="r">
              <a:spcBef>
                <a:spcPts val="0"/>
              </a:spcBef>
              <a:spcAft>
                <a:spcPts val="0"/>
              </a:spcAft>
              <a:buSzPts val="1400"/>
              <a:buNone/>
              <a:defRPr b="0" i="0" sz="4600" u="none" cap="none" strike="noStrike">
                <a:solidFill>
                  <a:srgbClr val="E7EACB"/>
                </a:solidFill>
                <a:latin typeface="Rockwell"/>
                <a:ea typeface="Rockwell"/>
                <a:cs typeface="Rockwell"/>
                <a:sym typeface="Rockwell"/>
              </a:defRPr>
            </a:lvl8pPr>
            <a:lvl9pPr lvl="8" marR="0" rtl="0" algn="r">
              <a:spcBef>
                <a:spcPts val="0"/>
              </a:spcBef>
              <a:spcAft>
                <a:spcPts val="0"/>
              </a:spcAft>
              <a:buSzPts val="1400"/>
              <a:buNone/>
              <a:defRPr b="0" i="0" sz="4600" u="none" cap="none" strike="noStrike">
                <a:solidFill>
                  <a:srgbClr val="E7EACB"/>
                </a:solidFill>
                <a:latin typeface="Rockwell"/>
                <a:ea typeface="Rockwell"/>
                <a:cs typeface="Rockwell"/>
                <a:sym typeface="Rockwell"/>
              </a:defRPr>
            </a:lvl9pPr>
          </a:lstStyle>
          <a:p/>
        </p:txBody>
      </p:sp>
      <p:sp>
        <p:nvSpPr>
          <p:cNvPr id="1346" name="Google Shape;1346;p190"/>
          <p:cNvSpPr txBox="1"/>
          <p:nvPr>
            <p:ph idx="1" type="body"/>
          </p:nvPr>
        </p:nvSpPr>
        <p:spPr>
          <a:xfrm>
            <a:off x="457200" y="1646237"/>
            <a:ext cx="8229600" cy="4525962"/>
          </a:xfrm>
          <a:prstGeom prst="rect">
            <a:avLst/>
          </a:prstGeom>
          <a:noFill/>
          <a:ln>
            <a:noFill/>
          </a:ln>
        </p:spPr>
        <p:txBody>
          <a:bodyPr anchorCtr="0" anchor="t" bIns="45700" lIns="91425" spcFirstLastPara="1" rIns="91425" wrap="square" tIns="45700">
            <a:noAutofit/>
          </a:bodyPr>
          <a:lstStyle>
            <a:lvl1pPr indent="-370840" lvl="0" marL="457200" marR="0" rtl="0" algn="l">
              <a:spcBef>
                <a:spcPts val="0"/>
              </a:spcBef>
              <a:spcAft>
                <a:spcPts val="0"/>
              </a:spcAft>
              <a:buClr>
                <a:schemeClr val="accent1"/>
              </a:buClr>
              <a:buSzPts val="2240"/>
              <a:buFont typeface="Noto Sans Symbols"/>
              <a:buChar char="⦿"/>
              <a:defRPr b="0" i="0" sz="3200" u="none" cap="none" strike="noStrike">
                <a:solidFill>
                  <a:schemeClr val="lt1"/>
                </a:solidFill>
                <a:latin typeface="Rockwell"/>
                <a:ea typeface="Rockwell"/>
                <a:cs typeface="Rockwell"/>
                <a:sym typeface="Rockwell"/>
              </a:defRPr>
            </a:lvl1pPr>
            <a:lvl2pPr indent="-377190" lvl="1" marL="914400" marR="0" rtl="0" algn="l">
              <a:spcBef>
                <a:spcPts val="400"/>
              </a:spcBef>
              <a:spcAft>
                <a:spcPts val="0"/>
              </a:spcAft>
              <a:buClr>
                <a:schemeClr val="accent2"/>
              </a:buClr>
              <a:buSzPts val="2340"/>
              <a:buFont typeface="Rockwell"/>
              <a:buChar char="•"/>
              <a:defRPr b="0" i="0" sz="2600" u="none" cap="none" strike="noStrike">
                <a:solidFill>
                  <a:schemeClr val="lt1"/>
                </a:solidFill>
                <a:latin typeface="Rockwell"/>
                <a:ea typeface="Rockwell"/>
                <a:cs typeface="Rockwell"/>
                <a:sym typeface="Rockwell"/>
              </a:defRPr>
            </a:lvl2pPr>
            <a:lvl3pPr indent="-374650" lvl="2" marL="1371600" marR="0" rtl="0" algn="l">
              <a:spcBef>
                <a:spcPts val="400"/>
              </a:spcBef>
              <a:spcAft>
                <a:spcPts val="0"/>
              </a:spcAft>
              <a:buClr>
                <a:srgbClr val="A8CDD7"/>
              </a:buClr>
              <a:buSzPts val="2300"/>
              <a:buFont typeface="Noto Sans Symbols"/>
              <a:buChar char="●"/>
              <a:defRPr b="0" i="0" sz="2300" u="none" cap="none" strike="noStrike">
                <a:solidFill>
                  <a:schemeClr val="lt1"/>
                </a:solidFill>
                <a:latin typeface="Rockwell"/>
                <a:ea typeface="Rockwell"/>
                <a:cs typeface="Rockwell"/>
                <a:sym typeface="Rockwell"/>
              </a:defRPr>
            </a:lvl3pPr>
            <a:lvl4pPr indent="-355600" lvl="3" marL="1828800" marR="0" rtl="0" algn="l">
              <a:spcBef>
                <a:spcPts val="400"/>
              </a:spcBef>
              <a:spcAft>
                <a:spcPts val="0"/>
              </a:spcAft>
              <a:buClr>
                <a:srgbClr val="A8CDD7"/>
              </a:buClr>
              <a:buSzPts val="2000"/>
              <a:buFont typeface="Noto Sans Symbols"/>
              <a:buChar char="●"/>
              <a:defRPr b="0" i="0" sz="2000" u="none" cap="none" strike="noStrike">
                <a:solidFill>
                  <a:schemeClr val="lt1"/>
                </a:solidFill>
                <a:latin typeface="Rockwell"/>
                <a:ea typeface="Rockwell"/>
                <a:cs typeface="Rockwell"/>
                <a:sym typeface="Rockwell"/>
              </a:defRPr>
            </a:lvl4pPr>
            <a:lvl5pPr indent="-349250" lvl="4" marL="2286000" marR="0" rtl="0" algn="l">
              <a:spcBef>
                <a:spcPts val="400"/>
              </a:spcBef>
              <a:spcAft>
                <a:spcPts val="0"/>
              </a:spcAft>
              <a:buClr>
                <a:srgbClr val="A8CDD7"/>
              </a:buClr>
              <a:buSzPts val="1900"/>
              <a:buFont typeface="Noto Sans Symbols"/>
              <a:buChar char="●"/>
              <a:defRPr b="0" i="0" sz="1900" u="none" cap="none" strike="noStrike">
                <a:solidFill>
                  <a:schemeClr val="lt1"/>
                </a:solidFill>
                <a:latin typeface="Rockwell"/>
                <a:ea typeface="Rockwell"/>
                <a:cs typeface="Rockwell"/>
                <a:sym typeface="Rockwell"/>
              </a:defRPr>
            </a:lvl5pPr>
            <a:lvl6pPr indent="-342900" lvl="5" marL="2743200" marR="0" rtl="0" algn="l">
              <a:spcBef>
                <a:spcPts val="400"/>
              </a:spcBef>
              <a:spcAft>
                <a:spcPts val="0"/>
              </a:spcAft>
              <a:buClr>
                <a:schemeClr val="accent4"/>
              </a:buClr>
              <a:buSzPts val="1800"/>
              <a:buFont typeface="Noto Sans Symbols"/>
              <a:buChar char="●"/>
              <a:defRPr b="0" i="0" sz="1800" u="none" cap="none" strike="noStrike">
                <a:solidFill>
                  <a:schemeClr val="lt1"/>
                </a:solidFill>
                <a:latin typeface="Rockwell"/>
                <a:ea typeface="Rockwell"/>
                <a:cs typeface="Rockwell"/>
                <a:sym typeface="Rockwell"/>
              </a:defRPr>
            </a:lvl6pPr>
            <a:lvl7pPr indent="-330200" lvl="6" marL="3200400" marR="0" rtl="0" algn="l">
              <a:spcBef>
                <a:spcPts val="400"/>
              </a:spcBef>
              <a:spcAft>
                <a:spcPts val="0"/>
              </a:spcAft>
              <a:buClr>
                <a:schemeClr val="accent4"/>
              </a:buClr>
              <a:buSzPts val="1600"/>
              <a:buFont typeface="Noto Sans Symbols"/>
              <a:buChar char="●"/>
              <a:defRPr b="0" i="0" sz="1600" u="none" cap="none" strike="noStrike">
                <a:solidFill>
                  <a:schemeClr val="lt1"/>
                </a:solidFill>
                <a:latin typeface="Rockwell"/>
                <a:ea typeface="Rockwell"/>
                <a:cs typeface="Rockwell"/>
                <a:sym typeface="Rockwell"/>
              </a:defRPr>
            </a:lvl7pPr>
            <a:lvl8pPr indent="-330200" lvl="7" marL="3657600" marR="0" rtl="0" algn="l">
              <a:spcBef>
                <a:spcPts val="400"/>
              </a:spcBef>
              <a:spcAft>
                <a:spcPts val="0"/>
              </a:spcAft>
              <a:buClr>
                <a:schemeClr val="accent4"/>
              </a:buClr>
              <a:buSzPts val="1600"/>
              <a:buFont typeface="Noto Sans Symbols"/>
              <a:buChar char="●"/>
              <a:defRPr b="0" i="0" sz="1600" u="none" cap="none" strike="noStrike">
                <a:solidFill>
                  <a:schemeClr val="lt1"/>
                </a:solidFill>
                <a:latin typeface="Rockwell"/>
                <a:ea typeface="Rockwell"/>
                <a:cs typeface="Rockwell"/>
                <a:sym typeface="Rockwell"/>
              </a:defRPr>
            </a:lvl8pPr>
            <a:lvl9pPr indent="-330200" lvl="8" marL="4114800" marR="0" rtl="0" algn="l">
              <a:spcBef>
                <a:spcPts val="400"/>
              </a:spcBef>
              <a:spcAft>
                <a:spcPts val="0"/>
              </a:spcAft>
              <a:buClr>
                <a:schemeClr val="accent4"/>
              </a:buClr>
              <a:buSzPts val="1600"/>
              <a:buFont typeface="Noto Sans Symbols"/>
              <a:buChar char="●"/>
              <a:defRPr b="0" i="0" sz="1600" u="none" cap="none" strike="noStrike">
                <a:solidFill>
                  <a:schemeClr val="lt1"/>
                </a:solidFill>
                <a:latin typeface="Rockwell"/>
                <a:ea typeface="Rockwell"/>
                <a:cs typeface="Rockwell"/>
                <a:sym typeface="Rockwell"/>
              </a:defRPr>
            </a:lvl9pPr>
          </a:lstStyle>
          <a:p/>
        </p:txBody>
      </p:sp>
      <p:sp>
        <p:nvSpPr>
          <p:cNvPr id="1347" name="Google Shape;1347;p190"/>
          <p:cNvSpPr txBox="1"/>
          <p:nvPr>
            <p:ph idx="10" type="dt"/>
          </p:nvPr>
        </p:nvSpPr>
        <p:spPr>
          <a:xfrm>
            <a:off x="5562600" y="6400800"/>
            <a:ext cx="3001962"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1348" name="Google Shape;1348;p190"/>
          <p:cNvSpPr txBox="1"/>
          <p:nvPr>
            <p:ph idx="11" type="ftr"/>
          </p:nvPr>
        </p:nvSpPr>
        <p:spPr>
          <a:xfrm>
            <a:off x="1295400" y="6400800"/>
            <a:ext cx="4211637"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1349" name="Google Shape;1349;p190"/>
          <p:cNvSpPr txBox="1"/>
          <p:nvPr>
            <p:ph idx="12" type="sldNum"/>
          </p:nvPr>
        </p:nvSpPr>
        <p:spPr>
          <a:xfrm>
            <a:off x="8639175" y="6515100"/>
            <a:ext cx="463550" cy="27305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DFE0D4"/>
              </a:buClr>
              <a:buSzPts val="1600"/>
              <a:buFont typeface="Times New Roman"/>
              <a:buNone/>
              <a:defRPr b="0" i="0" sz="1600" u="none">
                <a:solidFill>
                  <a:srgbClr val="DFE0D4"/>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809" r:id="rId2"/>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56" name="Shape 1356"/>
        <p:cNvGrpSpPr/>
        <p:nvPr/>
      </p:nvGrpSpPr>
      <p:grpSpPr>
        <a:xfrm>
          <a:off x="0" y="0"/>
          <a:ext cx="0" cy="0"/>
          <a:chOff x="0" y="0"/>
          <a:chExt cx="0" cy="0"/>
        </a:xfrm>
      </p:grpSpPr>
      <p:sp>
        <p:nvSpPr>
          <p:cNvPr id="1357" name="Google Shape;1357;p192"/>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58" name="Google Shape;1358;p192"/>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59" name="Google Shape;1359;p192"/>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60" name="Google Shape;1360;p192"/>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1361" name="Google Shape;1361;p192"/>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70"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8"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A5AB81"/>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D8B25C"/>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62" name="Google Shape;1362;p192"/>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63" name="Google Shape;1363;p192"/>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
        <p:nvSpPr>
          <p:cNvPr id="1364" name="Google Shape;1364;p192"/>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sldLayoutIdLst>
    <p:sldLayoutId id="2147483810" r:id="rId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72" name="Shape 1372"/>
        <p:cNvGrpSpPr/>
        <p:nvPr/>
      </p:nvGrpSpPr>
      <p:grpSpPr>
        <a:xfrm>
          <a:off x="0" y="0"/>
          <a:ext cx="0" cy="0"/>
          <a:chOff x="0" y="0"/>
          <a:chExt cx="0" cy="0"/>
        </a:xfrm>
      </p:grpSpPr>
      <p:sp>
        <p:nvSpPr>
          <p:cNvPr id="1373" name="Google Shape;1373;p194"/>
          <p:cNvSpPr txBox="1"/>
          <p:nvPr/>
        </p:nvSpPr>
        <p:spPr>
          <a:xfrm>
            <a:off x="0" y="6705600"/>
            <a:ext cx="9144000" cy="1524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74" name="Google Shape;1374;p194"/>
          <p:cNvSpPr txBox="1"/>
          <p:nvPr/>
        </p:nvSpPr>
        <p:spPr>
          <a:xfrm>
            <a:off x="0" y="0"/>
            <a:ext cx="9144000" cy="13938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75" name="Google Shape;1375;p194"/>
          <p:cNvSpPr txBox="1"/>
          <p:nvPr/>
        </p:nvSpPr>
        <p:spPr>
          <a:xfrm>
            <a:off x="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76" name="Google Shape;1376;p194"/>
          <p:cNvSpPr txBox="1"/>
          <p:nvPr/>
        </p:nvSpPr>
        <p:spPr>
          <a:xfrm>
            <a:off x="899160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77" name="Google Shape;1377;p194"/>
          <p:cNvSpPr txBox="1"/>
          <p:nvPr/>
        </p:nvSpPr>
        <p:spPr>
          <a:xfrm>
            <a:off x="149225" y="6388100"/>
            <a:ext cx="8832850" cy="309562"/>
          </a:xfrm>
          <a:prstGeom prst="rect">
            <a:avLst/>
          </a:prstGeom>
          <a:solidFill>
            <a:srgbClr val="8CADA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78" name="Google Shape;1378;p194"/>
          <p:cNvSpPr txBox="1"/>
          <p:nvPr/>
        </p:nvSpPr>
        <p:spPr>
          <a:xfrm>
            <a:off x="152400" y="155575"/>
            <a:ext cx="8832850" cy="6546850"/>
          </a:xfrm>
          <a:prstGeom prst="rect">
            <a:avLst/>
          </a:prstGeom>
          <a:noFill/>
          <a:ln cap="flat" cmpd="sng" w="9525">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379" name="Google Shape;1379;p194"/>
          <p:cNvCxnSpPr/>
          <p:nvPr/>
        </p:nvCxnSpPr>
        <p:spPr>
          <a:xfrm>
            <a:off x="152400" y="1276350"/>
            <a:ext cx="8832850" cy="0"/>
          </a:xfrm>
          <a:prstGeom prst="straightConnector1">
            <a:avLst/>
          </a:prstGeom>
          <a:noFill/>
          <a:ln cap="flat" cmpd="sng" w="9525">
            <a:solidFill>
              <a:srgbClr val="7B9899"/>
            </a:solidFill>
            <a:prstDash val="solid"/>
            <a:miter lim="800000"/>
            <a:headEnd len="med" w="med" type="none"/>
            <a:tailEnd len="med" w="med" type="none"/>
          </a:ln>
        </p:spPr>
      </p:cxnSp>
      <p:sp>
        <p:nvSpPr>
          <p:cNvPr id="1380" name="Google Shape;1380;p194"/>
          <p:cNvSpPr/>
          <p:nvPr/>
        </p:nvSpPr>
        <p:spPr>
          <a:xfrm>
            <a:off x="4267200" y="955675"/>
            <a:ext cx="609600" cy="60960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81" name="Google Shape;1381;p194"/>
          <p:cNvSpPr/>
          <p:nvPr/>
        </p:nvSpPr>
        <p:spPr>
          <a:xfrm>
            <a:off x="4362450" y="1050925"/>
            <a:ext cx="419100" cy="420687"/>
          </a:xfrm>
          <a:prstGeom prst="ellipse">
            <a:avLst/>
          </a:prstGeom>
          <a:solidFill>
            <a:srgbClr val="FFFFFF"/>
          </a:solidFill>
          <a:ln cap="rnd" cmpd="dbl" w="50800">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382" name="Google Shape;1382;p194"/>
          <p:cNvCxnSpPr/>
          <p:nvPr/>
        </p:nvCxnSpPr>
        <p:spPr>
          <a:xfrm flipH="1" rot="10800000">
            <a:off x="4562475" y="1576387"/>
            <a:ext cx="9525" cy="4818062"/>
          </a:xfrm>
          <a:prstGeom prst="straightConnector1">
            <a:avLst/>
          </a:prstGeom>
          <a:noFill/>
          <a:ln cap="flat" cmpd="sng" w="9525">
            <a:solidFill>
              <a:schemeClr val="dk2"/>
            </a:solidFill>
            <a:prstDash val="solid"/>
            <a:miter lim="800000"/>
            <a:headEnd len="med" w="med" type="none"/>
            <a:tailEnd len="med" w="med" type="none"/>
          </a:ln>
        </p:spPr>
      </p:cxnSp>
      <p:sp>
        <p:nvSpPr>
          <p:cNvPr id="1383" name="Google Shape;1383;p194"/>
          <p:cNvSpPr txBox="1"/>
          <p:nvPr>
            <p:ph type="title"/>
          </p:nvPr>
        </p:nvSpPr>
        <p:spPr>
          <a:xfrm>
            <a:off x="301625" y="228600"/>
            <a:ext cx="8534400" cy="758825"/>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1pPr>
            <a:lvl2pPr lvl="1"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2pPr>
            <a:lvl3pPr lvl="2"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3pPr>
            <a:lvl4pPr lvl="3"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4pPr>
            <a:lvl5pPr lvl="4"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5pPr>
            <a:lvl6pPr lvl="5"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6pPr>
            <a:lvl7pPr lvl="6"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7pPr>
            <a:lvl8pPr lvl="7"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8pPr>
            <a:lvl9pPr lvl="8"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9pPr>
          </a:lstStyle>
          <a:p/>
        </p:txBody>
      </p:sp>
      <p:sp>
        <p:nvSpPr>
          <p:cNvPr id="1384" name="Google Shape;1384;p194"/>
          <p:cNvSpPr txBox="1"/>
          <p:nvPr>
            <p:ph idx="1" type="body"/>
          </p:nvPr>
        </p:nvSpPr>
        <p:spPr>
          <a:xfrm>
            <a:off x="301625" y="1524000"/>
            <a:ext cx="8534400" cy="4598987"/>
          </a:xfrm>
          <a:prstGeom prst="rect">
            <a:avLst/>
          </a:prstGeom>
          <a:noFill/>
          <a:ln>
            <a:noFill/>
          </a:ln>
        </p:spPr>
        <p:txBody>
          <a:bodyPr anchorCtr="0" anchor="t" bIns="45700" lIns="91425" spcFirstLastPara="1" rIns="91425" wrap="square" tIns="45700">
            <a:noAutofit/>
          </a:bodyPr>
          <a:lstStyle>
            <a:lvl1pPr indent="-374333" lvl="0" marL="457200" marR="0" rtl="0" algn="l">
              <a:spcBef>
                <a:spcPts val="540"/>
              </a:spcBef>
              <a:spcAft>
                <a:spcPts val="0"/>
              </a:spcAft>
              <a:buClr>
                <a:schemeClr val="accent1"/>
              </a:buClr>
              <a:buSzPts val="2295"/>
              <a:buFont typeface="Noto Sans Symbols"/>
              <a:buChar char="⚫"/>
              <a:defRPr b="0" i="0" sz="2700" u="none" cap="none" strike="noStrike">
                <a:solidFill>
                  <a:schemeClr val="dk1"/>
                </a:solidFill>
                <a:latin typeface="Georgia"/>
                <a:ea typeface="Georgia"/>
                <a:cs typeface="Georgia"/>
                <a:sym typeface="Georgia"/>
              </a:defRPr>
            </a:lvl1pPr>
            <a:lvl2pPr indent="-326390" lvl="1" marL="914400" marR="0" rtl="0" algn="l">
              <a:spcBef>
                <a:spcPts val="440"/>
              </a:spcBef>
              <a:spcAft>
                <a:spcPts val="0"/>
              </a:spcAft>
              <a:buClr>
                <a:schemeClr val="accent2"/>
              </a:buClr>
              <a:buSzPts val="1540"/>
              <a:buFont typeface="Noto Sans Symbols"/>
              <a:buChar char="⚪"/>
              <a:defRPr b="0" i="0" sz="2200" u="none" cap="none" strike="noStrike">
                <a:solidFill>
                  <a:schemeClr val="dk2"/>
                </a:solidFill>
                <a:latin typeface="Georgia"/>
                <a:ea typeface="Georgia"/>
                <a:cs typeface="Georgia"/>
                <a:sym typeface="Georgia"/>
              </a:defRPr>
            </a:lvl2pPr>
            <a:lvl3pPr indent="-323850" lvl="2" marL="1371600" marR="0" rtl="0" algn="l">
              <a:spcBef>
                <a:spcPts val="400"/>
              </a:spcBef>
              <a:spcAft>
                <a:spcPts val="0"/>
              </a:spcAft>
              <a:buClr>
                <a:srgbClr val="8CADAE"/>
              </a:buClr>
              <a:buSzPts val="1500"/>
              <a:buFont typeface="Noto Sans Symbols"/>
              <a:buChar char="⯍"/>
              <a:defRPr b="0" i="0" sz="2000" u="none" cap="none" strike="noStrike">
                <a:solidFill>
                  <a:schemeClr val="dk1"/>
                </a:solidFill>
                <a:latin typeface="Georgia"/>
                <a:ea typeface="Georgia"/>
                <a:cs typeface="Georgia"/>
                <a:sym typeface="Georgia"/>
              </a:defRPr>
            </a:lvl3pPr>
            <a:lvl4pPr indent="-317500" lvl="3" marL="1828800" marR="0" rtl="0" algn="l">
              <a:spcBef>
                <a:spcPts val="400"/>
              </a:spcBef>
              <a:spcAft>
                <a:spcPts val="0"/>
              </a:spcAft>
              <a:buClr>
                <a:srgbClr val="8C7B70"/>
              </a:buClr>
              <a:buSzPts val="1400"/>
              <a:buFont typeface="Noto Sans Symbols"/>
              <a:buChar char="🞆"/>
              <a:defRPr b="0" i="0" sz="2000" u="none" cap="none" strike="noStrike">
                <a:solidFill>
                  <a:schemeClr val="dk2"/>
                </a:solidFill>
                <a:latin typeface="Georgia"/>
                <a:ea typeface="Georgia"/>
                <a:cs typeface="Georgia"/>
                <a:sym typeface="Georgia"/>
              </a:defRPr>
            </a:lvl4pPr>
            <a:lvl5pPr indent="-342900" lvl="4" marL="2286000" marR="0" rtl="0" algn="l">
              <a:spcBef>
                <a:spcPts val="360"/>
              </a:spcBef>
              <a:spcAft>
                <a:spcPts val="0"/>
              </a:spcAft>
              <a:buClr>
                <a:srgbClr val="8FB08C"/>
              </a:buClr>
              <a:buSzPts val="1800"/>
              <a:buFont typeface="Georgia"/>
              <a:buChar char="•"/>
              <a:defRPr b="0" i="0" sz="1800" u="none" cap="none" strike="noStrike">
                <a:solidFill>
                  <a:schemeClr val="dk1"/>
                </a:solidFill>
                <a:latin typeface="Georgia"/>
                <a:ea typeface="Georgia"/>
                <a:cs typeface="Georgia"/>
                <a:sym typeface="Georgia"/>
              </a:defRPr>
            </a:lvl5pPr>
            <a:lvl6pPr indent="-320040" lvl="5" marL="2743200" marR="0" rtl="0" algn="l">
              <a:spcBef>
                <a:spcPts val="360"/>
              </a:spcBef>
              <a:spcAft>
                <a:spcPts val="0"/>
              </a:spcAft>
              <a:buClr>
                <a:schemeClr val="accent6"/>
              </a:buClr>
              <a:buSzPts val="1440"/>
              <a:buFont typeface="Noto Sans Symbols"/>
              <a:buChar char="⚫"/>
              <a:defRPr b="0" i="0" sz="1800" u="none" cap="none" strike="noStrike">
                <a:solidFill>
                  <a:schemeClr val="dk1"/>
                </a:solidFill>
                <a:latin typeface="Georgia"/>
                <a:ea typeface="Georgia"/>
                <a:cs typeface="Georgia"/>
                <a:sym typeface="Georgia"/>
              </a:defRPr>
            </a:lvl6pPr>
            <a:lvl7pPr indent="-320040" lvl="6" marL="3200400" marR="0" rtl="0" algn="l">
              <a:spcBef>
                <a:spcPts val="320"/>
              </a:spcBef>
              <a:spcAft>
                <a:spcPts val="0"/>
              </a:spcAft>
              <a:buClr>
                <a:srgbClr val="B75640"/>
              </a:buClr>
              <a:buSzPts val="1440"/>
              <a:buFont typeface="Georgia"/>
              <a:buChar char="•"/>
              <a:defRPr b="0" i="0" sz="1600" u="none" cap="none" strike="noStrike">
                <a:solidFill>
                  <a:schemeClr val="dk1"/>
                </a:solidFill>
                <a:latin typeface="Georgia"/>
                <a:ea typeface="Georgia"/>
                <a:cs typeface="Georgia"/>
                <a:sym typeface="Georgia"/>
              </a:defRPr>
            </a:lvl7pPr>
            <a:lvl8pPr indent="-330200" lvl="7" marL="3657600" marR="0" rtl="0" algn="l">
              <a:spcBef>
                <a:spcPts val="320"/>
              </a:spcBef>
              <a:spcAft>
                <a:spcPts val="0"/>
              </a:spcAft>
              <a:buClr>
                <a:srgbClr val="7A6B62"/>
              </a:buClr>
              <a:buSzPts val="1600"/>
              <a:buFont typeface="Georgia"/>
              <a:buChar char="•"/>
              <a:defRPr b="0" i="0" sz="1600" u="none" cap="none" strike="noStrike">
                <a:solidFill>
                  <a:schemeClr val="dk1"/>
                </a:solidFill>
                <a:latin typeface="Georgia"/>
                <a:ea typeface="Georgia"/>
                <a:cs typeface="Georgia"/>
                <a:sym typeface="Georgia"/>
              </a:defRPr>
            </a:lvl8pPr>
            <a:lvl9pPr indent="-308610" lvl="8" marL="4114800" marR="0" rtl="0" algn="l">
              <a:spcBef>
                <a:spcPts val="280"/>
              </a:spcBef>
              <a:spcAft>
                <a:spcPts val="0"/>
              </a:spcAft>
              <a:buClr>
                <a:srgbClr val="B29D00"/>
              </a:buClr>
              <a:buSzPts val="1260"/>
              <a:buFont typeface="Georgia"/>
              <a:buChar char="•"/>
              <a:defRPr b="0" i="0" sz="1400" u="none" cap="none" strike="noStrike">
                <a:solidFill>
                  <a:schemeClr val="dk1"/>
                </a:solidFill>
                <a:latin typeface="Georgia"/>
                <a:ea typeface="Georgia"/>
                <a:cs typeface="Georgia"/>
                <a:sym typeface="Georgia"/>
              </a:defRPr>
            </a:lvl9pPr>
          </a:lstStyle>
          <a:p/>
        </p:txBody>
      </p:sp>
      <p:sp>
        <p:nvSpPr>
          <p:cNvPr id="1385" name="Google Shape;1385;p194"/>
          <p:cNvSpPr txBox="1"/>
          <p:nvPr>
            <p:ph idx="10" type="dt"/>
          </p:nvPr>
        </p:nvSpPr>
        <p:spPr>
          <a:xfrm>
            <a:off x="5791200" y="6410325"/>
            <a:ext cx="3044825"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86" name="Google Shape;1386;p194"/>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87" name="Google Shape;1387;p194"/>
          <p:cNvSpPr txBox="1"/>
          <p:nvPr>
            <p:ph idx="12" type="sldNum"/>
          </p:nvPr>
        </p:nvSpPr>
        <p:spPr>
          <a:xfrm>
            <a:off x="4343400" y="1039812"/>
            <a:ext cx="457200" cy="441325"/>
          </a:xfrm>
          <a:prstGeom prst="rect">
            <a:avLst/>
          </a:prstGeom>
          <a:noFill/>
          <a:ln>
            <a:noFill/>
          </a:ln>
        </p:spPr>
        <p:txBody>
          <a:bodyPr anchorCtr="0" anchor="ctr" bIns="45700" lIns="45700" spcFirstLastPara="1" rIns="45700" wrap="square" tIns="45700">
            <a:noAutofit/>
          </a:bodyPr>
          <a:lstStyle>
            <a:lvl1pPr indent="0" lvl="0"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811" r:id="rId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95" name="Shape 1395"/>
        <p:cNvGrpSpPr/>
        <p:nvPr/>
      </p:nvGrpSpPr>
      <p:grpSpPr>
        <a:xfrm>
          <a:off x="0" y="0"/>
          <a:ext cx="0" cy="0"/>
          <a:chOff x="0" y="0"/>
          <a:chExt cx="0" cy="0"/>
        </a:xfrm>
      </p:grpSpPr>
      <p:sp>
        <p:nvSpPr>
          <p:cNvPr id="1396" name="Google Shape;1396;p196"/>
          <p:cNvSpPr txBox="1"/>
          <p:nvPr/>
        </p:nvSpPr>
        <p:spPr>
          <a:xfrm>
            <a:off x="0" y="6705600"/>
            <a:ext cx="9144000" cy="1524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97" name="Google Shape;1397;p196"/>
          <p:cNvSpPr txBox="1"/>
          <p:nvPr/>
        </p:nvSpPr>
        <p:spPr>
          <a:xfrm>
            <a:off x="0" y="0"/>
            <a:ext cx="9144000" cy="13938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98" name="Google Shape;1398;p196"/>
          <p:cNvSpPr txBox="1"/>
          <p:nvPr/>
        </p:nvSpPr>
        <p:spPr>
          <a:xfrm>
            <a:off x="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399" name="Google Shape;1399;p196"/>
          <p:cNvSpPr txBox="1"/>
          <p:nvPr/>
        </p:nvSpPr>
        <p:spPr>
          <a:xfrm>
            <a:off x="8991600" y="0"/>
            <a:ext cx="1524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0" name="Google Shape;1400;p196"/>
          <p:cNvSpPr txBox="1"/>
          <p:nvPr/>
        </p:nvSpPr>
        <p:spPr>
          <a:xfrm>
            <a:off x="149225" y="6388100"/>
            <a:ext cx="8832850" cy="309562"/>
          </a:xfrm>
          <a:prstGeom prst="rect">
            <a:avLst/>
          </a:prstGeom>
          <a:solidFill>
            <a:srgbClr val="8CADAE"/>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1" name="Google Shape;1401;p196"/>
          <p:cNvSpPr txBox="1"/>
          <p:nvPr/>
        </p:nvSpPr>
        <p:spPr>
          <a:xfrm>
            <a:off x="152400" y="155575"/>
            <a:ext cx="8832850" cy="6546850"/>
          </a:xfrm>
          <a:prstGeom prst="rect">
            <a:avLst/>
          </a:prstGeom>
          <a:noFill/>
          <a:ln cap="flat" cmpd="sng" w="9525">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402" name="Google Shape;1402;p196"/>
          <p:cNvCxnSpPr/>
          <p:nvPr/>
        </p:nvCxnSpPr>
        <p:spPr>
          <a:xfrm>
            <a:off x="152400" y="1276350"/>
            <a:ext cx="8832850" cy="0"/>
          </a:xfrm>
          <a:prstGeom prst="straightConnector1">
            <a:avLst/>
          </a:prstGeom>
          <a:noFill/>
          <a:ln cap="flat" cmpd="sng" w="9525">
            <a:solidFill>
              <a:srgbClr val="7B9899"/>
            </a:solidFill>
            <a:prstDash val="solid"/>
            <a:miter lim="800000"/>
            <a:headEnd len="med" w="med" type="none"/>
            <a:tailEnd len="med" w="med" type="none"/>
          </a:ln>
        </p:spPr>
      </p:cxnSp>
      <p:sp>
        <p:nvSpPr>
          <p:cNvPr id="1403" name="Google Shape;1403;p196"/>
          <p:cNvSpPr/>
          <p:nvPr/>
        </p:nvSpPr>
        <p:spPr>
          <a:xfrm>
            <a:off x="4267200" y="955675"/>
            <a:ext cx="609600" cy="60960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4" name="Google Shape;1404;p196"/>
          <p:cNvSpPr/>
          <p:nvPr/>
        </p:nvSpPr>
        <p:spPr>
          <a:xfrm>
            <a:off x="4362450" y="1050925"/>
            <a:ext cx="419100" cy="420687"/>
          </a:xfrm>
          <a:prstGeom prst="ellipse">
            <a:avLst/>
          </a:prstGeom>
          <a:solidFill>
            <a:srgbClr val="FFFFFF"/>
          </a:solidFill>
          <a:ln cap="rnd" cmpd="dbl" w="50800">
            <a:solidFill>
              <a:srgbClr val="7B989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05" name="Google Shape;1405;p196"/>
          <p:cNvSpPr txBox="1"/>
          <p:nvPr>
            <p:ph type="title"/>
          </p:nvPr>
        </p:nvSpPr>
        <p:spPr>
          <a:xfrm>
            <a:off x="301625" y="228600"/>
            <a:ext cx="8534400" cy="758825"/>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1pPr>
            <a:lvl2pPr lvl="1"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2pPr>
            <a:lvl3pPr lvl="2"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3pPr>
            <a:lvl4pPr lvl="3"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4pPr>
            <a:lvl5pPr lvl="4"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5pPr>
            <a:lvl6pPr lvl="5"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6pPr>
            <a:lvl7pPr lvl="6"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7pPr>
            <a:lvl8pPr lvl="7"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8pPr>
            <a:lvl9pPr lvl="8" marR="0" rtl="0" algn="ctr">
              <a:spcBef>
                <a:spcPts val="0"/>
              </a:spcBef>
              <a:spcAft>
                <a:spcPts val="0"/>
              </a:spcAft>
              <a:buSzPts val="1400"/>
              <a:buNone/>
              <a:defRPr b="0" i="0" sz="3300" u="none" cap="none" strike="noStrike">
                <a:solidFill>
                  <a:srgbClr val="7B9899"/>
                </a:solidFill>
                <a:latin typeface="Georgia"/>
                <a:ea typeface="Georgia"/>
                <a:cs typeface="Georgia"/>
                <a:sym typeface="Georgia"/>
              </a:defRPr>
            </a:lvl9pPr>
          </a:lstStyle>
          <a:p/>
        </p:txBody>
      </p:sp>
      <p:sp>
        <p:nvSpPr>
          <p:cNvPr id="1406" name="Google Shape;1406;p196"/>
          <p:cNvSpPr txBox="1"/>
          <p:nvPr>
            <p:ph idx="1" type="body"/>
          </p:nvPr>
        </p:nvSpPr>
        <p:spPr>
          <a:xfrm>
            <a:off x="301625" y="1524000"/>
            <a:ext cx="8534400" cy="4598987"/>
          </a:xfrm>
          <a:prstGeom prst="rect">
            <a:avLst/>
          </a:prstGeom>
          <a:noFill/>
          <a:ln>
            <a:noFill/>
          </a:ln>
        </p:spPr>
        <p:txBody>
          <a:bodyPr anchorCtr="0" anchor="t" bIns="45700" lIns="91425" spcFirstLastPara="1" rIns="91425" wrap="square" tIns="45700">
            <a:noAutofit/>
          </a:bodyPr>
          <a:lstStyle>
            <a:lvl1pPr indent="-374333" lvl="0" marL="457200" marR="0" rtl="0" algn="l">
              <a:spcBef>
                <a:spcPts val="540"/>
              </a:spcBef>
              <a:spcAft>
                <a:spcPts val="0"/>
              </a:spcAft>
              <a:buClr>
                <a:schemeClr val="accent1"/>
              </a:buClr>
              <a:buSzPts val="2295"/>
              <a:buFont typeface="Noto Sans Symbols"/>
              <a:buChar char="⚫"/>
              <a:defRPr b="0" i="0" sz="2700" u="none" cap="none" strike="noStrike">
                <a:solidFill>
                  <a:schemeClr val="dk1"/>
                </a:solidFill>
                <a:latin typeface="Georgia"/>
                <a:ea typeface="Georgia"/>
                <a:cs typeface="Georgia"/>
                <a:sym typeface="Georgia"/>
              </a:defRPr>
            </a:lvl1pPr>
            <a:lvl2pPr indent="-326390" lvl="1" marL="914400" marR="0" rtl="0" algn="l">
              <a:spcBef>
                <a:spcPts val="440"/>
              </a:spcBef>
              <a:spcAft>
                <a:spcPts val="0"/>
              </a:spcAft>
              <a:buClr>
                <a:schemeClr val="accent2"/>
              </a:buClr>
              <a:buSzPts val="1540"/>
              <a:buFont typeface="Noto Sans Symbols"/>
              <a:buChar char="⚪"/>
              <a:defRPr b="0" i="0" sz="2200" u="none" cap="none" strike="noStrike">
                <a:solidFill>
                  <a:schemeClr val="dk2"/>
                </a:solidFill>
                <a:latin typeface="Georgia"/>
                <a:ea typeface="Georgia"/>
                <a:cs typeface="Georgia"/>
                <a:sym typeface="Georgia"/>
              </a:defRPr>
            </a:lvl2pPr>
            <a:lvl3pPr indent="-323850" lvl="2" marL="1371600" marR="0" rtl="0" algn="l">
              <a:spcBef>
                <a:spcPts val="400"/>
              </a:spcBef>
              <a:spcAft>
                <a:spcPts val="0"/>
              </a:spcAft>
              <a:buClr>
                <a:srgbClr val="8CADAE"/>
              </a:buClr>
              <a:buSzPts val="1500"/>
              <a:buFont typeface="Noto Sans Symbols"/>
              <a:buChar char="⯍"/>
              <a:defRPr b="0" i="0" sz="2000" u="none" cap="none" strike="noStrike">
                <a:solidFill>
                  <a:schemeClr val="dk1"/>
                </a:solidFill>
                <a:latin typeface="Georgia"/>
                <a:ea typeface="Georgia"/>
                <a:cs typeface="Georgia"/>
                <a:sym typeface="Georgia"/>
              </a:defRPr>
            </a:lvl3pPr>
            <a:lvl4pPr indent="-317500" lvl="3" marL="1828800" marR="0" rtl="0" algn="l">
              <a:spcBef>
                <a:spcPts val="400"/>
              </a:spcBef>
              <a:spcAft>
                <a:spcPts val="0"/>
              </a:spcAft>
              <a:buClr>
                <a:srgbClr val="8C7B70"/>
              </a:buClr>
              <a:buSzPts val="1400"/>
              <a:buFont typeface="Noto Sans Symbols"/>
              <a:buChar char="🞆"/>
              <a:defRPr b="0" i="0" sz="2000" u="none" cap="none" strike="noStrike">
                <a:solidFill>
                  <a:schemeClr val="dk2"/>
                </a:solidFill>
                <a:latin typeface="Georgia"/>
                <a:ea typeface="Georgia"/>
                <a:cs typeface="Georgia"/>
                <a:sym typeface="Georgia"/>
              </a:defRPr>
            </a:lvl4pPr>
            <a:lvl5pPr indent="-342900" lvl="4" marL="2286000" marR="0" rtl="0" algn="l">
              <a:spcBef>
                <a:spcPts val="360"/>
              </a:spcBef>
              <a:spcAft>
                <a:spcPts val="0"/>
              </a:spcAft>
              <a:buClr>
                <a:srgbClr val="8FB08C"/>
              </a:buClr>
              <a:buSzPts val="1800"/>
              <a:buFont typeface="Georgia"/>
              <a:buChar char="•"/>
              <a:defRPr b="0" i="0" sz="1800" u="none" cap="none" strike="noStrike">
                <a:solidFill>
                  <a:schemeClr val="dk1"/>
                </a:solidFill>
                <a:latin typeface="Georgia"/>
                <a:ea typeface="Georgia"/>
                <a:cs typeface="Georgia"/>
                <a:sym typeface="Georgia"/>
              </a:defRPr>
            </a:lvl5pPr>
            <a:lvl6pPr indent="-320040" lvl="5" marL="2743200" marR="0" rtl="0" algn="l">
              <a:spcBef>
                <a:spcPts val="360"/>
              </a:spcBef>
              <a:spcAft>
                <a:spcPts val="0"/>
              </a:spcAft>
              <a:buClr>
                <a:schemeClr val="accent6"/>
              </a:buClr>
              <a:buSzPts val="1440"/>
              <a:buFont typeface="Noto Sans Symbols"/>
              <a:buChar char="⚫"/>
              <a:defRPr b="0" i="0" sz="1800" u="none" cap="none" strike="noStrike">
                <a:solidFill>
                  <a:schemeClr val="dk1"/>
                </a:solidFill>
                <a:latin typeface="Georgia"/>
                <a:ea typeface="Georgia"/>
                <a:cs typeface="Georgia"/>
                <a:sym typeface="Georgia"/>
              </a:defRPr>
            </a:lvl6pPr>
            <a:lvl7pPr indent="-320040" lvl="6" marL="3200400" marR="0" rtl="0" algn="l">
              <a:spcBef>
                <a:spcPts val="320"/>
              </a:spcBef>
              <a:spcAft>
                <a:spcPts val="0"/>
              </a:spcAft>
              <a:buClr>
                <a:srgbClr val="B75640"/>
              </a:buClr>
              <a:buSzPts val="1440"/>
              <a:buFont typeface="Georgia"/>
              <a:buChar char="•"/>
              <a:defRPr b="0" i="0" sz="1600" u="none" cap="none" strike="noStrike">
                <a:solidFill>
                  <a:schemeClr val="dk1"/>
                </a:solidFill>
                <a:latin typeface="Georgia"/>
                <a:ea typeface="Georgia"/>
                <a:cs typeface="Georgia"/>
                <a:sym typeface="Georgia"/>
              </a:defRPr>
            </a:lvl7pPr>
            <a:lvl8pPr indent="-330200" lvl="7" marL="3657600" marR="0" rtl="0" algn="l">
              <a:spcBef>
                <a:spcPts val="320"/>
              </a:spcBef>
              <a:spcAft>
                <a:spcPts val="0"/>
              </a:spcAft>
              <a:buClr>
                <a:srgbClr val="7A6B62"/>
              </a:buClr>
              <a:buSzPts val="1600"/>
              <a:buFont typeface="Georgia"/>
              <a:buChar char="•"/>
              <a:defRPr b="0" i="0" sz="1600" u="none" cap="none" strike="noStrike">
                <a:solidFill>
                  <a:schemeClr val="dk1"/>
                </a:solidFill>
                <a:latin typeface="Georgia"/>
                <a:ea typeface="Georgia"/>
                <a:cs typeface="Georgia"/>
                <a:sym typeface="Georgia"/>
              </a:defRPr>
            </a:lvl8pPr>
            <a:lvl9pPr indent="-308610" lvl="8" marL="4114800" marR="0" rtl="0" algn="l">
              <a:spcBef>
                <a:spcPts val="280"/>
              </a:spcBef>
              <a:spcAft>
                <a:spcPts val="0"/>
              </a:spcAft>
              <a:buClr>
                <a:srgbClr val="B29D00"/>
              </a:buClr>
              <a:buSzPts val="1260"/>
              <a:buFont typeface="Georgia"/>
              <a:buChar char="•"/>
              <a:defRPr b="0" i="0" sz="1400" u="none" cap="none" strike="noStrike">
                <a:solidFill>
                  <a:schemeClr val="dk1"/>
                </a:solidFill>
                <a:latin typeface="Georgia"/>
                <a:ea typeface="Georgia"/>
                <a:cs typeface="Georgia"/>
                <a:sym typeface="Georgia"/>
              </a:defRPr>
            </a:lvl9pPr>
          </a:lstStyle>
          <a:p/>
        </p:txBody>
      </p:sp>
      <p:sp>
        <p:nvSpPr>
          <p:cNvPr id="1407" name="Google Shape;1407;p196"/>
          <p:cNvSpPr txBox="1"/>
          <p:nvPr>
            <p:ph idx="10" type="dt"/>
          </p:nvPr>
        </p:nvSpPr>
        <p:spPr>
          <a:xfrm>
            <a:off x="5791200" y="6405562"/>
            <a:ext cx="3044825"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08" name="Google Shape;1408;p196"/>
          <p:cNvSpPr txBox="1"/>
          <p:nvPr>
            <p:ph idx="11" type="ftr"/>
          </p:nvPr>
        </p:nvSpPr>
        <p:spPr>
          <a:xfrm>
            <a:off x="304800" y="6410325"/>
            <a:ext cx="3581400" cy="366712"/>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09" name="Google Shape;1409;p196"/>
          <p:cNvSpPr txBox="1"/>
          <p:nvPr>
            <p:ph idx="12" type="sldNum"/>
          </p:nvPr>
        </p:nvSpPr>
        <p:spPr>
          <a:xfrm>
            <a:off x="4362450" y="1027112"/>
            <a:ext cx="457200" cy="441325"/>
          </a:xfrm>
          <a:prstGeom prst="rect">
            <a:avLst/>
          </a:prstGeom>
          <a:noFill/>
          <a:ln>
            <a:noFill/>
          </a:ln>
        </p:spPr>
        <p:txBody>
          <a:bodyPr anchorCtr="0" anchor="ctr" bIns="45700" lIns="45700" spcFirstLastPara="1" rIns="45700" wrap="square" tIns="45700">
            <a:noAutofit/>
          </a:bodyPr>
          <a:lstStyle>
            <a:lvl1pPr indent="0" lvl="0"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7B9899"/>
              </a:buClr>
              <a:buSzPts val="1600"/>
              <a:buFont typeface="Times New Roman"/>
              <a:buNone/>
              <a:defRPr b="0" i="0" sz="1600" u="none">
                <a:solidFill>
                  <a:srgbClr val="7B9899"/>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812" r:id="rId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16" name="Shape 1416"/>
        <p:cNvGrpSpPr/>
        <p:nvPr/>
      </p:nvGrpSpPr>
      <p:grpSpPr>
        <a:xfrm>
          <a:off x="0" y="0"/>
          <a:ext cx="0" cy="0"/>
          <a:chOff x="0" y="0"/>
          <a:chExt cx="0" cy="0"/>
        </a:xfrm>
      </p:grpSpPr>
      <p:sp>
        <p:nvSpPr>
          <p:cNvPr id="1417" name="Google Shape;1417;p198"/>
          <p:cNvSpPr txBox="1"/>
          <p:nvPr/>
        </p:nvSpPr>
        <p:spPr>
          <a:xfrm>
            <a:off x="0" y="1235075"/>
            <a:ext cx="9144000" cy="319087"/>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18" name="Google Shape;1418;p198"/>
          <p:cNvSpPr txBox="1"/>
          <p:nvPr/>
        </p:nvSpPr>
        <p:spPr>
          <a:xfrm>
            <a:off x="0" y="1279525"/>
            <a:ext cx="533400" cy="228600"/>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19" name="Google Shape;1419;p198"/>
          <p:cNvSpPr txBox="1"/>
          <p:nvPr/>
        </p:nvSpPr>
        <p:spPr>
          <a:xfrm>
            <a:off x="590550" y="1279525"/>
            <a:ext cx="855345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420" name="Google Shape;1420;p198"/>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4400" u="none" cap="none" strike="noStrike">
                <a:solidFill>
                  <a:schemeClr val="dk2"/>
                </a:solidFill>
                <a:latin typeface="Twentieth Century"/>
                <a:ea typeface="Twentieth Century"/>
                <a:cs typeface="Twentieth Century"/>
                <a:sym typeface="Twentieth Century"/>
              </a:defRPr>
            </a:lvl9pPr>
          </a:lstStyle>
          <a:p/>
        </p:txBody>
      </p:sp>
      <p:sp>
        <p:nvSpPr>
          <p:cNvPr id="1421" name="Google Shape;1421;p198"/>
          <p:cNvSpPr txBox="1"/>
          <p:nvPr>
            <p:ph idx="1" type="body"/>
          </p:nvPr>
        </p:nvSpPr>
        <p:spPr>
          <a:xfrm>
            <a:off x="612775" y="1600200"/>
            <a:ext cx="8153400" cy="4525962"/>
          </a:xfrm>
          <a:prstGeom prst="rect">
            <a:avLst/>
          </a:prstGeom>
          <a:noFill/>
          <a:ln>
            <a:noFill/>
          </a:ln>
        </p:spPr>
        <p:txBody>
          <a:bodyPr anchorCtr="0" anchor="t" bIns="45700" lIns="91425" spcFirstLastPara="1" rIns="91425" wrap="square" tIns="45700">
            <a:noAutofit/>
          </a:bodyPr>
          <a:lstStyle>
            <a:lvl1pPr indent="-339090" lvl="0" marL="457200" marR="0" rtl="0" algn="l">
              <a:spcBef>
                <a:spcPts val="700"/>
              </a:spcBef>
              <a:spcAft>
                <a:spcPts val="0"/>
              </a:spcAft>
              <a:buClr>
                <a:schemeClr val="accent2"/>
              </a:buClr>
              <a:buSzPts val="1740"/>
              <a:buFont typeface="Noto Sans Symbols"/>
              <a:buChar char="◻"/>
              <a:defRPr b="0" i="0" sz="2900" u="none" cap="none" strike="noStrike">
                <a:solidFill>
                  <a:schemeClr val="dk1"/>
                </a:solidFill>
                <a:latin typeface="Twentieth Century"/>
                <a:ea typeface="Twentieth Century"/>
                <a:cs typeface="Twentieth Century"/>
                <a:sym typeface="Twentieth Century"/>
              </a:defRPr>
            </a:lvl1pPr>
            <a:lvl2pPr indent="-344170" lvl="1" marL="914400" marR="0" rtl="0" algn="l">
              <a:spcBef>
                <a:spcPts val="550"/>
              </a:spcBef>
              <a:spcAft>
                <a:spcPts val="0"/>
              </a:spcAft>
              <a:buClr>
                <a:schemeClr val="accent1"/>
              </a:buClr>
              <a:buSzPts val="1820"/>
              <a:buFont typeface="Noto Sans Symbols"/>
              <a:buChar char="🞑"/>
              <a:defRPr b="0" i="0" sz="2600" u="none" cap="none" strike="noStrike">
                <a:solidFill>
                  <a:schemeClr val="dk1"/>
                </a:solidFill>
                <a:latin typeface="Twentieth Century"/>
                <a:ea typeface="Twentieth Century"/>
                <a:cs typeface="Twentieth Century"/>
                <a:sym typeface="Twentieth Century"/>
              </a:defRPr>
            </a:lvl2pPr>
            <a:lvl3pPr indent="-338138" lvl="2" marL="1371600" marR="0" rtl="0" algn="l">
              <a:spcBef>
                <a:spcPts val="500"/>
              </a:spcBef>
              <a:spcAft>
                <a:spcPts val="0"/>
              </a:spcAft>
              <a:buClr>
                <a:schemeClr val="accent2"/>
              </a:buClr>
              <a:buSzPts val="1725"/>
              <a:buFont typeface="Noto Sans Symbols"/>
              <a:buChar char="■"/>
              <a:defRPr b="0" i="0" sz="2300" u="none" cap="none" strike="noStrike">
                <a:solidFill>
                  <a:schemeClr val="dk1"/>
                </a:solidFill>
                <a:latin typeface="Twentieth Century"/>
                <a:ea typeface="Twentieth Century"/>
                <a:cs typeface="Twentieth Century"/>
                <a:sym typeface="Twentieth Century"/>
              </a:defRPr>
            </a:lvl3pPr>
            <a:lvl4pPr indent="-323850" lvl="3" marL="1828800" marR="0" rtl="0" algn="l">
              <a:spcBef>
                <a:spcPts val="400"/>
              </a:spcBef>
              <a:spcAft>
                <a:spcPts val="0"/>
              </a:spcAft>
              <a:buClr>
                <a:srgbClr val="A5AB81"/>
              </a:buClr>
              <a:buSzPts val="1500"/>
              <a:buFont typeface="Noto Sans Symbols"/>
              <a:buChar char="■"/>
              <a:defRPr b="0" i="0" sz="2000" u="none" cap="none" strike="noStrike">
                <a:solidFill>
                  <a:schemeClr val="dk1"/>
                </a:solidFill>
                <a:latin typeface="Twentieth Century"/>
                <a:ea typeface="Twentieth Century"/>
                <a:cs typeface="Twentieth Century"/>
                <a:sym typeface="Twentieth Century"/>
              </a:defRPr>
            </a:lvl4pPr>
            <a:lvl5pPr indent="-311150" lvl="4" marL="2286000" marR="0" rtl="0" algn="l">
              <a:spcBef>
                <a:spcPts val="400"/>
              </a:spcBef>
              <a:spcAft>
                <a:spcPts val="0"/>
              </a:spcAft>
              <a:buClr>
                <a:srgbClr val="D8B25C"/>
              </a:buClr>
              <a:buSzPts val="1300"/>
              <a:buFont typeface="Noto Sans Symbols"/>
              <a:buChar char="■"/>
              <a:defRPr b="0" i="0" sz="2000" u="none" cap="none" strike="noStrike">
                <a:solidFill>
                  <a:schemeClr val="dk1"/>
                </a:solidFill>
                <a:latin typeface="Twentieth Century"/>
                <a:ea typeface="Twentieth Century"/>
                <a:cs typeface="Twentieth Century"/>
                <a:sym typeface="Twentieth Century"/>
              </a:defRPr>
            </a:lvl5pPr>
            <a:lvl6pPr indent="-342900" lvl="5" marL="2743200" marR="0" rtl="0" algn="l">
              <a:spcBef>
                <a:spcPts val="36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6pPr>
            <a:lvl7pPr indent="-342900" lvl="6" marL="3200400" marR="0" rtl="0" algn="l">
              <a:spcBef>
                <a:spcPts val="360"/>
              </a:spcBef>
              <a:spcAft>
                <a:spcPts val="0"/>
              </a:spcAft>
              <a:buClr>
                <a:schemeClr val="accent2"/>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7pPr>
            <a:lvl8pPr indent="-342900" lvl="7" marL="3657600" marR="0" rtl="0" algn="l">
              <a:spcBef>
                <a:spcPts val="360"/>
              </a:spcBef>
              <a:spcAft>
                <a:spcPts val="0"/>
              </a:spcAft>
              <a:buClr>
                <a:schemeClr val="accent3"/>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8pPr>
            <a:lvl9pPr indent="-342900" lvl="8" marL="4114800" marR="0" rtl="0" algn="l">
              <a:spcBef>
                <a:spcPts val="360"/>
              </a:spcBef>
              <a:spcAft>
                <a:spcPts val="0"/>
              </a:spcAft>
              <a:buClr>
                <a:schemeClr val="accent4"/>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22" name="Google Shape;1422;p198"/>
          <p:cNvSpPr txBox="1"/>
          <p:nvPr>
            <p:ph idx="10" type="dt"/>
          </p:nvPr>
        </p:nvSpPr>
        <p:spPr>
          <a:xfrm>
            <a:off x="6096000" y="6248400"/>
            <a:ext cx="26670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23" name="Google Shape;1423;p198"/>
          <p:cNvSpPr txBox="1"/>
          <p:nvPr>
            <p:ph idx="12" type="sldNum"/>
          </p:nvPr>
        </p:nvSpPr>
        <p:spPr>
          <a:xfrm>
            <a:off x="0" y="1271587"/>
            <a:ext cx="533400" cy="244475"/>
          </a:xfrm>
          <a:prstGeom prst="rect">
            <a:avLst/>
          </a:prstGeom>
          <a:noFill/>
          <a:ln>
            <a:noFill/>
          </a:ln>
        </p:spPr>
        <p:txBody>
          <a:bodyPr anchorCtr="0" anchor="ctr" bIns="45700" lIns="91425" spcFirstLastPara="1" rIns="91425" wrap="square" tIns="45700">
            <a:noAutofit/>
          </a:bodyPr>
          <a:lstStyle>
            <a:lvl1pPr indent="0" lvl="0"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1pPr>
            <a:lvl2pPr indent="0" lvl="1"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2pPr>
            <a:lvl3pPr indent="0" lvl="2"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3pPr>
            <a:lvl4pPr indent="0" lvl="3"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4pPr>
            <a:lvl5pPr indent="0" lvl="4"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5pPr>
            <a:lvl6pPr indent="0" lvl="5"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6pPr>
            <a:lvl7pPr indent="0" lvl="6"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7pPr>
            <a:lvl8pPr indent="0" lvl="7"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8pPr>
            <a:lvl9pPr indent="0" lvl="8" marL="0" marR="0" rtl="0" algn="ctr">
              <a:lnSpc>
                <a:spcPct val="100000"/>
              </a:lnSpc>
              <a:spcBef>
                <a:spcPts val="0"/>
              </a:spcBef>
              <a:spcAft>
                <a:spcPts val="0"/>
              </a:spcAft>
              <a:buClr>
                <a:srgbClr val="FFFFFF"/>
              </a:buClr>
              <a:buSzPts val="1400"/>
              <a:buFont typeface="Times New Roman"/>
              <a:buNone/>
              <a:defRPr b="1" i="0" sz="1400" u="none">
                <a:solidFill>
                  <a:srgbClr val="FFFFFF"/>
                </a:solidFill>
                <a:latin typeface="Times New Roman"/>
                <a:ea typeface="Times New Roman"/>
                <a:cs typeface="Times New Roman"/>
                <a:sym typeface="Times New Roman"/>
              </a:defRPr>
            </a:lvl9pPr>
          </a:lstStyle>
          <a:p>
            <a:pPr indent="0" lvl="0" marL="0" rtl="0" algn="ctr">
              <a:spcBef>
                <a:spcPts val="0"/>
              </a:spcBef>
              <a:spcAft>
                <a:spcPts val="0"/>
              </a:spcAft>
              <a:buNone/>
            </a:pPr>
            <a:fld id="{00000000-1234-1234-1234-123412341234}" type="slidenum">
              <a:rPr lang="en-US"/>
              <a:t>‹#›</a:t>
            </a:fld>
            <a:endParaRPr b="0">
              <a:solidFill>
                <a:srgbClr val="000000"/>
              </a:solidFill>
              <a:latin typeface="Arial"/>
              <a:ea typeface="Arial"/>
              <a:cs typeface="Arial"/>
              <a:sym typeface="Arial"/>
            </a:endParaRPr>
          </a:p>
        </p:txBody>
      </p:sp>
      <p:sp>
        <p:nvSpPr>
          <p:cNvPr id="1424" name="Google Shape;1424;p198"/>
          <p:cNvSpPr txBox="1"/>
          <p:nvPr>
            <p:ph idx="11" type="ftr"/>
          </p:nvPr>
        </p:nvSpPr>
        <p:spPr>
          <a:xfrm>
            <a:off x="609600" y="6248400"/>
            <a:ext cx="5421312"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Tree>
  </p:cSld>
  <p:clrMap accent1="accent1" accent2="accent2" accent3="accent3" accent4="accent4" accent5="accent5" accent6="accent6" bg1="lt1" bg2="dk2" tx1="dk1" tx2="lt2" folHlink="folHlink" hlink="hlink"/>
  <p:sldLayoutIdLst>
    <p:sldLayoutId id="2147483813" r:id="rId1"/>
  </p:sldLayoutIdLst>
  <p:transition spd="slow">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5.jpg"/><Relationship Id="rId4" Type="http://schemas.openxmlformats.org/officeDocument/2006/relationships/image" Target="../media/image18.png"/><Relationship Id="rId5" Type="http://schemas.openxmlformats.org/officeDocument/2006/relationships/image" Target="../media/image15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42.jp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5.xml"/><Relationship Id="rId3" Type="http://schemas.openxmlformats.org/officeDocument/2006/relationships/image" Target="../media/image2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2.png"/><Relationship Id="rId5"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8.xml"/><Relationship Id="rId3" Type="http://schemas.openxmlformats.org/officeDocument/2006/relationships/image" Target="../media/image20.jpg"/><Relationship Id="rId4" Type="http://schemas.openxmlformats.org/officeDocument/2006/relationships/hyperlink" Target="https://youtu.be/AuYJ-HCnHKE?si=QxYUVGNkooK1xRN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0.xml"/><Relationship Id="rId3" Type="http://schemas.openxmlformats.org/officeDocument/2006/relationships/image" Target="../media/image1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1.xml"/><Relationship Id="rId3"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2.xml"/><Relationship Id="rId3" Type="http://schemas.openxmlformats.org/officeDocument/2006/relationships/image" Target="../media/image2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4.xml"/><Relationship Id="rId3" Type="http://schemas.openxmlformats.org/officeDocument/2006/relationships/image" Target="../media/image1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15.xml"/><Relationship Id="rId3" Type="http://schemas.openxmlformats.org/officeDocument/2006/relationships/image" Target="../media/image22.jpg"/><Relationship Id="rId4" Type="http://schemas.openxmlformats.org/officeDocument/2006/relationships/hyperlink" Target="https://youtu.be/0jhJVXH4IhQ?si=fct-_7HKaECrEs4M"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1" Type="http://schemas.openxmlformats.org/officeDocument/2006/relationships/image" Target="../media/image59.jpg"/><Relationship Id="rId10" Type="http://schemas.openxmlformats.org/officeDocument/2006/relationships/image" Target="../media/image29.png"/><Relationship Id="rId1" Type="http://schemas.openxmlformats.org/officeDocument/2006/relationships/slideLayout" Target="../slideLayouts/slideLayout56.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35.png"/><Relationship Id="rId5" Type="http://schemas.openxmlformats.org/officeDocument/2006/relationships/image" Target="../media/image31.png"/><Relationship Id="rId6" Type="http://schemas.openxmlformats.org/officeDocument/2006/relationships/image" Target="../media/image30.png"/><Relationship Id="rId7" Type="http://schemas.openxmlformats.org/officeDocument/2006/relationships/image" Target="../media/image27.png"/><Relationship Id="rId8" Type="http://schemas.openxmlformats.org/officeDocument/2006/relationships/image" Target="../media/image3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8.xml"/><Relationship Id="rId3" Type="http://schemas.openxmlformats.org/officeDocument/2006/relationships/image" Target="../media/image33.jpg"/><Relationship Id="rId4" Type="http://schemas.openxmlformats.org/officeDocument/2006/relationships/image" Target="../media/image4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9.xml"/><Relationship Id="rId3" Type="http://schemas.openxmlformats.org/officeDocument/2006/relationships/image" Target="../media/image28.jpg"/><Relationship Id="rId4" Type="http://schemas.openxmlformats.org/officeDocument/2006/relationships/image" Target="../media/image34.jpg"/><Relationship Id="rId5" Type="http://schemas.openxmlformats.org/officeDocument/2006/relationships/image" Target="../media/image43.jpg"/><Relationship Id="rId6" Type="http://schemas.openxmlformats.org/officeDocument/2006/relationships/image" Target="../media/image39.jpg"/><Relationship Id="rId7" Type="http://schemas.openxmlformats.org/officeDocument/2006/relationships/image" Target="../media/image4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notesSlide" Target="../notesSlides/notesSlide20.xml"/><Relationship Id="rId3" Type="http://schemas.openxmlformats.org/officeDocument/2006/relationships/image" Target="../media/image40.jpg"/><Relationship Id="rId4" Type="http://schemas.openxmlformats.org/officeDocument/2006/relationships/image" Target="../media/image38.jpg"/><Relationship Id="rId5" Type="http://schemas.openxmlformats.org/officeDocument/2006/relationships/image" Target="../media/image50.jpg"/><Relationship Id="rId6" Type="http://schemas.openxmlformats.org/officeDocument/2006/relationships/image" Target="../media/image48.png"/><Relationship Id="rId7" Type="http://schemas.openxmlformats.org/officeDocument/2006/relationships/image" Target="../media/image4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47.jpg"/><Relationship Id="rId5" Type="http://schemas.openxmlformats.org/officeDocument/2006/relationships/image" Target="../media/image51.jpg"/><Relationship Id="rId6" Type="http://schemas.openxmlformats.org/officeDocument/2006/relationships/image" Target="../media/image56.jpg"/><Relationship Id="rId7" Type="http://schemas.openxmlformats.org/officeDocument/2006/relationships/image" Target="../media/image49.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5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24.xml"/><Relationship Id="rId3" Type="http://schemas.openxmlformats.org/officeDocument/2006/relationships/image" Target="../media/image54.jpg"/><Relationship Id="rId4" Type="http://schemas.openxmlformats.org/officeDocument/2006/relationships/image" Target="../media/image53.jpg"/><Relationship Id="rId5" Type="http://schemas.openxmlformats.org/officeDocument/2006/relationships/image" Target="../media/image52.jpg"/><Relationship Id="rId6" Type="http://schemas.openxmlformats.org/officeDocument/2006/relationships/image" Target="../media/image5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5.xml"/><Relationship Id="rId3" Type="http://schemas.openxmlformats.org/officeDocument/2006/relationships/image" Target="../media/image6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0.xml"/><Relationship Id="rId2" Type="http://schemas.openxmlformats.org/officeDocument/2006/relationships/notesSlide" Target="../notesSlides/notesSlide26.xml"/><Relationship Id="rId3" Type="http://schemas.openxmlformats.org/officeDocument/2006/relationships/image" Target="../media/image57.png"/><Relationship Id="rId4" Type="http://schemas.openxmlformats.org/officeDocument/2006/relationships/image" Target="../media/image61.png"/><Relationship Id="rId5" Type="http://schemas.openxmlformats.org/officeDocument/2006/relationships/hyperlink" Target="https://youtu.be/jUJBrP6cMHM?si=Ob18kYJ1RWbeTDqu"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6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notesSlide" Target="../notesSlides/notesSlide28.xml"/><Relationship Id="rId3" Type="http://schemas.openxmlformats.org/officeDocument/2006/relationships/image" Target="../media/image9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notesSlide" Target="../notesSlides/notesSlide31.xml"/><Relationship Id="rId3" Type="http://schemas.openxmlformats.org/officeDocument/2006/relationships/image" Target="../media/image68.jpg"/><Relationship Id="rId4" Type="http://schemas.openxmlformats.org/officeDocument/2006/relationships/image" Target="../media/image66.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1.xml"/><Relationship Id="rId2" Type="http://schemas.openxmlformats.org/officeDocument/2006/relationships/notesSlide" Target="../notesSlides/notesSlide32.xml"/><Relationship Id="rId3" Type="http://schemas.openxmlformats.org/officeDocument/2006/relationships/image" Target="../media/image64.jpg"/><Relationship Id="rId4" Type="http://schemas.openxmlformats.org/officeDocument/2006/relationships/hyperlink" Target="https://youtu.be/YQCZYkb_blk?si=NCt-QDQfypXODyvK"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notesSlide" Target="../notesSlides/notesSlide33.xml"/><Relationship Id="rId3" Type="http://schemas.openxmlformats.org/officeDocument/2006/relationships/image" Target="../media/image65.jpg"/><Relationship Id="rId4" Type="http://schemas.openxmlformats.org/officeDocument/2006/relationships/image" Target="../media/image6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1.xml"/><Relationship Id="rId2" Type="http://schemas.openxmlformats.org/officeDocument/2006/relationships/notesSlide" Target="../notesSlides/notesSlide34.xml"/><Relationship Id="rId3" Type="http://schemas.openxmlformats.org/officeDocument/2006/relationships/image" Target="../media/image81.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notesSlide" Target="../notesSlides/notesSlide35.xml"/><Relationship Id="rId3" Type="http://schemas.openxmlformats.org/officeDocument/2006/relationships/image" Target="../media/image60.jpg"/><Relationship Id="rId4" Type="http://schemas.openxmlformats.org/officeDocument/2006/relationships/image" Target="../media/image74.jpg"/><Relationship Id="rId5" Type="http://schemas.openxmlformats.org/officeDocument/2006/relationships/image" Target="../media/image6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notesSlide" Target="../notesSlides/notesSlide36.xml"/><Relationship Id="rId3" Type="http://schemas.openxmlformats.org/officeDocument/2006/relationships/image" Target="../media/image77.png"/><Relationship Id="rId4" Type="http://schemas.openxmlformats.org/officeDocument/2006/relationships/image" Target="../media/image78.jpg"/><Relationship Id="rId5" Type="http://schemas.openxmlformats.org/officeDocument/2006/relationships/image" Target="../media/image73.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 Id="rId3" Type="http://schemas.openxmlformats.org/officeDocument/2006/relationships/hyperlink" Target="https://www.youtube.com/watch?v=ZSs960fmBgw&amp;list=PL86xsQeQvuXpKefPDPtnjL3e4cgccM4dr" TargetMode="External"/><Relationship Id="rId4" Type="http://schemas.openxmlformats.org/officeDocument/2006/relationships/image" Target="../media/image75.png"/><Relationship Id="rId5" Type="http://schemas.openxmlformats.org/officeDocument/2006/relationships/image" Target="../media/image83.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 Id="rId3" Type="http://schemas.openxmlformats.org/officeDocument/2006/relationships/image" Target="../media/image72.png"/><Relationship Id="rId4" Type="http://schemas.openxmlformats.org/officeDocument/2006/relationships/image" Target="../media/image7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39.xml"/><Relationship Id="rId3" Type="http://schemas.openxmlformats.org/officeDocument/2006/relationships/image" Target="../media/image71.jpg"/><Relationship Id="rId4" Type="http://schemas.openxmlformats.org/officeDocument/2006/relationships/image" Target="../media/image79.jpg"/><Relationship Id="rId9" Type="http://schemas.openxmlformats.org/officeDocument/2006/relationships/hyperlink" Target="https://www.youtube.com/watch?v=a1V1oMAUsE8&amp;list=PL86xsQeQvuXpKefPDPtnjL3e4cgccM4dr&amp;index=2" TargetMode="External"/><Relationship Id="rId5" Type="http://schemas.openxmlformats.org/officeDocument/2006/relationships/image" Target="../media/image84.jpg"/><Relationship Id="rId6" Type="http://schemas.openxmlformats.org/officeDocument/2006/relationships/image" Target="../media/image86.jpg"/><Relationship Id="rId7" Type="http://schemas.openxmlformats.org/officeDocument/2006/relationships/image" Target="../media/image80.jpg"/><Relationship Id="rId8" Type="http://schemas.openxmlformats.org/officeDocument/2006/relationships/image" Target="../media/image8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 Id="rId3" Type="http://schemas.openxmlformats.org/officeDocument/2006/relationships/image" Target="../media/image76.jpg"/><Relationship Id="rId4" Type="http://schemas.openxmlformats.org/officeDocument/2006/relationships/image" Target="../media/image8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85.jpg"/><Relationship Id="rId4" Type="http://schemas.openxmlformats.org/officeDocument/2006/relationships/image" Target="../media/image8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8.xml"/><Relationship Id="rId2" Type="http://schemas.openxmlformats.org/officeDocument/2006/relationships/notesSlide" Target="../notesSlides/notesSlide42.xml"/><Relationship Id="rId3" Type="http://schemas.openxmlformats.org/officeDocument/2006/relationships/image" Target="../media/image88.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notesSlide" Target="../notesSlides/notesSlide43.xml"/><Relationship Id="rId3" Type="http://schemas.openxmlformats.org/officeDocument/2006/relationships/image" Target="../media/image92.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1.xml"/><Relationship Id="rId2" Type="http://schemas.openxmlformats.org/officeDocument/2006/relationships/notesSlide" Target="../notesSlides/notesSlide44.xml"/><Relationship Id="rId3" Type="http://schemas.openxmlformats.org/officeDocument/2006/relationships/image" Target="../media/image97.png"/><Relationship Id="rId4" Type="http://schemas.openxmlformats.org/officeDocument/2006/relationships/hyperlink" Target="https://youtu.be/YQCZYkb_blk?si=NCt-QDQfypXODyvK"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 Id="rId3" Type="http://schemas.openxmlformats.org/officeDocument/2006/relationships/image" Target="../media/image9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6.xml"/><Relationship Id="rId3" Type="http://schemas.openxmlformats.org/officeDocument/2006/relationships/image" Target="../media/image91.jpg"/><Relationship Id="rId4" Type="http://schemas.openxmlformats.org/officeDocument/2006/relationships/hyperlink" Target="https://www.youtube.com/watch?v=TQc3dqH6qDs&amp;list=PL86xsQeQvuXpKefPDPtnjL3e4cgccM4dr&amp;index=4" TargetMode="External"/><Relationship Id="rId5" Type="http://schemas.openxmlformats.org/officeDocument/2006/relationships/hyperlink" Target="https://youtu.be/oqBG3ZwSEM4?si=mKzgdKQU6L7_vEC-"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47.xml"/><Relationship Id="rId3" Type="http://schemas.openxmlformats.org/officeDocument/2006/relationships/image" Target="../media/image9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2.xml"/><Relationship Id="rId2" Type="http://schemas.openxmlformats.org/officeDocument/2006/relationships/notesSlide" Target="../notesSlides/notesSlide48.xml"/><Relationship Id="rId3" Type="http://schemas.openxmlformats.org/officeDocument/2006/relationships/image" Target="../media/image9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9.xml"/><Relationship Id="rId3" Type="http://schemas.openxmlformats.org/officeDocument/2006/relationships/image" Target="../media/image96.jpg"/></Relationships>
</file>

<file path=ppt/slides/_rels/slide50.xml.rels><?xml version="1.0" encoding="UTF-8" standalone="yes"?><Relationships xmlns="http://schemas.openxmlformats.org/package/2006/relationships"><Relationship Id="rId11" Type="http://schemas.openxmlformats.org/officeDocument/2006/relationships/image" Target="../media/image112.png"/><Relationship Id="rId10" Type="http://schemas.openxmlformats.org/officeDocument/2006/relationships/image" Target="../media/image109.jpg"/><Relationship Id="rId13" Type="http://schemas.openxmlformats.org/officeDocument/2006/relationships/image" Target="../media/image113.jpg"/><Relationship Id="rId12" Type="http://schemas.openxmlformats.org/officeDocument/2006/relationships/image" Target="../media/image104.png"/><Relationship Id="rId1" Type="http://schemas.openxmlformats.org/officeDocument/2006/relationships/slideLayout" Target="../slideLayouts/slideLayout80.xml"/><Relationship Id="rId2" Type="http://schemas.openxmlformats.org/officeDocument/2006/relationships/notesSlide" Target="../notesSlides/notesSlide50.xml"/><Relationship Id="rId3" Type="http://schemas.openxmlformats.org/officeDocument/2006/relationships/image" Target="../media/image94.jpg"/><Relationship Id="rId4" Type="http://schemas.openxmlformats.org/officeDocument/2006/relationships/image" Target="../media/image100.jpg"/><Relationship Id="rId9" Type="http://schemas.openxmlformats.org/officeDocument/2006/relationships/image" Target="../media/image103.png"/><Relationship Id="rId15" Type="http://schemas.openxmlformats.org/officeDocument/2006/relationships/image" Target="../media/image110.jpg"/><Relationship Id="rId14" Type="http://schemas.openxmlformats.org/officeDocument/2006/relationships/image" Target="../media/image108.jpg"/><Relationship Id="rId17" Type="http://schemas.openxmlformats.org/officeDocument/2006/relationships/image" Target="../media/image117.png"/><Relationship Id="rId16" Type="http://schemas.openxmlformats.org/officeDocument/2006/relationships/image" Target="../media/image106.jpg"/><Relationship Id="rId5" Type="http://schemas.openxmlformats.org/officeDocument/2006/relationships/image" Target="../media/image99.png"/><Relationship Id="rId6" Type="http://schemas.openxmlformats.org/officeDocument/2006/relationships/image" Target="../media/image97.png"/><Relationship Id="rId18" Type="http://schemas.openxmlformats.org/officeDocument/2006/relationships/image" Target="../media/image120.jpg"/><Relationship Id="rId7" Type="http://schemas.openxmlformats.org/officeDocument/2006/relationships/image" Target="../media/image101.jpg"/><Relationship Id="rId8" Type="http://schemas.openxmlformats.org/officeDocument/2006/relationships/image" Target="../media/image102.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9.xml"/><Relationship Id="rId2" Type="http://schemas.openxmlformats.org/officeDocument/2006/relationships/notesSlide" Target="../notesSlides/notesSlide51.xml"/><Relationship Id="rId3" Type="http://schemas.openxmlformats.org/officeDocument/2006/relationships/image" Target="../media/image116.jpg"/></Relationships>
</file>

<file path=ppt/slides/_rels/slide52.xml.rels><?xml version="1.0" encoding="UTF-8" standalone="yes"?><Relationships xmlns="http://schemas.openxmlformats.org/package/2006/relationships"><Relationship Id="rId11" Type="http://schemas.openxmlformats.org/officeDocument/2006/relationships/image" Target="../media/image130.png"/><Relationship Id="rId10" Type="http://schemas.openxmlformats.org/officeDocument/2006/relationships/image" Target="../media/image119.jpg"/><Relationship Id="rId12" Type="http://schemas.openxmlformats.org/officeDocument/2006/relationships/image" Target="../media/image127.jpg"/><Relationship Id="rId1" Type="http://schemas.openxmlformats.org/officeDocument/2006/relationships/slideLayout" Target="../slideLayouts/slideLayout92.xml"/><Relationship Id="rId2" Type="http://schemas.openxmlformats.org/officeDocument/2006/relationships/notesSlide" Target="../notesSlides/notesSlide52.xml"/><Relationship Id="rId3" Type="http://schemas.openxmlformats.org/officeDocument/2006/relationships/image" Target="../media/image105.jpg"/><Relationship Id="rId4" Type="http://schemas.openxmlformats.org/officeDocument/2006/relationships/image" Target="../media/image107.jpg"/><Relationship Id="rId9" Type="http://schemas.openxmlformats.org/officeDocument/2006/relationships/image" Target="../media/image121.jpg"/><Relationship Id="rId5" Type="http://schemas.openxmlformats.org/officeDocument/2006/relationships/image" Target="../media/image114.jpg"/><Relationship Id="rId6" Type="http://schemas.openxmlformats.org/officeDocument/2006/relationships/image" Target="../media/image111.jpg"/><Relationship Id="rId7" Type="http://schemas.openxmlformats.org/officeDocument/2006/relationships/image" Target="../media/image115.jpg"/><Relationship Id="rId8" Type="http://schemas.openxmlformats.org/officeDocument/2006/relationships/image" Target="../media/image118.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0.xml"/><Relationship Id="rId2" Type="http://schemas.openxmlformats.org/officeDocument/2006/relationships/notesSlide" Target="../notesSlides/notesSlide53.xml"/><Relationship Id="rId3" Type="http://schemas.openxmlformats.org/officeDocument/2006/relationships/image" Target="../media/image125.jpg"/><Relationship Id="rId4" Type="http://schemas.openxmlformats.org/officeDocument/2006/relationships/image" Target="../media/image124.jpg"/><Relationship Id="rId5" Type="http://schemas.openxmlformats.org/officeDocument/2006/relationships/image" Target="../media/image129.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4.xml"/><Relationship Id="rId2" Type="http://schemas.openxmlformats.org/officeDocument/2006/relationships/notesSlide" Target="../notesSlides/notesSlide54.xml"/><Relationship Id="rId3" Type="http://schemas.openxmlformats.org/officeDocument/2006/relationships/image" Target="../media/image140.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2.xml"/><Relationship Id="rId2" Type="http://schemas.openxmlformats.org/officeDocument/2006/relationships/notesSlide" Target="../notesSlides/notesSlide55.xml"/><Relationship Id="rId3" Type="http://schemas.openxmlformats.org/officeDocument/2006/relationships/image" Target="../media/image126.jpg"/><Relationship Id="rId4" Type="http://schemas.openxmlformats.org/officeDocument/2006/relationships/hyperlink" Target="https://www.youtube.com/watch?v=M4YE1kKttuY&amp;list=PL86xsQeQvuXpKefPDPtnjL3e4cgccM4dr&amp;index=5" TargetMode="External"/><Relationship Id="rId9" Type="http://schemas.openxmlformats.org/officeDocument/2006/relationships/hyperlink" Target="https://youtu.be/C7OmE1QRbDw?si=aRmvawoHRoK2GO9d" TargetMode="External"/><Relationship Id="rId5" Type="http://schemas.openxmlformats.org/officeDocument/2006/relationships/image" Target="../media/image132.png"/><Relationship Id="rId6" Type="http://schemas.openxmlformats.org/officeDocument/2006/relationships/image" Target="../media/image122.png"/><Relationship Id="rId7" Type="http://schemas.openxmlformats.org/officeDocument/2006/relationships/image" Target="../media/image128.jpg"/><Relationship Id="rId8" Type="http://schemas.openxmlformats.org/officeDocument/2006/relationships/image" Target="../media/image123.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6.xml"/><Relationship Id="rId3" Type="http://schemas.openxmlformats.org/officeDocument/2006/relationships/image" Target="../media/image146.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6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3.xml"/><Relationship Id="rId3" Type="http://schemas.openxmlformats.org/officeDocument/2006/relationships/image" Target="../media/image136.jpg"/></Relationships>
</file>

<file path=ppt/slides/_rels/slide64.xml.rels><?xml version="1.0" encoding="UTF-8" standalone="yes"?><Relationships xmlns="http://schemas.openxmlformats.org/package/2006/relationships"><Relationship Id="rId11" Type="http://schemas.openxmlformats.org/officeDocument/2006/relationships/image" Target="../media/image144.png"/><Relationship Id="rId10" Type="http://schemas.openxmlformats.org/officeDocument/2006/relationships/image" Target="../media/image156.png"/><Relationship Id="rId13" Type="http://schemas.openxmlformats.org/officeDocument/2006/relationships/image" Target="../media/image139.png"/><Relationship Id="rId12" Type="http://schemas.openxmlformats.org/officeDocument/2006/relationships/image" Target="../media/image141.png"/><Relationship Id="rId1" Type="http://schemas.openxmlformats.org/officeDocument/2006/relationships/slideLayout" Target="../slideLayouts/slideLayout93.xml"/><Relationship Id="rId2" Type="http://schemas.openxmlformats.org/officeDocument/2006/relationships/notesSlide" Target="../notesSlides/notesSlide64.xml"/><Relationship Id="rId3" Type="http://schemas.openxmlformats.org/officeDocument/2006/relationships/image" Target="../media/image131.png"/><Relationship Id="rId4" Type="http://schemas.openxmlformats.org/officeDocument/2006/relationships/image" Target="../media/image133.png"/><Relationship Id="rId9" Type="http://schemas.openxmlformats.org/officeDocument/2006/relationships/image" Target="../media/image147.jpg"/><Relationship Id="rId15" Type="http://schemas.openxmlformats.org/officeDocument/2006/relationships/image" Target="../media/image145.jpg"/><Relationship Id="rId14" Type="http://schemas.openxmlformats.org/officeDocument/2006/relationships/image" Target="../media/image142.png"/><Relationship Id="rId5" Type="http://schemas.openxmlformats.org/officeDocument/2006/relationships/image" Target="../media/image135.png"/><Relationship Id="rId6" Type="http://schemas.openxmlformats.org/officeDocument/2006/relationships/image" Target="../media/image134.png"/><Relationship Id="rId7" Type="http://schemas.openxmlformats.org/officeDocument/2006/relationships/image" Target="../media/image137.png"/><Relationship Id="rId8" Type="http://schemas.openxmlformats.org/officeDocument/2006/relationships/image" Target="../media/image13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6.xml"/><Relationship Id="rId3" Type="http://schemas.openxmlformats.org/officeDocument/2006/relationships/image" Target="../media/image143.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notesSlide" Target="../notesSlides/notesSlide67.xml"/><Relationship Id="rId3" Type="http://schemas.openxmlformats.org/officeDocument/2006/relationships/image" Target="../media/image14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68.xml"/><Relationship Id="rId3" Type="http://schemas.openxmlformats.org/officeDocument/2006/relationships/image" Target="../media/image15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9.xml"/><Relationship Id="rId3" Type="http://schemas.openxmlformats.org/officeDocument/2006/relationships/image" Target="../media/image149.jp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0.xml"/><Relationship Id="rId3" Type="http://schemas.openxmlformats.org/officeDocument/2006/relationships/image" Target="../media/image152.jp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1.xml"/><Relationship Id="rId3" Type="http://schemas.openxmlformats.org/officeDocument/2006/relationships/image" Target="../media/image15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72.xml"/><Relationship Id="rId3" Type="http://schemas.openxmlformats.org/officeDocument/2006/relationships/image" Target="../media/image15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notesSlide" Target="../notesSlides/notesSlide74.xml"/><Relationship Id="rId3" Type="http://schemas.openxmlformats.org/officeDocument/2006/relationships/image" Target="../media/image15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75.xml"/><Relationship Id="rId3" Type="http://schemas.openxmlformats.org/officeDocument/2006/relationships/image" Target="../media/image151.png"/><Relationship Id="rId4" Type="http://schemas.openxmlformats.org/officeDocument/2006/relationships/image" Target="../media/image15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65.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66.xml"/><Relationship Id="rId2" Type="http://schemas.openxmlformats.org/officeDocument/2006/relationships/notesSlide" Target="../notesSlides/notesSlide7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5" name="Shape 1435"/>
        <p:cNvGrpSpPr/>
        <p:nvPr/>
      </p:nvGrpSpPr>
      <p:grpSpPr>
        <a:xfrm>
          <a:off x="0" y="0"/>
          <a:ext cx="0" cy="0"/>
          <a:chOff x="0" y="0"/>
          <a:chExt cx="0" cy="0"/>
        </a:xfrm>
      </p:grpSpPr>
      <p:sp>
        <p:nvSpPr>
          <p:cNvPr id="1436" name="Google Shape;1436;p200"/>
          <p:cNvSpPr txBox="1"/>
          <p:nvPr>
            <p:ph idx="4294967295" type="title"/>
          </p:nvPr>
        </p:nvSpPr>
        <p:spPr>
          <a:xfrm>
            <a:off x="684213" y="476250"/>
            <a:ext cx="7772400" cy="94615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F9F9F9"/>
              </a:buClr>
              <a:buSzPts val="4200"/>
              <a:buFont typeface="Constantia"/>
              <a:buNone/>
            </a:pPr>
            <a:r>
              <a:rPr b="0" i="0" lang="en-US" sz="4200" u="none" cap="none" strike="noStrike">
                <a:solidFill>
                  <a:srgbClr val="F9F9F9"/>
                </a:solidFill>
                <a:latin typeface="Constantia"/>
                <a:ea typeface="Constantia"/>
                <a:cs typeface="Constantia"/>
                <a:sym typeface="Constantia"/>
              </a:rPr>
              <a:t>Förarbevis snöskoter</a:t>
            </a:r>
            <a:endParaRPr/>
          </a:p>
        </p:txBody>
      </p:sp>
      <p:pic>
        <p:nvPicPr>
          <p:cNvPr descr="storlogo.gif" id="1437" name="Google Shape;1437;p200"/>
          <p:cNvPicPr preferRelativeResize="0"/>
          <p:nvPr/>
        </p:nvPicPr>
        <p:blipFill rotWithShape="1">
          <a:blip r:embed="rId3">
            <a:alphaModFix/>
          </a:blip>
          <a:srcRect b="0" l="0" r="0" t="0"/>
          <a:stretch/>
        </p:blipFill>
        <p:spPr>
          <a:xfrm>
            <a:off x="285750" y="2147887"/>
            <a:ext cx="1452562" cy="1443037"/>
          </a:xfrm>
          <a:prstGeom prst="rect">
            <a:avLst/>
          </a:prstGeom>
          <a:noFill/>
          <a:ln>
            <a:noFill/>
          </a:ln>
        </p:spPr>
      </p:pic>
      <p:sp>
        <p:nvSpPr>
          <p:cNvPr id="1438" name="Google Shape;1438;p200"/>
          <p:cNvSpPr txBox="1"/>
          <p:nvPr/>
        </p:nvSpPr>
        <p:spPr>
          <a:xfrm>
            <a:off x="8144050" y="585800"/>
            <a:ext cx="39861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Constantia"/>
              <a:ea typeface="Constantia"/>
              <a:cs typeface="Constantia"/>
              <a:sym typeface="Constantia"/>
            </a:endParaRPr>
          </a:p>
        </p:txBody>
      </p:sp>
      <p:pic>
        <p:nvPicPr>
          <p:cNvPr id="1439" name="Google Shape;1439;p200"/>
          <p:cNvPicPr preferRelativeResize="0"/>
          <p:nvPr/>
        </p:nvPicPr>
        <p:blipFill>
          <a:blip r:embed="rId4">
            <a:alphaModFix/>
          </a:blip>
          <a:stretch>
            <a:fillRect/>
          </a:stretch>
        </p:blipFill>
        <p:spPr>
          <a:xfrm>
            <a:off x="7295575" y="250825"/>
            <a:ext cx="1513350" cy="1348550"/>
          </a:xfrm>
          <a:prstGeom prst="rect">
            <a:avLst/>
          </a:prstGeom>
          <a:noFill/>
          <a:ln>
            <a:noFill/>
          </a:ln>
        </p:spPr>
      </p:pic>
      <p:pic>
        <p:nvPicPr>
          <p:cNvPr id="1440" name="Google Shape;1440;p200" title="IMG20241209104340.jpg"/>
          <p:cNvPicPr preferRelativeResize="0"/>
          <p:nvPr/>
        </p:nvPicPr>
        <p:blipFill>
          <a:blip r:embed="rId5">
            <a:alphaModFix/>
          </a:blip>
          <a:stretch>
            <a:fillRect/>
          </a:stretch>
        </p:blipFill>
        <p:spPr>
          <a:xfrm>
            <a:off x="1890712" y="1751775"/>
            <a:ext cx="6587945" cy="49538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7"/>
                                        </p:tgtEl>
                                        <p:attrNameLst>
                                          <p:attrName>style.visibility</p:attrName>
                                        </p:attrNameLst>
                                      </p:cBhvr>
                                      <p:to>
                                        <p:strVal val="visible"/>
                                      </p:to>
                                    </p:set>
                                    <p:anim calcmode="lin" valueType="num">
                                      <p:cBhvr additive="base">
                                        <p:cTn dur="500"/>
                                        <p:tgtEl>
                                          <p:spTgt spid="143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Google Shape;1446;p201"/>
          <p:cNvSpPr txBox="1"/>
          <p:nvPr>
            <p:ph idx="4294967295" type="title"/>
          </p:nvPr>
        </p:nvSpPr>
        <p:spPr>
          <a:xfrm>
            <a:off x="685800" y="768350"/>
            <a:ext cx="54057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lang="en-US">
                <a:latin typeface="Arial"/>
                <a:ea typeface="Arial"/>
                <a:cs typeface="Arial"/>
                <a:sym typeface="Arial"/>
              </a:rPr>
              <a:t>Instruktörsverket AB</a:t>
            </a:r>
            <a:endParaRPr i="0" sz="4100" u="none" cap="none" strike="noStrike">
              <a:solidFill>
                <a:schemeClr val="dk2"/>
              </a:solidFill>
              <a:latin typeface="Arial"/>
              <a:ea typeface="Arial"/>
              <a:cs typeface="Arial"/>
              <a:sym typeface="Arial"/>
            </a:endParaRPr>
          </a:p>
        </p:txBody>
      </p:sp>
      <p:sp>
        <p:nvSpPr>
          <p:cNvPr id="1447" name="Google Shape;1447;p201"/>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p>
            <a:pPr indent="-221551" lvl="0" marL="365125" rtl="0" algn="l">
              <a:lnSpc>
                <a:spcPct val="100000"/>
              </a:lnSpc>
              <a:spcBef>
                <a:spcPts val="0"/>
              </a:spcBef>
              <a:spcAft>
                <a:spcPts val="0"/>
              </a:spcAft>
              <a:buClr>
                <a:schemeClr val="accent1"/>
              </a:buClr>
              <a:buSzPts val="1300"/>
              <a:buFont typeface="Noto Sans Symbols"/>
              <a:buChar char="🞂"/>
            </a:pPr>
            <a:r>
              <a:rPr b="0" i="0" lang="en-US" sz="2700" u="none">
                <a:solidFill>
                  <a:schemeClr val="dk1"/>
                </a:solidFill>
                <a:latin typeface="Lucida Sans"/>
                <a:ea typeface="Lucida Sans"/>
                <a:cs typeface="Lucida Sans"/>
                <a:sym typeface="Lucida Sans"/>
              </a:rPr>
              <a:t>Startade 2019</a:t>
            </a:r>
            <a:endParaRPr/>
          </a:p>
          <a:p>
            <a:pPr indent="-221552" lvl="0" marL="365125" rtl="0" algn="l">
              <a:lnSpc>
                <a:spcPct val="100000"/>
              </a:lnSpc>
              <a:spcBef>
                <a:spcPts val="400"/>
              </a:spcBef>
              <a:spcAft>
                <a:spcPts val="0"/>
              </a:spcAft>
              <a:buClr>
                <a:schemeClr val="accent1"/>
              </a:buClr>
              <a:buSzPts val="1300"/>
              <a:buFont typeface="Noto Sans Symbols"/>
              <a:buChar char="🞂"/>
            </a:pPr>
            <a:r>
              <a:rPr lang="en-US"/>
              <a:t>Skoterförarbevis</a:t>
            </a:r>
            <a:endParaRPr/>
          </a:p>
          <a:p>
            <a:pPr indent="-221552" lvl="0" marL="365125" rtl="0" algn="l">
              <a:lnSpc>
                <a:spcPct val="100000"/>
              </a:lnSpc>
              <a:spcBef>
                <a:spcPts val="400"/>
              </a:spcBef>
              <a:spcAft>
                <a:spcPts val="0"/>
              </a:spcAft>
              <a:buSzPts val="1300"/>
              <a:buChar char="🞂"/>
            </a:pPr>
            <a:r>
              <a:rPr lang="en-US"/>
              <a:t>Intro/Handledare</a:t>
            </a:r>
            <a:endParaRPr/>
          </a:p>
          <a:p>
            <a:pPr indent="-221552" lvl="0" marL="365125" rtl="0" algn="l">
              <a:lnSpc>
                <a:spcPct val="100000"/>
              </a:lnSpc>
              <a:spcBef>
                <a:spcPts val="400"/>
              </a:spcBef>
              <a:spcAft>
                <a:spcPts val="0"/>
              </a:spcAft>
              <a:buClr>
                <a:schemeClr val="accent1"/>
              </a:buClr>
              <a:buSzPts val="1300"/>
              <a:buFont typeface="Noto Sans Symbols"/>
              <a:buChar char="🞂"/>
            </a:pPr>
            <a:r>
              <a:rPr lang="en-US"/>
              <a:t>Höghöjdsutb.</a:t>
            </a:r>
            <a:endParaRPr/>
          </a:p>
          <a:p>
            <a:pPr indent="-221552" lvl="0" marL="365125" rtl="0" algn="l">
              <a:lnSpc>
                <a:spcPct val="100000"/>
              </a:lnSpc>
              <a:spcBef>
                <a:spcPts val="400"/>
              </a:spcBef>
              <a:spcAft>
                <a:spcPts val="0"/>
              </a:spcAft>
              <a:buClr>
                <a:schemeClr val="accent1"/>
              </a:buClr>
              <a:buSzPts val="1300"/>
              <a:buFont typeface="Noto Sans Symbols"/>
              <a:buChar char="🞂"/>
            </a:pPr>
            <a:r>
              <a:rPr lang="en-US"/>
              <a:t>Fallskyddsutb.</a:t>
            </a:r>
            <a:endParaRPr/>
          </a:p>
          <a:p>
            <a:pPr indent="-221552" lvl="0" marL="365125" rtl="0" algn="l">
              <a:lnSpc>
                <a:spcPct val="100000"/>
              </a:lnSpc>
              <a:spcBef>
                <a:spcPts val="400"/>
              </a:spcBef>
              <a:spcAft>
                <a:spcPts val="0"/>
              </a:spcAft>
              <a:buClr>
                <a:schemeClr val="accent1"/>
              </a:buClr>
              <a:buSzPts val="1300"/>
              <a:buFont typeface="Noto Sans Symbols"/>
              <a:buChar char="🞂"/>
            </a:pPr>
            <a:r>
              <a:rPr lang="en-US"/>
              <a:t>Sjukvårdsutb.</a:t>
            </a:r>
            <a:endParaRPr/>
          </a:p>
          <a:p>
            <a:pPr indent="-221552" lvl="0" marL="365125" rtl="0" algn="l">
              <a:lnSpc>
                <a:spcPct val="100000"/>
              </a:lnSpc>
              <a:spcBef>
                <a:spcPts val="400"/>
              </a:spcBef>
              <a:spcAft>
                <a:spcPts val="0"/>
              </a:spcAft>
              <a:buSzPts val="1300"/>
              <a:buChar char="🞂"/>
            </a:pPr>
            <a:r>
              <a:rPr lang="en-US"/>
              <a:t>Fordonsinstruktör Försvasrmakten</a:t>
            </a:r>
            <a:endParaRPr/>
          </a:p>
          <a:p>
            <a:pPr indent="0" lvl="0" marL="365125" rtl="0" algn="l">
              <a:lnSpc>
                <a:spcPct val="100000"/>
              </a:lnSpc>
              <a:spcBef>
                <a:spcPts val="400"/>
              </a:spcBef>
              <a:spcAft>
                <a:spcPts val="0"/>
              </a:spcAft>
              <a:buNone/>
            </a:pPr>
            <a:r>
              <a:t/>
            </a:r>
            <a:endParaRPr/>
          </a:p>
          <a:p>
            <a:pPr indent="0" lvl="0" marL="365125" rtl="0" algn="l">
              <a:lnSpc>
                <a:spcPct val="100000"/>
              </a:lnSpc>
              <a:spcBef>
                <a:spcPts val="400"/>
              </a:spcBef>
              <a:spcAft>
                <a:spcPts val="0"/>
              </a:spcAft>
              <a:buNone/>
            </a:pPr>
            <a:r>
              <a:t/>
            </a:r>
            <a:endParaRPr/>
          </a:p>
        </p:txBody>
      </p:sp>
      <p:pic>
        <p:nvPicPr>
          <p:cNvPr descr="Webbloggan.png" id="1448" name="Google Shape;1448;p201"/>
          <p:cNvPicPr preferRelativeResize="0"/>
          <p:nvPr>
            <p:ph idx="2" type="clipArt"/>
          </p:nvPr>
        </p:nvPicPr>
        <p:blipFill rotWithShape="1">
          <a:blip r:embed="rId3">
            <a:alphaModFix/>
          </a:blip>
          <a:srcRect b="0" l="0" r="0" t="0"/>
          <a:stretch/>
        </p:blipFill>
        <p:spPr>
          <a:xfrm>
            <a:off x="6418379" y="2349500"/>
            <a:ext cx="2190600" cy="2176800"/>
          </a:xfrm>
          <a:prstGeom prst="rect">
            <a:avLst/>
          </a:prstGeom>
          <a:noFill/>
          <a:ln>
            <a:noFill/>
          </a:ln>
        </p:spPr>
      </p:pic>
      <p:pic>
        <p:nvPicPr>
          <p:cNvPr id="1449" name="Google Shape;1449;p201"/>
          <p:cNvPicPr preferRelativeResize="0"/>
          <p:nvPr/>
        </p:nvPicPr>
        <p:blipFill>
          <a:blip r:embed="rId4">
            <a:alphaModFix/>
          </a:blip>
          <a:stretch>
            <a:fillRect/>
          </a:stretch>
        </p:blipFill>
        <p:spPr>
          <a:xfrm>
            <a:off x="6465875" y="151794"/>
            <a:ext cx="2143125" cy="19097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3" name="Shape 1453"/>
        <p:cNvGrpSpPr/>
        <p:nvPr/>
      </p:nvGrpSpPr>
      <p:grpSpPr>
        <a:xfrm>
          <a:off x="0" y="0"/>
          <a:ext cx="0" cy="0"/>
          <a:chOff x="0" y="0"/>
          <a:chExt cx="0" cy="0"/>
        </a:xfrm>
      </p:grpSpPr>
      <p:sp>
        <p:nvSpPr>
          <p:cNvPr id="1454" name="Google Shape;1454;p202"/>
          <p:cNvSpPr txBox="1"/>
          <p:nvPr>
            <p:ph idx="4294967295" type="title"/>
          </p:nvPr>
        </p:nvSpPr>
        <p:spPr>
          <a:xfrm>
            <a:off x="899592" y="404664"/>
            <a:ext cx="7772400" cy="803275"/>
          </a:xfrm>
          <a:prstGeom prst="rect">
            <a:avLst/>
          </a:prstGeom>
          <a:noFill/>
          <a:ln>
            <a:noFill/>
          </a:ln>
        </p:spPr>
        <p:txBody>
          <a:bodyPr anchorCtr="0" anchor="ctr" bIns="45700" lIns="91425" spcFirstLastPara="1" rIns="45700" wrap="square" tIns="45700">
            <a:noAutofit/>
          </a:bodyPr>
          <a:lstStyle/>
          <a:p>
            <a:pPr indent="0" lvl="0" marL="0" marR="0" rtl="0" algn="l">
              <a:lnSpc>
                <a:spcPct val="100000"/>
              </a:lnSpc>
              <a:spcBef>
                <a:spcPts val="0"/>
              </a:spcBef>
              <a:spcAft>
                <a:spcPts val="0"/>
              </a:spcAft>
              <a:buClr>
                <a:srgbClr val="FFC700"/>
              </a:buClr>
              <a:buSzPts val="4500"/>
              <a:buFont typeface="Corbel"/>
              <a:buNone/>
            </a:pPr>
            <a:r>
              <a:rPr lang="en-US">
                <a:solidFill>
                  <a:srgbClr val="FFC700"/>
                </a:solidFill>
              </a:rPr>
              <a:t>Daniel Sturesson</a:t>
            </a:r>
            <a:endParaRPr/>
          </a:p>
        </p:txBody>
      </p:sp>
      <p:sp>
        <p:nvSpPr>
          <p:cNvPr id="1455" name="Google Shape;1455;p202"/>
          <p:cNvSpPr txBox="1"/>
          <p:nvPr>
            <p:ph idx="1" type="body"/>
          </p:nvPr>
        </p:nvSpPr>
        <p:spPr>
          <a:xfrm>
            <a:off x="611187" y="2492375"/>
            <a:ext cx="7889875" cy="4114800"/>
          </a:xfrm>
          <a:prstGeom prst="rect">
            <a:avLst/>
          </a:prstGeom>
          <a:noFill/>
          <a:ln>
            <a:noFill/>
          </a:ln>
        </p:spPr>
        <p:txBody>
          <a:bodyPr anchorCtr="0" anchor="t" bIns="45700" lIns="54850" spcFirstLastPara="1" rIns="91425" wrap="square" tIns="91425">
            <a:noAutofit/>
          </a:bodyPr>
          <a:lstStyle/>
          <a:p>
            <a:pPr indent="0" lvl="0" marL="438150" marR="0" rtl="0" algn="l">
              <a:lnSpc>
                <a:spcPct val="100000"/>
              </a:lnSpc>
              <a:spcBef>
                <a:spcPts val="0"/>
              </a:spcBef>
              <a:spcAft>
                <a:spcPts val="0"/>
              </a:spcAft>
              <a:buNone/>
            </a:pPr>
            <a:r>
              <a:t/>
            </a:r>
            <a:endParaRPr/>
          </a:p>
          <a:p>
            <a:pPr indent="-348298" lvl="0" marL="438150" marR="0" rtl="0" algn="l">
              <a:lnSpc>
                <a:spcPct val="100000"/>
              </a:lnSpc>
              <a:spcBef>
                <a:spcPts val="0"/>
              </a:spcBef>
              <a:spcAft>
                <a:spcPts val="0"/>
              </a:spcAft>
              <a:buClr>
                <a:schemeClr val="accent1"/>
              </a:buClr>
              <a:buSzPts val="2700"/>
              <a:buFont typeface="Noto Sans Symbols"/>
              <a:buChar char="◼"/>
            </a:pPr>
            <a:r>
              <a:rPr lang="en-US" sz="2700"/>
              <a:t>från Tänndalen</a:t>
            </a:r>
            <a:endParaRPr sz="2700"/>
          </a:p>
          <a:p>
            <a:pPr indent="-348297" lvl="0" marL="438150" marR="0" rtl="0" algn="l">
              <a:lnSpc>
                <a:spcPct val="100000"/>
              </a:lnSpc>
              <a:spcBef>
                <a:spcPts val="0"/>
              </a:spcBef>
              <a:spcAft>
                <a:spcPts val="0"/>
              </a:spcAft>
              <a:buClr>
                <a:schemeClr val="accent1"/>
              </a:buClr>
              <a:buSzPts val="2700"/>
              <a:buFont typeface="Noto Sans Symbols"/>
              <a:buChar char="◼"/>
            </a:pPr>
            <a:r>
              <a:rPr lang="en-US" sz="2200"/>
              <a:t>Fordons</a:t>
            </a:r>
            <a:r>
              <a:rPr lang="en-US" sz="2200"/>
              <a:t>instruktör Försvarsmakten/ ambu sjv/ skoteruthyrare</a:t>
            </a:r>
            <a:endParaRPr sz="2200"/>
          </a:p>
          <a:p>
            <a:pPr indent="-348297" lvl="0" marL="438150" marR="0" rtl="0" algn="l">
              <a:lnSpc>
                <a:spcPct val="100000"/>
              </a:lnSpc>
              <a:spcBef>
                <a:spcPts val="0"/>
              </a:spcBef>
              <a:spcAft>
                <a:spcPts val="0"/>
              </a:spcAft>
              <a:buClr>
                <a:schemeClr val="accent1"/>
              </a:buClr>
              <a:buSzPts val="2700"/>
              <a:buFont typeface="Noto Sans Symbols"/>
              <a:buChar char="◼"/>
            </a:pPr>
            <a:r>
              <a:rPr lang="en-US" sz="2700"/>
              <a:t>Ockelbo 300 -69</a:t>
            </a:r>
            <a:endParaRPr sz="2700"/>
          </a:p>
          <a:p>
            <a:pPr indent="-348298" lvl="0" marL="438150" marR="0" rtl="0" algn="l">
              <a:lnSpc>
                <a:spcPct val="100000"/>
              </a:lnSpc>
              <a:spcBef>
                <a:spcPts val="0"/>
              </a:spcBef>
              <a:spcAft>
                <a:spcPts val="0"/>
              </a:spcAft>
              <a:buClr>
                <a:schemeClr val="accent1"/>
              </a:buClr>
              <a:buSzPts val="2700"/>
              <a:buFont typeface="Noto Sans Symbols"/>
              <a:buChar char="◼"/>
            </a:pPr>
            <a:r>
              <a:rPr lang="en-US" sz="2700"/>
              <a:t>Lynx GL sport -91</a:t>
            </a:r>
            <a:endParaRPr sz="2700"/>
          </a:p>
          <a:p>
            <a:pPr indent="-348298" lvl="0" marL="438150" marR="0" rtl="0" algn="l">
              <a:lnSpc>
                <a:spcPct val="100000"/>
              </a:lnSpc>
              <a:spcBef>
                <a:spcPts val="0"/>
              </a:spcBef>
              <a:spcAft>
                <a:spcPts val="0"/>
              </a:spcAft>
              <a:buSzPts val="2700"/>
              <a:buChar char="◼"/>
            </a:pPr>
            <a:r>
              <a:rPr lang="en-US" sz="2700"/>
              <a:t>Lynx Adventure -16</a:t>
            </a:r>
            <a:endParaRPr sz="2700"/>
          </a:p>
          <a:p>
            <a:pPr indent="-348297" lvl="0" marL="438150" marR="0" rtl="0" algn="l">
              <a:lnSpc>
                <a:spcPct val="100000"/>
              </a:lnSpc>
              <a:spcBef>
                <a:spcPts val="0"/>
              </a:spcBef>
              <a:spcAft>
                <a:spcPts val="0"/>
              </a:spcAft>
              <a:buSzPts val="2700"/>
              <a:buChar char="◼"/>
            </a:pPr>
            <a:r>
              <a:rPr lang="en-US" sz="2700"/>
              <a:t>Ski doo Grand touring sport -23 10 st</a:t>
            </a:r>
            <a:endParaRPr sz="2700"/>
          </a:p>
          <a:p>
            <a:pPr indent="-348298" lvl="0" marL="438150" marR="0" rtl="0" algn="l">
              <a:lnSpc>
                <a:spcPct val="100000"/>
              </a:lnSpc>
              <a:spcBef>
                <a:spcPts val="0"/>
              </a:spcBef>
              <a:spcAft>
                <a:spcPts val="0"/>
              </a:spcAft>
              <a:buClr>
                <a:schemeClr val="accent1"/>
              </a:buClr>
              <a:buSzPts val="2700"/>
              <a:buFont typeface="Noto Sans Symbols"/>
              <a:buChar char="◼"/>
            </a:pPr>
            <a:r>
              <a:rPr lang="en-US" sz="2700"/>
              <a:t>Ca 5000-7000 km / år</a:t>
            </a:r>
            <a:endParaRPr sz="2700"/>
          </a:p>
          <a:p>
            <a:pPr indent="0" lvl="0" marL="438150" marR="0" rtl="0" algn="l">
              <a:lnSpc>
                <a:spcPct val="100000"/>
              </a:lnSpc>
              <a:spcBef>
                <a:spcPts val="0"/>
              </a:spcBef>
              <a:spcAft>
                <a:spcPts val="0"/>
              </a:spcAft>
              <a:buNone/>
            </a:pPr>
            <a:r>
              <a:t/>
            </a:r>
            <a:endParaRPr sz="2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55">
                                            <p:txEl>
                                              <p:pRg end="0" st="0"/>
                                            </p:txEl>
                                          </p:spTgt>
                                        </p:tgtEl>
                                        <p:attrNameLst>
                                          <p:attrName>style.visibility</p:attrName>
                                        </p:attrNameLst>
                                      </p:cBhvr>
                                      <p:to>
                                        <p:strVal val="visible"/>
                                      </p:to>
                                    </p:set>
                                    <p:anim calcmode="lin" valueType="num">
                                      <p:cBhvr additive="base">
                                        <p:cTn dur="300"/>
                                        <p:tgtEl>
                                          <p:spTgt spid="145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55">
                                            <p:txEl>
                                              <p:pRg end="1" st="1"/>
                                            </p:txEl>
                                          </p:spTgt>
                                        </p:tgtEl>
                                        <p:attrNameLst>
                                          <p:attrName>style.visibility</p:attrName>
                                        </p:attrNameLst>
                                      </p:cBhvr>
                                      <p:to>
                                        <p:strVal val="visible"/>
                                      </p:to>
                                    </p:set>
                                    <p:anim calcmode="lin" valueType="num">
                                      <p:cBhvr additive="base">
                                        <p:cTn dur="300"/>
                                        <p:tgtEl>
                                          <p:spTgt spid="145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55">
                                            <p:txEl>
                                              <p:pRg end="2" st="2"/>
                                            </p:txEl>
                                          </p:spTgt>
                                        </p:tgtEl>
                                        <p:attrNameLst>
                                          <p:attrName>style.visibility</p:attrName>
                                        </p:attrNameLst>
                                      </p:cBhvr>
                                      <p:to>
                                        <p:strVal val="visible"/>
                                      </p:to>
                                    </p:set>
                                    <p:anim calcmode="lin" valueType="num">
                                      <p:cBhvr additive="base">
                                        <p:cTn dur="300"/>
                                        <p:tgtEl>
                                          <p:spTgt spid="145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55">
                                            <p:txEl>
                                              <p:pRg end="3" st="3"/>
                                            </p:txEl>
                                          </p:spTgt>
                                        </p:tgtEl>
                                        <p:attrNameLst>
                                          <p:attrName>style.visibility</p:attrName>
                                        </p:attrNameLst>
                                      </p:cBhvr>
                                      <p:to>
                                        <p:strVal val="visible"/>
                                      </p:to>
                                    </p:set>
                                    <p:anim calcmode="lin" valueType="num">
                                      <p:cBhvr additive="base">
                                        <p:cTn dur="300"/>
                                        <p:tgtEl>
                                          <p:spTgt spid="145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55">
                                            <p:txEl>
                                              <p:pRg end="4" st="4"/>
                                            </p:txEl>
                                          </p:spTgt>
                                        </p:tgtEl>
                                        <p:attrNameLst>
                                          <p:attrName>style.visibility</p:attrName>
                                        </p:attrNameLst>
                                      </p:cBhvr>
                                      <p:to>
                                        <p:strVal val="visible"/>
                                      </p:to>
                                    </p:set>
                                    <p:anim calcmode="lin" valueType="num">
                                      <p:cBhvr additive="base">
                                        <p:cTn dur="300"/>
                                        <p:tgtEl>
                                          <p:spTgt spid="145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55">
                                            <p:txEl>
                                              <p:pRg end="5" st="5"/>
                                            </p:txEl>
                                          </p:spTgt>
                                        </p:tgtEl>
                                        <p:attrNameLst>
                                          <p:attrName>style.visibility</p:attrName>
                                        </p:attrNameLst>
                                      </p:cBhvr>
                                      <p:to>
                                        <p:strVal val="visible"/>
                                      </p:to>
                                    </p:set>
                                    <p:anim calcmode="lin" valueType="num">
                                      <p:cBhvr additive="base">
                                        <p:cTn dur="300"/>
                                        <p:tgtEl>
                                          <p:spTgt spid="145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55">
                                            <p:txEl>
                                              <p:pRg end="6" st="6"/>
                                            </p:txEl>
                                          </p:spTgt>
                                        </p:tgtEl>
                                        <p:attrNameLst>
                                          <p:attrName>style.visibility</p:attrName>
                                        </p:attrNameLst>
                                      </p:cBhvr>
                                      <p:to>
                                        <p:strVal val="visible"/>
                                      </p:to>
                                    </p:set>
                                    <p:anim calcmode="lin" valueType="num">
                                      <p:cBhvr additive="base">
                                        <p:cTn dur="300"/>
                                        <p:tgtEl>
                                          <p:spTgt spid="145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55">
                                            <p:txEl>
                                              <p:pRg end="7" st="7"/>
                                            </p:txEl>
                                          </p:spTgt>
                                        </p:tgtEl>
                                        <p:attrNameLst>
                                          <p:attrName>style.visibility</p:attrName>
                                        </p:attrNameLst>
                                      </p:cBhvr>
                                      <p:to>
                                        <p:strVal val="visible"/>
                                      </p:to>
                                    </p:set>
                                    <p:anim calcmode="lin" valueType="num">
                                      <p:cBhvr additive="base">
                                        <p:cTn dur="300"/>
                                        <p:tgtEl>
                                          <p:spTgt spid="145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455">
                                            <p:txEl>
                                              <p:pRg end="8" st="8"/>
                                            </p:txEl>
                                          </p:spTgt>
                                        </p:tgtEl>
                                        <p:attrNameLst>
                                          <p:attrName>style.visibility</p:attrName>
                                        </p:attrNameLst>
                                      </p:cBhvr>
                                      <p:to>
                                        <p:strVal val="visible"/>
                                      </p:to>
                                    </p:set>
                                    <p:anim calcmode="lin" valueType="num">
                                      <p:cBhvr additive="base">
                                        <p:cTn dur="300"/>
                                        <p:tgtEl>
                                          <p:spTgt spid="145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sp>
        <p:nvSpPr>
          <p:cNvPr id="1461" name="Google Shape;1461;p203"/>
          <p:cNvSpPr txBox="1"/>
          <p:nvPr>
            <p:ph type="title"/>
          </p:nvPr>
        </p:nvSpPr>
        <p:spPr>
          <a:xfrm>
            <a:off x="3153700" y="549275"/>
            <a:ext cx="2921100" cy="805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FF8D3E"/>
              </a:buClr>
              <a:buSzPts val="3600"/>
              <a:buFont typeface="Verdana"/>
              <a:buNone/>
            </a:pPr>
            <a:r>
              <a:rPr b="1" i="0" lang="en-US" sz="3600" u="none">
                <a:solidFill>
                  <a:srgbClr val="FF8D3E"/>
                </a:solidFill>
                <a:latin typeface="Verdana"/>
                <a:ea typeface="Verdana"/>
                <a:cs typeface="Verdana"/>
                <a:sym typeface="Verdana"/>
              </a:rPr>
              <a:t>Schema</a:t>
            </a:r>
            <a:endParaRPr/>
          </a:p>
        </p:txBody>
      </p:sp>
      <p:sp>
        <p:nvSpPr>
          <p:cNvPr id="1462" name="Google Shape;1462;p203"/>
          <p:cNvSpPr txBox="1"/>
          <p:nvPr>
            <p:ph idx="1" type="body"/>
          </p:nvPr>
        </p:nvSpPr>
        <p:spPr>
          <a:xfrm>
            <a:off x="5769875" y="549275"/>
            <a:ext cx="2829600" cy="5146500"/>
          </a:xfrm>
          <a:prstGeom prst="rect">
            <a:avLst/>
          </a:prstGeom>
          <a:noFill/>
          <a:ln>
            <a:noFill/>
          </a:ln>
        </p:spPr>
        <p:txBody>
          <a:bodyPr anchorCtr="0" anchor="t" bIns="45700" lIns="182875" spcFirstLastPara="1" rIns="91425" wrap="square" tIns="91425">
            <a:noAutofit/>
          </a:bodyPr>
          <a:lstStyle/>
          <a:p>
            <a:pPr indent="0" lvl="0" marL="0" marR="0" rtl="0" algn="ctr">
              <a:lnSpc>
                <a:spcPct val="90000"/>
              </a:lnSpc>
              <a:spcBef>
                <a:spcPts val="200"/>
              </a:spcBef>
              <a:spcAft>
                <a:spcPts val="0"/>
              </a:spcAft>
              <a:buClr>
                <a:schemeClr val="accent1"/>
              </a:buClr>
              <a:buSzPts val="1920"/>
              <a:buFont typeface="Noto Sans Symbols"/>
              <a:buNone/>
            </a:pPr>
            <a:r>
              <a:rPr b="1" lang="en-US"/>
              <a:t>Teori</a:t>
            </a:r>
            <a:endParaRPr b="1"/>
          </a:p>
          <a:p>
            <a:pPr indent="-265113" lvl="0" marL="265113" marR="0" rtl="0" algn="ctr">
              <a:lnSpc>
                <a:spcPct val="90000"/>
              </a:lnSpc>
              <a:spcBef>
                <a:spcPts val="200"/>
              </a:spcBef>
              <a:spcAft>
                <a:spcPts val="0"/>
              </a:spcAft>
              <a:buClr>
                <a:schemeClr val="accent1"/>
              </a:buClr>
              <a:buSzPts val="1920"/>
              <a:buFont typeface="Noto Sans Symbols"/>
              <a:buNone/>
            </a:pPr>
            <a:r>
              <a:rPr b="1" lang="en-US"/>
              <a:t>09:00-15:00 Ski lodge Tänndalen</a:t>
            </a:r>
            <a:endParaRPr b="1"/>
          </a:p>
          <a:p>
            <a:pPr indent="0" lvl="0" marL="0" marR="0" rtl="0" algn="ctr">
              <a:lnSpc>
                <a:spcPct val="90000"/>
              </a:lnSpc>
              <a:spcBef>
                <a:spcPts val="200"/>
              </a:spcBef>
              <a:spcAft>
                <a:spcPts val="0"/>
              </a:spcAft>
              <a:buClr>
                <a:schemeClr val="accent1"/>
              </a:buClr>
              <a:buSzPts val="1920"/>
              <a:buFont typeface="Noto Sans Symbols"/>
              <a:buNone/>
            </a:pPr>
            <a:r>
              <a:t/>
            </a:r>
            <a:endParaRPr b="1"/>
          </a:p>
          <a:p>
            <a:pPr indent="0" lvl="0" marL="0" marR="0" rtl="0" algn="ctr">
              <a:lnSpc>
                <a:spcPct val="90000"/>
              </a:lnSpc>
              <a:spcBef>
                <a:spcPts val="200"/>
              </a:spcBef>
              <a:spcAft>
                <a:spcPts val="0"/>
              </a:spcAft>
              <a:buClr>
                <a:schemeClr val="accent1"/>
              </a:buClr>
              <a:buSzPts val="1920"/>
              <a:buFont typeface="Noto Sans Symbols"/>
              <a:buNone/>
            </a:pPr>
            <a:r>
              <a:rPr b="1" lang="en-US"/>
              <a:t>Förflyttning till Stinas cafe för praktik samt teoriprov</a:t>
            </a:r>
            <a:endParaRPr b="1"/>
          </a:p>
          <a:p>
            <a:pPr indent="0" lvl="0" marL="0" marR="0" rtl="0" algn="ctr">
              <a:lnSpc>
                <a:spcPct val="90000"/>
              </a:lnSpc>
              <a:spcBef>
                <a:spcPts val="200"/>
              </a:spcBef>
              <a:spcAft>
                <a:spcPts val="0"/>
              </a:spcAft>
              <a:buClr>
                <a:schemeClr val="accent1"/>
              </a:buClr>
              <a:buSzPts val="1920"/>
              <a:buFont typeface="Noto Sans Symbols"/>
              <a:buNone/>
            </a:pPr>
            <a:r>
              <a:rPr b="1" lang="en-US"/>
              <a:t>klara ca 20:00</a:t>
            </a:r>
            <a:endParaRPr b="1"/>
          </a:p>
        </p:txBody>
      </p:sp>
      <p:sp>
        <p:nvSpPr>
          <p:cNvPr id="1463" name="Google Shape;1463;p203"/>
          <p:cNvSpPr txBox="1"/>
          <p:nvPr/>
        </p:nvSpPr>
        <p:spPr>
          <a:xfrm>
            <a:off x="1835150" y="5445125"/>
            <a:ext cx="4967287"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ahoma"/>
              <a:buNone/>
            </a:pPr>
            <a:r>
              <a:t/>
            </a:r>
            <a:endParaRPr/>
          </a:p>
        </p:txBody>
      </p:sp>
      <p:sp>
        <p:nvSpPr>
          <p:cNvPr id="1464" name="Google Shape;1464;p203"/>
          <p:cNvSpPr txBox="1"/>
          <p:nvPr/>
        </p:nvSpPr>
        <p:spPr>
          <a:xfrm>
            <a:off x="521850" y="549275"/>
            <a:ext cx="3000000" cy="46863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200"/>
              </a:spcBef>
              <a:spcAft>
                <a:spcPts val="0"/>
              </a:spcAft>
              <a:buNone/>
            </a:pPr>
            <a:r>
              <a:t/>
            </a:r>
            <a:endParaRPr b="1" sz="2600">
              <a:solidFill>
                <a:schemeClr val="dk1"/>
              </a:solidFill>
              <a:latin typeface="Verdana"/>
              <a:ea typeface="Verdana"/>
              <a:cs typeface="Verdana"/>
              <a:sym typeface="Verdana"/>
            </a:endParaRPr>
          </a:p>
          <a:p>
            <a:pPr indent="0" lvl="0" marL="0" rtl="0" algn="ctr">
              <a:lnSpc>
                <a:spcPct val="90000"/>
              </a:lnSpc>
              <a:spcBef>
                <a:spcPts val="200"/>
              </a:spcBef>
              <a:spcAft>
                <a:spcPts val="0"/>
              </a:spcAft>
              <a:buNone/>
            </a:pPr>
            <a:r>
              <a:rPr b="1" lang="en-US" sz="2600">
                <a:solidFill>
                  <a:schemeClr val="dk1"/>
                </a:solidFill>
                <a:latin typeface="Verdana"/>
                <a:ea typeface="Verdana"/>
                <a:cs typeface="Verdana"/>
                <a:sym typeface="Verdana"/>
              </a:rPr>
              <a:t>Stinas i Tänndalen</a:t>
            </a:r>
            <a:endParaRPr b="1" sz="2600">
              <a:solidFill>
                <a:schemeClr val="dk1"/>
              </a:solidFill>
              <a:latin typeface="Verdana"/>
              <a:ea typeface="Verdana"/>
              <a:cs typeface="Verdana"/>
              <a:sym typeface="Verdana"/>
            </a:endParaRPr>
          </a:p>
          <a:p>
            <a:pPr indent="0" lvl="0" marL="0" rtl="0" algn="ctr">
              <a:lnSpc>
                <a:spcPct val="90000"/>
              </a:lnSpc>
              <a:spcBef>
                <a:spcPts val="200"/>
              </a:spcBef>
              <a:spcAft>
                <a:spcPts val="0"/>
              </a:spcAft>
              <a:buNone/>
            </a:pPr>
            <a:r>
              <a:t/>
            </a:r>
            <a:endParaRPr b="1" sz="2600">
              <a:solidFill>
                <a:schemeClr val="dk1"/>
              </a:solidFill>
              <a:latin typeface="Verdana"/>
              <a:ea typeface="Verdana"/>
              <a:cs typeface="Verdana"/>
              <a:sym typeface="Verdana"/>
            </a:endParaRPr>
          </a:p>
          <a:p>
            <a:pPr indent="0" lvl="0" marL="0" rtl="0" algn="ctr">
              <a:lnSpc>
                <a:spcPct val="90000"/>
              </a:lnSpc>
              <a:spcBef>
                <a:spcPts val="200"/>
              </a:spcBef>
              <a:spcAft>
                <a:spcPts val="0"/>
              </a:spcAft>
              <a:buNone/>
            </a:pPr>
            <a:r>
              <a:t/>
            </a:r>
            <a:endParaRPr b="1" sz="2600">
              <a:solidFill>
                <a:schemeClr val="dk1"/>
              </a:solidFill>
              <a:latin typeface="Verdana"/>
              <a:ea typeface="Verdana"/>
              <a:cs typeface="Verdana"/>
              <a:sym typeface="Verdana"/>
            </a:endParaRPr>
          </a:p>
          <a:p>
            <a:pPr indent="0" lvl="0" marL="0" rtl="0" algn="ctr">
              <a:lnSpc>
                <a:spcPct val="90000"/>
              </a:lnSpc>
              <a:spcBef>
                <a:spcPts val="200"/>
              </a:spcBef>
              <a:spcAft>
                <a:spcPts val="0"/>
              </a:spcAft>
              <a:buNone/>
            </a:pPr>
            <a:r>
              <a:rPr b="1" lang="en-US" sz="2600">
                <a:solidFill>
                  <a:schemeClr val="dk1"/>
                </a:solidFill>
                <a:latin typeface="Verdana"/>
                <a:ea typeface="Verdana"/>
                <a:cs typeface="Verdana"/>
                <a:sym typeface="Verdana"/>
              </a:rPr>
              <a:t>Teori onsdag</a:t>
            </a:r>
            <a:endParaRPr b="1" sz="2600">
              <a:solidFill>
                <a:schemeClr val="dk1"/>
              </a:solidFill>
              <a:latin typeface="Verdana"/>
              <a:ea typeface="Verdana"/>
              <a:cs typeface="Verdana"/>
              <a:sym typeface="Verdana"/>
            </a:endParaRPr>
          </a:p>
          <a:p>
            <a:pPr indent="-265113" lvl="0" marL="265113" rtl="0" algn="ctr">
              <a:lnSpc>
                <a:spcPct val="90000"/>
              </a:lnSpc>
              <a:spcBef>
                <a:spcPts val="200"/>
              </a:spcBef>
              <a:spcAft>
                <a:spcPts val="0"/>
              </a:spcAft>
              <a:buNone/>
            </a:pPr>
            <a:r>
              <a:rPr b="1" lang="en-US" sz="2600">
                <a:solidFill>
                  <a:schemeClr val="dk1"/>
                </a:solidFill>
                <a:latin typeface="Verdana"/>
                <a:ea typeface="Verdana"/>
                <a:cs typeface="Verdana"/>
                <a:sym typeface="Verdana"/>
              </a:rPr>
              <a:t>13:00-20:00 </a:t>
            </a:r>
            <a:endParaRPr b="1" sz="2600">
              <a:solidFill>
                <a:schemeClr val="dk1"/>
              </a:solidFill>
              <a:latin typeface="Verdana"/>
              <a:ea typeface="Verdana"/>
              <a:cs typeface="Verdana"/>
              <a:sym typeface="Verdana"/>
            </a:endParaRPr>
          </a:p>
          <a:p>
            <a:pPr indent="0" lvl="0" marL="0" rtl="0" algn="ctr">
              <a:lnSpc>
                <a:spcPct val="90000"/>
              </a:lnSpc>
              <a:spcBef>
                <a:spcPts val="200"/>
              </a:spcBef>
              <a:spcAft>
                <a:spcPts val="0"/>
              </a:spcAft>
              <a:buNone/>
            </a:pPr>
            <a:r>
              <a:t/>
            </a:r>
            <a:endParaRPr b="1" sz="2600">
              <a:solidFill>
                <a:schemeClr val="dk1"/>
              </a:solidFill>
              <a:latin typeface="Verdana"/>
              <a:ea typeface="Verdana"/>
              <a:cs typeface="Verdana"/>
              <a:sym typeface="Verdana"/>
            </a:endParaRPr>
          </a:p>
          <a:p>
            <a:pPr indent="0" lvl="0" marL="0" rtl="0" algn="ctr">
              <a:lnSpc>
                <a:spcPct val="90000"/>
              </a:lnSpc>
              <a:spcBef>
                <a:spcPts val="200"/>
              </a:spcBef>
              <a:spcAft>
                <a:spcPts val="0"/>
              </a:spcAft>
              <a:buNone/>
            </a:pPr>
            <a:r>
              <a:rPr b="1" lang="en-US" sz="2600">
                <a:solidFill>
                  <a:schemeClr val="dk1"/>
                </a:solidFill>
                <a:latin typeface="Verdana"/>
                <a:ea typeface="Verdana"/>
                <a:cs typeface="Verdana"/>
                <a:sym typeface="Verdana"/>
              </a:rPr>
              <a:t>praktik samt teoriprov torsdag 08:00-12:00</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3"/>
                                        </p:tgtEl>
                                        <p:attrNameLst>
                                          <p:attrName>style.visibility</p:attrName>
                                        </p:attrNameLst>
                                      </p:cBhvr>
                                      <p:to>
                                        <p:strVal val="visible"/>
                                      </p:to>
                                    </p:set>
                                    <p:animEffect filter="fade" transition="in">
                                      <p:cBhvr>
                                        <p:cTn dur="500"/>
                                        <p:tgtEl>
                                          <p:spTgt spid="14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204"/>
          <p:cNvSpPr txBox="1"/>
          <p:nvPr>
            <p:ph idx="4294967295" type="title"/>
          </p:nvPr>
        </p:nvSpPr>
        <p:spPr>
          <a:xfrm>
            <a:off x="1043608" y="260648"/>
            <a:ext cx="8100392" cy="103475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Arial"/>
              <a:buNone/>
            </a:pPr>
            <a:r>
              <a:rPr b="0" i="0" lang="en-US" sz="3600" u="none" cap="none" strike="noStrike">
                <a:solidFill>
                  <a:schemeClr val="dk2"/>
                </a:solidFill>
                <a:latin typeface="Arial"/>
                <a:ea typeface="Arial"/>
                <a:cs typeface="Arial"/>
                <a:sym typeface="Arial"/>
              </a:rPr>
              <a:t>PROVET</a:t>
            </a:r>
            <a:endParaRPr/>
          </a:p>
        </p:txBody>
      </p:sp>
      <p:sp>
        <p:nvSpPr>
          <p:cNvPr id="1470" name="Google Shape;1470;p204"/>
          <p:cNvSpPr txBox="1"/>
          <p:nvPr>
            <p:ph idx="1" type="body"/>
          </p:nvPr>
        </p:nvSpPr>
        <p:spPr>
          <a:xfrm>
            <a:off x="685800" y="1981200"/>
            <a:ext cx="3381375"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2240"/>
              <a:buFont typeface="Noto Sans Symbols"/>
              <a:buNone/>
            </a:pPr>
            <a:r>
              <a:t/>
            </a:r>
            <a:endParaRPr b="0" i="0" sz="3200" u="none" cap="none" strike="noStrike">
              <a:solidFill>
                <a:schemeClr val="dk2"/>
              </a:solidFill>
              <a:latin typeface="Arial"/>
              <a:ea typeface="Arial"/>
              <a:cs typeface="Arial"/>
              <a:sym typeface="Arial"/>
            </a:endParaRPr>
          </a:p>
          <a:p>
            <a:pPr indent="-342900" lvl="0" marL="342900" marR="0" rtl="0" algn="l">
              <a:lnSpc>
                <a:spcPct val="100000"/>
              </a:lnSpc>
              <a:spcBef>
                <a:spcPts val="640"/>
              </a:spcBef>
              <a:spcAft>
                <a:spcPts val="0"/>
              </a:spcAft>
              <a:buClr>
                <a:schemeClr val="accent1"/>
              </a:buClr>
              <a:buSzPts val="2240"/>
              <a:buFont typeface="Noto Sans Symbols"/>
              <a:buChar char="🞭"/>
            </a:pPr>
            <a:r>
              <a:rPr b="1" i="0" lang="en-US" sz="3200" u="none" cap="none" strike="noStrike">
                <a:solidFill>
                  <a:schemeClr val="dk2"/>
                </a:solidFill>
                <a:latin typeface="Arial"/>
                <a:ea typeface="Arial"/>
                <a:cs typeface="Arial"/>
                <a:sym typeface="Arial"/>
              </a:rPr>
              <a:t>Teoretiskt prov.</a:t>
            </a:r>
            <a:endParaRPr/>
          </a:p>
          <a:p>
            <a:pPr indent="-342900" lvl="0" marL="342900" marR="0" rtl="0" algn="l">
              <a:lnSpc>
                <a:spcPct val="100000"/>
              </a:lnSpc>
              <a:spcBef>
                <a:spcPts val="640"/>
              </a:spcBef>
              <a:spcAft>
                <a:spcPts val="0"/>
              </a:spcAft>
              <a:buClr>
                <a:schemeClr val="accent1"/>
              </a:buClr>
              <a:buSzPts val="2240"/>
              <a:buFont typeface="Noto Sans Symbols"/>
              <a:buChar char="🞭"/>
            </a:pPr>
            <a:r>
              <a:rPr b="1" i="0" lang="en-US" sz="3200" u="none" cap="none" strike="noStrike">
                <a:solidFill>
                  <a:schemeClr val="dk2"/>
                </a:solidFill>
                <a:latin typeface="Arial"/>
                <a:ea typeface="Arial"/>
                <a:cs typeface="Arial"/>
                <a:sym typeface="Arial"/>
              </a:rPr>
              <a:t>Tre olika.</a:t>
            </a:r>
            <a:endParaRPr/>
          </a:p>
          <a:p>
            <a:pPr indent="-342900" lvl="0" marL="342900" marR="0" rtl="0" algn="l">
              <a:lnSpc>
                <a:spcPct val="100000"/>
              </a:lnSpc>
              <a:spcBef>
                <a:spcPts val="640"/>
              </a:spcBef>
              <a:spcAft>
                <a:spcPts val="0"/>
              </a:spcAft>
              <a:buClr>
                <a:schemeClr val="accent1"/>
              </a:buClr>
              <a:buSzPts val="2240"/>
              <a:buFont typeface="Noto Sans Symbols"/>
              <a:buChar char="🞭"/>
            </a:pPr>
            <a:r>
              <a:rPr b="1" i="0" lang="en-US" sz="3200" u="none" cap="none" strike="noStrike">
                <a:solidFill>
                  <a:schemeClr val="dk2"/>
                </a:solidFill>
                <a:latin typeface="Arial"/>
                <a:ea typeface="Arial"/>
                <a:cs typeface="Arial"/>
                <a:sym typeface="Arial"/>
              </a:rPr>
              <a:t>28 frågor.</a:t>
            </a:r>
            <a:endParaRPr/>
          </a:p>
          <a:p>
            <a:pPr indent="-342900" lvl="0" marL="342900" marR="0" rtl="0" algn="l">
              <a:lnSpc>
                <a:spcPct val="100000"/>
              </a:lnSpc>
              <a:spcBef>
                <a:spcPts val="640"/>
              </a:spcBef>
              <a:spcAft>
                <a:spcPts val="0"/>
              </a:spcAft>
              <a:buClr>
                <a:schemeClr val="accent1"/>
              </a:buClr>
              <a:buSzPts val="2240"/>
              <a:buFont typeface="Noto Sans Symbols"/>
              <a:buChar char="🞭"/>
            </a:pPr>
            <a:r>
              <a:rPr b="1" i="0" lang="en-US" sz="3200" u="none" cap="none" strike="noStrike">
                <a:solidFill>
                  <a:schemeClr val="dk2"/>
                </a:solidFill>
                <a:latin typeface="Arial"/>
                <a:ea typeface="Arial"/>
                <a:cs typeface="Arial"/>
                <a:sym typeface="Arial"/>
              </a:rPr>
              <a:t>Max 4 fel.</a:t>
            </a:r>
            <a:endParaRPr/>
          </a:p>
        </p:txBody>
      </p:sp>
      <p:pic>
        <p:nvPicPr>
          <p:cNvPr descr="C:\Users\SSCO\AppData\Local\Microsoft\Windows\Temporary Internet Files\Content.IE5\MV55FWK6\MP900439403[1].jpg" id="1471" name="Google Shape;1471;p204"/>
          <p:cNvPicPr preferRelativeResize="0"/>
          <p:nvPr/>
        </p:nvPicPr>
        <p:blipFill rotWithShape="1">
          <a:blip r:embed="rId3">
            <a:alphaModFix/>
          </a:blip>
          <a:srcRect b="0" l="0" r="0" t="0"/>
          <a:stretch/>
        </p:blipFill>
        <p:spPr>
          <a:xfrm>
            <a:off x="3636962" y="2349500"/>
            <a:ext cx="5176837" cy="345598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6" name="Shape 1476"/>
        <p:cNvGrpSpPr/>
        <p:nvPr/>
      </p:nvGrpSpPr>
      <p:grpSpPr>
        <a:xfrm>
          <a:off x="0" y="0"/>
          <a:ext cx="0" cy="0"/>
          <a:chOff x="0" y="0"/>
          <a:chExt cx="0" cy="0"/>
        </a:xfrm>
      </p:grpSpPr>
      <p:sp>
        <p:nvSpPr>
          <p:cNvPr id="1477" name="Google Shape;1477;p205"/>
          <p:cNvSpPr txBox="1"/>
          <p:nvPr>
            <p:ph type="title"/>
          </p:nvPr>
        </p:nvSpPr>
        <p:spPr>
          <a:xfrm>
            <a:off x="1042987" y="404812"/>
            <a:ext cx="7415212" cy="8747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572314"/>
              </a:buClr>
              <a:buSzPts val="4300"/>
              <a:buFont typeface="Gill Sans"/>
              <a:buNone/>
            </a:pPr>
            <a:r>
              <a:rPr b="0" i="0" lang="en-US" sz="4300" u="none">
                <a:solidFill>
                  <a:srgbClr val="572314"/>
                </a:solidFill>
                <a:latin typeface="Gill Sans"/>
                <a:ea typeface="Gill Sans"/>
                <a:cs typeface="Gill Sans"/>
                <a:sym typeface="Gill Sans"/>
              </a:rPr>
              <a:t>Ordningsfrågor</a:t>
            </a:r>
            <a:endParaRPr/>
          </a:p>
        </p:txBody>
      </p:sp>
      <p:sp>
        <p:nvSpPr>
          <p:cNvPr id="1478" name="Google Shape;1478;p205"/>
          <p:cNvSpPr txBox="1"/>
          <p:nvPr>
            <p:ph idx="1" type="body"/>
          </p:nvPr>
        </p:nvSpPr>
        <p:spPr>
          <a:xfrm>
            <a:off x="1116001" y="1557325"/>
            <a:ext cx="3887700" cy="4114800"/>
          </a:xfrm>
          <a:prstGeom prst="rect">
            <a:avLst/>
          </a:prstGeom>
          <a:noFill/>
          <a:ln>
            <a:noFill/>
          </a:ln>
        </p:spPr>
        <p:txBody>
          <a:bodyPr anchorCtr="0" anchor="t" bIns="45700" lIns="91425" spcFirstLastPara="1" rIns="91425" wrap="square" tIns="45700">
            <a:noAutofit/>
          </a:bodyPr>
          <a:lstStyle/>
          <a:p>
            <a:pPr indent="-180975" lvl="0" marL="365125" marR="0" rtl="0" algn="l">
              <a:lnSpc>
                <a:spcPct val="85000"/>
              </a:lnSpc>
              <a:spcBef>
                <a:spcPts val="0"/>
              </a:spcBef>
              <a:spcAft>
                <a:spcPts val="0"/>
              </a:spcAft>
              <a:buClr>
                <a:schemeClr val="accent1"/>
              </a:buClr>
              <a:buSzPts val="1600"/>
              <a:buFont typeface="Noto Sans Symbols"/>
              <a:buNone/>
            </a:pPr>
            <a:r>
              <a:t/>
            </a:r>
            <a:endParaRPr b="1" i="1" sz="2000" u="none" cap="none" strike="noStrike">
              <a:solidFill>
                <a:schemeClr val="dk1"/>
              </a:solidFill>
              <a:latin typeface="Arial"/>
              <a:ea typeface="Arial"/>
              <a:cs typeface="Arial"/>
              <a:sym typeface="Arial"/>
            </a:endParaRPr>
          </a:p>
          <a:p>
            <a:pPr indent="-180975" lvl="0" marL="365125" marR="0" rtl="0" algn="l">
              <a:lnSpc>
                <a:spcPct val="85000"/>
              </a:lnSpc>
              <a:spcBef>
                <a:spcPts val="600"/>
              </a:spcBef>
              <a:spcAft>
                <a:spcPts val="0"/>
              </a:spcAft>
              <a:buClr>
                <a:schemeClr val="accent1"/>
              </a:buClr>
              <a:buSzPts val="1600"/>
              <a:buFont typeface="Noto Sans Symbols"/>
              <a:buNone/>
            </a:pPr>
            <a:r>
              <a:t/>
            </a:r>
            <a:endParaRPr b="1" i="1" sz="2000" u="none" cap="none" strike="noStrike">
              <a:solidFill>
                <a:schemeClr val="dk1"/>
              </a:solidFill>
              <a:latin typeface="Arial"/>
              <a:ea typeface="Arial"/>
              <a:cs typeface="Arial"/>
              <a:sym typeface="Arial"/>
            </a:endParaRPr>
          </a:p>
          <a:p>
            <a:pPr indent="-180975" lvl="0" marL="365125" marR="0" rtl="0" algn="l">
              <a:lnSpc>
                <a:spcPct val="85000"/>
              </a:lnSpc>
              <a:spcBef>
                <a:spcPts val="600"/>
              </a:spcBef>
              <a:spcAft>
                <a:spcPts val="0"/>
              </a:spcAft>
              <a:buClr>
                <a:schemeClr val="accent1"/>
              </a:buClr>
              <a:buSzPts val="1600"/>
              <a:buFont typeface="Noto Sans Symbols"/>
              <a:buNone/>
            </a:pPr>
            <a:r>
              <a:t/>
            </a:r>
            <a:endParaRPr b="1" i="1" sz="2000" u="none" cap="none" strike="noStrike">
              <a:solidFill>
                <a:schemeClr val="dk1"/>
              </a:solidFill>
              <a:latin typeface="Arial"/>
              <a:ea typeface="Arial"/>
              <a:cs typeface="Arial"/>
              <a:sym typeface="Arial"/>
            </a:endParaRPr>
          </a:p>
          <a:p>
            <a:pPr indent="-241935" lvl="0" marL="365125" rtl="0" algn="l">
              <a:lnSpc>
                <a:spcPct val="85000"/>
              </a:lnSpc>
              <a:spcBef>
                <a:spcPts val="600"/>
              </a:spcBef>
              <a:spcAft>
                <a:spcPts val="0"/>
              </a:spcAft>
              <a:buSzPts val="1600"/>
              <a:buChar char="⚫"/>
            </a:pPr>
            <a:r>
              <a:rPr b="1" i="1" lang="en-US" sz="2000">
                <a:latin typeface="Arial"/>
                <a:ea typeface="Arial"/>
                <a:cs typeface="Arial"/>
                <a:sym typeface="Arial"/>
              </a:rPr>
              <a:t>Fika när det passar oss</a:t>
            </a:r>
            <a:endParaRPr b="1" i="1" sz="2000">
              <a:latin typeface="Arial"/>
              <a:ea typeface="Arial"/>
              <a:cs typeface="Arial"/>
              <a:sym typeface="Arial"/>
            </a:endParaRPr>
          </a:p>
          <a:p>
            <a:pPr indent="-282575" lvl="0" marL="365125" marR="0" rtl="0" algn="l">
              <a:lnSpc>
                <a:spcPct val="85000"/>
              </a:lnSpc>
              <a:spcBef>
                <a:spcPts val="600"/>
              </a:spcBef>
              <a:spcAft>
                <a:spcPts val="0"/>
              </a:spcAft>
              <a:buClr>
                <a:schemeClr val="accent1"/>
              </a:buClr>
              <a:buSzPts val="1600"/>
              <a:buFont typeface="Noto Sans Symbols"/>
              <a:buChar char="⚫"/>
            </a:pPr>
            <a:r>
              <a:rPr b="1" i="1" lang="en-US" sz="2000">
                <a:latin typeface="Arial"/>
                <a:ea typeface="Arial"/>
                <a:cs typeface="Arial"/>
                <a:sym typeface="Arial"/>
              </a:rPr>
              <a:t>Lunch ca kl 12</a:t>
            </a:r>
            <a:endParaRPr/>
          </a:p>
          <a:p>
            <a:pPr indent="-282575" lvl="0" marL="365125" marR="0" rtl="0" algn="l">
              <a:lnSpc>
                <a:spcPct val="85000"/>
              </a:lnSpc>
              <a:spcBef>
                <a:spcPts val="600"/>
              </a:spcBef>
              <a:spcAft>
                <a:spcPts val="0"/>
              </a:spcAft>
              <a:buClr>
                <a:schemeClr val="accent1"/>
              </a:buClr>
              <a:buSzPts val="1600"/>
              <a:buFont typeface="Noto Sans Symbols"/>
              <a:buChar char="⚫"/>
            </a:pPr>
            <a:r>
              <a:rPr b="1" i="1" lang="en-US" sz="2000" u="none" cap="none" strike="noStrike">
                <a:solidFill>
                  <a:schemeClr val="dk1"/>
                </a:solidFill>
                <a:latin typeface="Arial"/>
                <a:ea typeface="Arial"/>
                <a:cs typeface="Arial"/>
                <a:sym typeface="Arial"/>
              </a:rPr>
              <a:t>Mobiltelefon på ljudlös</a:t>
            </a:r>
            <a:endParaRPr/>
          </a:p>
          <a:p>
            <a:pPr indent="-282575" lvl="0" marL="365125" marR="0" rtl="0" algn="l">
              <a:lnSpc>
                <a:spcPct val="85000"/>
              </a:lnSpc>
              <a:spcBef>
                <a:spcPts val="600"/>
              </a:spcBef>
              <a:spcAft>
                <a:spcPts val="0"/>
              </a:spcAft>
              <a:buClr>
                <a:schemeClr val="accent1"/>
              </a:buClr>
              <a:buSzPts val="1600"/>
              <a:buFont typeface="Noto Sans Symbols"/>
              <a:buChar char="⚫"/>
            </a:pPr>
            <a:r>
              <a:rPr b="1" i="0" lang="en-US" sz="2000" u="none" cap="none" strike="noStrike">
                <a:solidFill>
                  <a:schemeClr val="dk1"/>
                </a:solidFill>
                <a:latin typeface="Arial"/>
                <a:ea typeface="Arial"/>
                <a:cs typeface="Arial"/>
                <a:sym typeface="Arial"/>
              </a:rPr>
              <a:t>Toaletter utanför till höger/el i källare</a:t>
            </a:r>
            <a:endParaRPr/>
          </a:p>
          <a:p>
            <a:pPr indent="-282575" lvl="0" marL="365125" marR="0" rtl="0" algn="l">
              <a:lnSpc>
                <a:spcPct val="85000"/>
              </a:lnSpc>
              <a:spcBef>
                <a:spcPts val="600"/>
              </a:spcBef>
              <a:spcAft>
                <a:spcPts val="0"/>
              </a:spcAft>
              <a:buClr>
                <a:schemeClr val="accent1"/>
              </a:buClr>
              <a:buSzPts val="1600"/>
              <a:buFont typeface="Noto Sans Symbols"/>
              <a:buNone/>
            </a:pPr>
            <a:r>
              <a:t/>
            </a:r>
            <a:endParaRPr b="1" i="1" sz="2000" u="none" cap="none" strike="noStrike">
              <a:solidFill>
                <a:schemeClr val="dk1"/>
              </a:solidFill>
              <a:latin typeface="Arial"/>
              <a:ea typeface="Arial"/>
              <a:cs typeface="Arial"/>
              <a:sym typeface="Arial"/>
            </a:endParaRPr>
          </a:p>
          <a:p>
            <a:pPr indent="-282575" lvl="0" marL="365125" marR="0" rtl="0" algn="l">
              <a:lnSpc>
                <a:spcPct val="85000"/>
              </a:lnSpc>
              <a:spcBef>
                <a:spcPts val="600"/>
              </a:spcBef>
              <a:spcAft>
                <a:spcPts val="0"/>
              </a:spcAft>
              <a:buClr>
                <a:schemeClr val="accent1"/>
              </a:buClr>
              <a:buSzPts val="1600"/>
              <a:buFont typeface="Noto Sans Symbols"/>
              <a:buChar char="⚫"/>
            </a:pPr>
            <a:r>
              <a:rPr b="1" i="1" lang="en-US" sz="2000" u="none" cap="none" strike="noStrike">
                <a:solidFill>
                  <a:schemeClr val="dk1"/>
                </a:solidFill>
                <a:latin typeface="Arial"/>
                <a:ea typeface="Arial"/>
                <a:cs typeface="Arial"/>
                <a:sym typeface="Arial"/>
              </a:rPr>
              <a:t>ID-kort, pass, körkort osv.</a:t>
            </a:r>
            <a:endParaRPr/>
          </a:p>
          <a:p>
            <a:pPr indent="-282575" lvl="0" marL="365125" marR="0" rtl="0" algn="l">
              <a:lnSpc>
                <a:spcPct val="85000"/>
              </a:lnSpc>
              <a:spcBef>
                <a:spcPts val="600"/>
              </a:spcBef>
              <a:spcAft>
                <a:spcPts val="0"/>
              </a:spcAft>
              <a:buClr>
                <a:schemeClr val="accent1"/>
              </a:buClr>
              <a:buSzPts val="1600"/>
              <a:buFont typeface="Noto Sans Symbols"/>
              <a:buChar char="⚫"/>
            </a:pPr>
            <a:r>
              <a:rPr b="1" i="1" lang="en-US" sz="2000" u="none" cap="none" strike="noStrike">
                <a:solidFill>
                  <a:schemeClr val="dk1"/>
                </a:solidFill>
                <a:latin typeface="Arial"/>
                <a:ea typeface="Arial"/>
                <a:cs typeface="Arial"/>
                <a:sym typeface="Arial"/>
              </a:rPr>
              <a:t>Måste medföras vid skoter-körningen och examination.</a:t>
            </a:r>
            <a:endParaRPr/>
          </a:p>
        </p:txBody>
      </p:sp>
      <p:sp>
        <p:nvSpPr>
          <p:cNvPr id="1479" name="Google Shape;1479;p205"/>
          <p:cNvSpPr txBox="1"/>
          <p:nvPr>
            <p:ph idx="2" type="body"/>
          </p:nvPr>
        </p:nvSpPr>
        <p:spPr>
          <a:xfrm>
            <a:off x="5003800" y="1341437"/>
            <a:ext cx="3960812" cy="2592387"/>
          </a:xfrm>
          <a:prstGeom prst="rect">
            <a:avLst/>
          </a:prstGeom>
          <a:noFill/>
          <a:ln>
            <a:noFill/>
          </a:ln>
        </p:spPr>
        <p:txBody>
          <a:bodyPr anchorCtr="0" anchor="t" bIns="45700" lIns="91425" spcFirstLastPara="1" rIns="91425" wrap="square" tIns="45700">
            <a:noAutofit/>
          </a:bodyPr>
          <a:lstStyle/>
          <a:p>
            <a:pPr indent="-282575" lvl="0" marL="365125" marR="0" rtl="0" algn="l">
              <a:lnSpc>
                <a:spcPct val="85000"/>
              </a:lnSpc>
              <a:spcBef>
                <a:spcPts val="0"/>
              </a:spcBef>
              <a:spcAft>
                <a:spcPts val="0"/>
              </a:spcAft>
              <a:buClr>
                <a:schemeClr val="accent1"/>
              </a:buClr>
              <a:buSzPts val="2240"/>
              <a:buFont typeface="Noto Sans Symbols"/>
              <a:buNone/>
            </a:pPr>
            <a:r>
              <a:rPr b="1" i="0" lang="en-US" sz="2800" u="none" cap="none" strike="noStrike">
                <a:solidFill>
                  <a:schemeClr val="dk1"/>
                </a:solidFill>
                <a:latin typeface="Arial"/>
                <a:ea typeface="Arial"/>
                <a:cs typeface="Arial"/>
                <a:sym typeface="Arial"/>
              </a:rPr>
              <a:t>Klädsel för Skoterkörning</a:t>
            </a:r>
            <a:endParaRPr b="1" i="1" sz="2000" u="none" cap="none" strike="noStrike">
              <a:solidFill>
                <a:schemeClr val="dk1"/>
              </a:solidFill>
              <a:latin typeface="Arial"/>
              <a:ea typeface="Arial"/>
              <a:cs typeface="Arial"/>
              <a:sym typeface="Arial"/>
            </a:endParaRPr>
          </a:p>
          <a:p>
            <a:pPr indent="-180975" lvl="0" marL="365125" marR="0" rtl="0" algn="l">
              <a:lnSpc>
                <a:spcPct val="85000"/>
              </a:lnSpc>
              <a:spcBef>
                <a:spcPts val="600"/>
              </a:spcBef>
              <a:spcAft>
                <a:spcPts val="0"/>
              </a:spcAft>
              <a:buClr>
                <a:schemeClr val="accent1"/>
              </a:buClr>
              <a:buSzPts val="1600"/>
              <a:buFont typeface="Noto Sans Symbols"/>
              <a:buNone/>
            </a:pPr>
            <a:r>
              <a:t/>
            </a:r>
            <a:endParaRPr b="1" i="1" sz="2000" u="none" cap="none" strike="noStrike">
              <a:solidFill>
                <a:schemeClr val="dk1"/>
              </a:solidFill>
              <a:latin typeface="Arial"/>
              <a:ea typeface="Arial"/>
              <a:cs typeface="Arial"/>
              <a:sym typeface="Arial"/>
            </a:endParaRPr>
          </a:p>
          <a:p>
            <a:pPr indent="-282575" lvl="0" marL="365125" marR="0" rtl="0" algn="l">
              <a:lnSpc>
                <a:spcPct val="85000"/>
              </a:lnSpc>
              <a:spcBef>
                <a:spcPts val="600"/>
              </a:spcBef>
              <a:spcAft>
                <a:spcPts val="0"/>
              </a:spcAft>
              <a:buClr>
                <a:schemeClr val="accent1"/>
              </a:buClr>
              <a:buSzPts val="1600"/>
              <a:buFont typeface="Noto Sans Symbols"/>
              <a:buChar char="⚫"/>
            </a:pPr>
            <a:r>
              <a:rPr b="1" i="1" lang="en-US" sz="2000" u="none" cap="none" strike="noStrike">
                <a:solidFill>
                  <a:schemeClr val="dk1"/>
                </a:solidFill>
                <a:latin typeface="Arial"/>
                <a:ea typeface="Arial"/>
                <a:cs typeface="Arial"/>
                <a:sym typeface="Arial"/>
              </a:rPr>
              <a:t>Varma kläder</a:t>
            </a:r>
            <a:endParaRPr/>
          </a:p>
          <a:p>
            <a:pPr indent="-282575" lvl="0" marL="365125" marR="0" rtl="0" algn="l">
              <a:lnSpc>
                <a:spcPct val="85000"/>
              </a:lnSpc>
              <a:spcBef>
                <a:spcPts val="600"/>
              </a:spcBef>
              <a:spcAft>
                <a:spcPts val="0"/>
              </a:spcAft>
              <a:buClr>
                <a:schemeClr val="accent1"/>
              </a:buClr>
              <a:buSzPts val="1600"/>
              <a:buFont typeface="Noto Sans Symbols"/>
              <a:buChar char="⚫"/>
            </a:pPr>
            <a:r>
              <a:rPr b="1" i="1" lang="en-US" sz="2000" u="none" cap="none" strike="noStrike">
                <a:solidFill>
                  <a:schemeClr val="dk1"/>
                </a:solidFill>
                <a:latin typeface="Arial"/>
                <a:ea typeface="Arial"/>
                <a:cs typeface="Arial"/>
                <a:sym typeface="Arial"/>
              </a:rPr>
              <a:t>Kläder efter väder</a:t>
            </a:r>
            <a:endParaRPr/>
          </a:p>
          <a:p>
            <a:pPr indent="-282575" lvl="0" marL="365125" marR="0" rtl="0" algn="l">
              <a:lnSpc>
                <a:spcPct val="85000"/>
              </a:lnSpc>
              <a:spcBef>
                <a:spcPts val="600"/>
              </a:spcBef>
              <a:spcAft>
                <a:spcPts val="0"/>
              </a:spcAft>
              <a:buClr>
                <a:schemeClr val="accent1"/>
              </a:buClr>
              <a:buSzPts val="1600"/>
              <a:buFont typeface="Noto Sans Symbols"/>
              <a:buChar char="⚫"/>
            </a:pPr>
            <a:r>
              <a:rPr b="1" i="1" lang="en-US" sz="2000" u="none" cap="none" strike="noStrike">
                <a:solidFill>
                  <a:schemeClr val="dk1"/>
                </a:solidFill>
                <a:latin typeface="Arial"/>
                <a:ea typeface="Arial"/>
                <a:cs typeface="Arial"/>
                <a:sym typeface="Arial"/>
              </a:rPr>
              <a:t>Hjälm kan lånas på</a:t>
            </a:r>
            <a:r>
              <a:rPr b="1" i="1" lang="en-US" sz="2000">
                <a:latin typeface="Arial"/>
                <a:ea typeface="Arial"/>
                <a:cs typeface="Arial"/>
                <a:sym typeface="Arial"/>
              </a:rPr>
              <a:t> plats</a:t>
            </a:r>
            <a:endParaRPr/>
          </a:p>
          <a:p>
            <a:pPr indent="-282575" lvl="0" marL="365125" marR="0" rtl="0" algn="l">
              <a:lnSpc>
                <a:spcPct val="85000"/>
              </a:lnSpc>
              <a:spcBef>
                <a:spcPts val="600"/>
              </a:spcBef>
              <a:spcAft>
                <a:spcPts val="0"/>
              </a:spcAft>
              <a:buClr>
                <a:schemeClr val="accent1"/>
              </a:buClr>
              <a:buSzPts val="1600"/>
              <a:buFont typeface="Noto Sans Symbols"/>
              <a:buChar char="⚫"/>
            </a:pPr>
            <a:r>
              <a:rPr b="1" i="1" lang="en-US" sz="2000" u="none" cap="none" strike="noStrike">
                <a:solidFill>
                  <a:schemeClr val="dk1"/>
                </a:solidFill>
                <a:latin typeface="Arial"/>
                <a:ea typeface="Arial"/>
                <a:cs typeface="Arial"/>
                <a:sym typeface="Arial"/>
              </a:rPr>
              <a:t>Riktiga skor, och handskar </a:t>
            </a:r>
            <a:endParaRPr/>
          </a:p>
        </p:txBody>
      </p:sp>
      <p:pic>
        <p:nvPicPr>
          <p:cNvPr descr="Skoterklädd.jpg" id="1480" name="Google Shape;1480;p205"/>
          <p:cNvPicPr preferRelativeResize="0"/>
          <p:nvPr/>
        </p:nvPicPr>
        <p:blipFill rotWithShape="1">
          <a:blip r:embed="rId3">
            <a:alphaModFix/>
          </a:blip>
          <a:srcRect b="2563" l="0" r="0" t="0"/>
          <a:stretch/>
        </p:blipFill>
        <p:spPr>
          <a:xfrm>
            <a:off x="5508625" y="3860800"/>
            <a:ext cx="2808287" cy="2736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79">
                                            <p:txEl>
                                              <p:pRg end="0" st="0"/>
                                            </p:txEl>
                                          </p:spTgt>
                                        </p:tgtEl>
                                        <p:attrNameLst>
                                          <p:attrName>style.visibility</p:attrName>
                                        </p:attrNameLst>
                                      </p:cBhvr>
                                      <p:to>
                                        <p:strVal val="visible"/>
                                      </p:to>
                                    </p:set>
                                    <p:anim calcmode="lin" valueType="num">
                                      <p:cBhvr additive="base">
                                        <p:cTn dur="300"/>
                                        <p:tgtEl>
                                          <p:spTgt spid="1479">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79">
                                            <p:txEl>
                                              <p:pRg end="1" st="1"/>
                                            </p:txEl>
                                          </p:spTgt>
                                        </p:tgtEl>
                                        <p:attrNameLst>
                                          <p:attrName>style.visibility</p:attrName>
                                        </p:attrNameLst>
                                      </p:cBhvr>
                                      <p:to>
                                        <p:strVal val="visible"/>
                                      </p:to>
                                    </p:set>
                                    <p:anim calcmode="lin" valueType="num">
                                      <p:cBhvr additive="base">
                                        <p:cTn dur="300"/>
                                        <p:tgtEl>
                                          <p:spTgt spid="1479">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79">
                                            <p:txEl>
                                              <p:pRg end="2" st="2"/>
                                            </p:txEl>
                                          </p:spTgt>
                                        </p:tgtEl>
                                        <p:attrNameLst>
                                          <p:attrName>style.visibility</p:attrName>
                                        </p:attrNameLst>
                                      </p:cBhvr>
                                      <p:to>
                                        <p:strVal val="visible"/>
                                      </p:to>
                                    </p:set>
                                    <p:anim calcmode="lin" valueType="num">
                                      <p:cBhvr additive="base">
                                        <p:cTn dur="300"/>
                                        <p:tgtEl>
                                          <p:spTgt spid="1479">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79">
                                            <p:txEl>
                                              <p:pRg end="3" st="3"/>
                                            </p:txEl>
                                          </p:spTgt>
                                        </p:tgtEl>
                                        <p:attrNameLst>
                                          <p:attrName>style.visibility</p:attrName>
                                        </p:attrNameLst>
                                      </p:cBhvr>
                                      <p:to>
                                        <p:strVal val="visible"/>
                                      </p:to>
                                    </p:set>
                                    <p:anim calcmode="lin" valueType="num">
                                      <p:cBhvr additive="base">
                                        <p:cTn dur="300"/>
                                        <p:tgtEl>
                                          <p:spTgt spid="1479">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79">
                                            <p:txEl>
                                              <p:pRg end="4" st="4"/>
                                            </p:txEl>
                                          </p:spTgt>
                                        </p:tgtEl>
                                        <p:attrNameLst>
                                          <p:attrName>style.visibility</p:attrName>
                                        </p:attrNameLst>
                                      </p:cBhvr>
                                      <p:to>
                                        <p:strVal val="visible"/>
                                      </p:to>
                                    </p:set>
                                    <p:anim calcmode="lin" valueType="num">
                                      <p:cBhvr additive="base">
                                        <p:cTn dur="300"/>
                                        <p:tgtEl>
                                          <p:spTgt spid="1479">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479">
                                            <p:txEl>
                                              <p:pRg end="5" st="5"/>
                                            </p:txEl>
                                          </p:spTgt>
                                        </p:tgtEl>
                                        <p:attrNameLst>
                                          <p:attrName>style.visibility</p:attrName>
                                        </p:attrNameLst>
                                      </p:cBhvr>
                                      <p:to>
                                        <p:strVal val="visible"/>
                                      </p:to>
                                    </p:set>
                                    <p:anim calcmode="lin" valueType="num">
                                      <p:cBhvr additive="base">
                                        <p:cTn dur="300"/>
                                        <p:tgtEl>
                                          <p:spTgt spid="1479">
                                            <p:txEl>
                                              <p:pRg end="5" st="5"/>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1480"/>
                                        </p:tgtEl>
                                        <p:attrNameLst>
                                          <p:attrName>style.visibility</p:attrName>
                                        </p:attrNameLst>
                                      </p:cBhvr>
                                      <p:to>
                                        <p:strVal val="visible"/>
                                      </p:to>
                                    </p:set>
                                    <p:anim calcmode="lin" valueType="num">
                                      <p:cBhvr additive="base">
                                        <p:cTn dur="500"/>
                                        <p:tgtEl>
                                          <p:spTgt spid="148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5" name="Shape 1485"/>
        <p:cNvGrpSpPr/>
        <p:nvPr/>
      </p:nvGrpSpPr>
      <p:grpSpPr>
        <a:xfrm>
          <a:off x="0" y="0"/>
          <a:ext cx="0" cy="0"/>
          <a:chOff x="0" y="0"/>
          <a:chExt cx="0" cy="0"/>
        </a:xfrm>
      </p:grpSpPr>
      <p:sp>
        <p:nvSpPr>
          <p:cNvPr id="1486" name="Google Shape;1486;p206"/>
          <p:cNvSpPr txBox="1"/>
          <p:nvPr>
            <p:ph idx="4294967295" type="title"/>
          </p:nvPr>
        </p:nvSpPr>
        <p:spPr>
          <a:xfrm>
            <a:off x="827584" y="548680"/>
            <a:ext cx="7772400" cy="6080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240"/>
              <a:buFont typeface="Lucida Sans"/>
              <a:buNone/>
            </a:pPr>
            <a:r>
              <a:rPr b="1" i="0" lang="en-US" sz="3240" u="none" cap="none" strike="noStrike">
                <a:solidFill>
                  <a:schemeClr val="dk2"/>
                </a:solidFill>
                <a:latin typeface="Lucida Sans"/>
                <a:ea typeface="Lucida Sans"/>
                <a:cs typeface="Lucida Sans"/>
                <a:sym typeface="Lucida Sans"/>
              </a:rPr>
              <a:t>Sveriges Snöskoteråkares Centralorganisation</a:t>
            </a:r>
            <a:endParaRPr/>
          </a:p>
        </p:txBody>
      </p:sp>
      <p:pic>
        <p:nvPicPr>
          <p:cNvPr descr="Kameratömmning 125.JPG" id="1487" name="Google Shape;1487;p206"/>
          <p:cNvPicPr preferRelativeResize="0"/>
          <p:nvPr>
            <p:ph idx="2" type="clipArt"/>
          </p:nvPr>
        </p:nvPicPr>
        <p:blipFill rotWithShape="1">
          <a:blip r:embed="rId3">
            <a:alphaModFix/>
          </a:blip>
          <a:srcRect b="0" l="0" r="0" t="0"/>
          <a:stretch/>
        </p:blipFill>
        <p:spPr>
          <a:xfrm>
            <a:off x="5435600" y="4076700"/>
            <a:ext cx="3105150" cy="1857375"/>
          </a:xfrm>
          <a:prstGeom prst="rect">
            <a:avLst/>
          </a:prstGeom>
          <a:noFill/>
          <a:ln>
            <a:noFill/>
          </a:ln>
        </p:spPr>
      </p:pic>
      <p:sp>
        <p:nvSpPr>
          <p:cNvPr id="1488" name="Google Shape;1488;p206"/>
          <p:cNvSpPr txBox="1"/>
          <p:nvPr/>
        </p:nvSpPr>
        <p:spPr>
          <a:xfrm>
            <a:off x="3981450" y="2847975"/>
            <a:ext cx="9144000" cy="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descr="logo Nat rådet.gif" id="1489" name="Google Shape;1489;p206"/>
          <p:cNvPicPr preferRelativeResize="0"/>
          <p:nvPr/>
        </p:nvPicPr>
        <p:blipFill rotWithShape="1">
          <a:blip r:embed="rId4">
            <a:alphaModFix/>
          </a:blip>
          <a:srcRect b="0" l="0" r="0" t="0"/>
          <a:stretch/>
        </p:blipFill>
        <p:spPr>
          <a:xfrm>
            <a:off x="457200" y="4365625"/>
            <a:ext cx="4179887" cy="1100137"/>
          </a:xfrm>
          <a:prstGeom prst="rect">
            <a:avLst/>
          </a:prstGeom>
          <a:noFill/>
          <a:ln>
            <a:noFill/>
          </a:ln>
        </p:spPr>
      </p:pic>
      <p:pic>
        <p:nvPicPr>
          <p:cNvPr descr="sscologolang (2).jpg" id="1490" name="Google Shape;1490;p206"/>
          <p:cNvPicPr preferRelativeResize="0"/>
          <p:nvPr/>
        </p:nvPicPr>
        <p:blipFill rotWithShape="1">
          <a:blip r:embed="rId5">
            <a:alphaModFix/>
          </a:blip>
          <a:srcRect b="0" l="0" r="0" t="0"/>
          <a:stretch/>
        </p:blipFill>
        <p:spPr>
          <a:xfrm>
            <a:off x="1258887" y="1700212"/>
            <a:ext cx="6561137" cy="1292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490"/>
                                        </p:tgtEl>
                                        <p:attrNameLst>
                                          <p:attrName>style.visibility</p:attrName>
                                        </p:attrNameLst>
                                      </p:cBhvr>
                                      <p:to>
                                        <p:strVal val="visible"/>
                                      </p:to>
                                    </p:set>
                                    <p:anim calcmode="lin" valueType="num">
                                      <p:cBhvr additive="base">
                                        <p:cTn dur="1000"/>
                                        <p:tgtEl>
                                          <p:spTgt spid="149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9"/>
                                        </p:tgtEl>
                                        <p:attrNameLst>
                                          <p:attrName>style.visibility</p:attrName>
                                        </p:attrNameLst>
                                      </p:cBhvr>
                                      <p:to>
                                        <p:strVal val="visible"/>
                                      </p:to>
                                    </p:set>
                                    <p:anim calcmode="lin" valueType="num">
                                      <p:cBhvr additive="base">
                                        <p:cTn dur="500"/>
                                        <p:tgtEl>
                                          <p:spTgt spid="148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5" name="Shape 1495"/>
        <p:cNvGrpSpPr/>
        <p:nvPr/>
      </p:nvGrpSpPr>
      <p:grpSpPr>
        <a:xfrm>
          <a:off x="0" y="0"/>
          <a:ext cx="0" cy="0"/>
          <a:chOff x="0" y="0"/>
          <a:chExt cx="0" cy="0"/>
        </a:xfrm>
      </p:grpSpPr>
      <p:sp>
        <p:nvSpPr>
          <p:cNvPr id="1496" name="Google Shape;1496;p207"/>
          <p:cNvSpPr txBox="1"/>
          <p:nvPr>
            <p:ph type="title"/>
          </p:nvPr>
        </p:nvSpPr>
        <p:spPr>
          <a:xfrm>
            <a:off x="971550" y="404812"/>
            <a:ext cx="7772400" cy="6080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Leder</a:t>
            </a:r>
            <a:endParaRPr/>
          </a:p>
        </p:txBody>
      </p:sp>
      <p:sp>
        <p:nvSpPr>
          <p:cNvPr id="1497" name="Google Shape;1497;p207"/>
          <p:cNvSpPr txBox="1"/>
          <p:nvPr>
            <p:ph idx="1" type="body"/>
          </p:nvPr>
        </p:nvSpPr>
        <p:spPr>
          <a:xfrm>
            <a:off x="310775" y="1833625"/>
            <a:ext cx="4142100" cy="3864000"/>
          </a:xfrm>
          <a:prstGeom prst="rect">
            <a:avLst/>
          </a:prstGeom>
          <a:noFill/>
          <a:ln>
            <a:noFill/>
          </a:ln>
        </p:spPr>
        <p:txBody>
          <a:bodyPr anchorCtr="0" anchor="t" bIns="45700" lIns="91425" spcFirstLastPara="1" rIns="91425" wrap="square" tIns="45700">
            <a:noAutofit/>
          </a:bodyPr>
          <a:lstStyle/>
          <a:p>
            <a:pPr indent="-319087" lvl="0" marL="319087" rtl="0" algn="l">
              <a:lnSpc>
                <a:spcPct val="100000"/>
              </a:lnSpc>
              <a:spcBef>
                <a:spcPts val="0"/>
              </a:spcBef>
              <a:spcAft>
                <a:spcPts val="0"/>
              </a:spcAft>
              <a:buClr>
                <a:schemeClr val="accent2"/>
              </a:buClr>
              <a:buSzPts val="1680"/>
              <a:buFont typeface="Noto Sans Symbols"/>
              <a:buChar char="◻"/>
            </a:pPr>
            <a:r>
              <a:rPr b="0" i="0" lang="en-US" sz="2800" u="none">
                <a:solidFill>
                  <a:schemeClr val="dk1"/>
                </a:solidFill>
                <a:latin typeface="Twentieth Century"/>
                <a:ea typeface="Twentieth Century"/>
                <a:cs typeface="Twentieth Century"/>
                <a:sym typeface="Twentieth Century"/>
              </a:rPr>
              <a:t>Länsstyrelsen</a:t>
            </a:r>
            <a:endParaRPr/>
          </a:p>
          <a:p>
            <a:pPr indent="-319087" lvl="0" marL="319087" rtl="0" algn="l">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wentieth Century"/>
                <a:ea typeface="Twentieth Century"/>
                <a:cs typeface="Twentieth Century"/>
                <a:sym typeface="Twentieth Century"/>
              </a:rPr>
              <a:t>Kommunen</a:t>
            </a:r>
            <a:endParaRPr/>
          </a:p>
          <a:p>
            <a:pPr indent="-319087" lvl="0" marL="319087" rtl="0" algn="l">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wentieth Century"/>
                <a:ea typeface="Twentieth Century"/>
                <a:cs typeface="Twentieth Century"/>
                <a:sym typeface="Twentieth Century"/>
              </a:rPr>
              <a:t>Skoterklubben</a:t>
            </a:r>
            <a:endParaRPr/>
          </a:p>
          <a:p>
            <a:pPr indent="-319087" lvl="0" marL="319087" rtl="0" algn="l">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wentieth Century"/>
                <a:ea typeface="Twentieth Century"/>
                <a:cs typeface="Twentieth Century"/>
                <a:sym typeface="Twentieth Century"/>
              </a:rPr>
              <a:t>Markägaravtal</a:t>
            </a:r>
            <a:endParaRPr/>
          </a:p>
          <a:p>
            <a:pPr indent="-319087" lvl="0" marL="319087" rtl="0" algn="l">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wentieth Century"/>
                <a:ea typeface="Twentieth Century"/>
                <a:cs typeface="Twentieth Century"/>
                <a:sym typeface="Twentieth Century"/>
              </a:rPr>
              <a:t>Betalleder</a:t>
            </a:r>
            <a:endParaRPr/>
          </a:p>
          <a:p>
            <a:pPr indent="-319088" lvl="0" marL="319088" rtl="0" algn="l">
              <a:lnSpc>
                <a:spcPct val="100000"/>
              </a:lnSpc>
              <a:spcBef>
                <a:spcPts val="700"/>
              </a:spcBef>
              <a:spcAft>
                <a:spcPts val="0"/>
              </a:spcAft>
              <a:buClr>
                <a:schemeClr val="accent2"/>
              </a:buClr>
              <a:buSzPts val="1680"/>
              <a:buFont typeface="Noto Sans Symbols"/>
              <a:buChar char="◻"/>
            </a:pPr>
            <a:r>
              <a:rPr b="0" i="0" lang="en-US" sz="2800" u="none">
                <a:solidFill>
                  <a:schemeClr val="dk1"/>
                </a:solidFill>
                <a:latin typeface="Twentieth Century"/>
                <a:ea typeface="Twentieth Century"/>
                <a:cs typeface="Twentieth Century"/>
                <a:sym typeface="Twentieth Century"/>
              </a:rPr>
              <a:t>Körsätt – Ledens kvalité.</a:t>
            </a:r>
            <a:endParaRPr b="0" i="0" sz="2800" u="none">
              <a:solidFill>
                <a:schemeClr val="dk1"/>
              </a:solidFill>
              <a:latin typeface="Twentieth Century"/>
              <a:ea typeface="Twentieth Century"/>
              <a:cs typeface="Twentieth Century"/>
              <a:sym typeface="Twentieth Century"/>
            </a:endParaRPr>
          </a:p>
          <a:p>
            <a:pPr indent="-390208" lvl="0" marL="319088" rtl="0" algn="l">
              <a:lnSpc>
                <a:spcPct val="100000"/>
              </a:lnSpc>
              <a:spcBef>
                <a:spcPts val="700"/>
              </a:spcBef>
              <a:spcAft>
                <a:spcPts val="0"/>
              </a:spcAft>
              <a:buSzPts val="2800"/>
              <a:buChar char="◻"/>
            </a:pPr>
            <a:r>
              <a:rPr lang="en-US" sz="2800"/>
              <a:t>SSCO film ca 20 min</a:t>
            </a:r>
            <a:endParaRPr sz="2800"/>
          </a:p>
        </p:txBody>
      </p:sp>
      <p:pic>
        <p:nvPicPr>
          <p:cNvPr descr="C:\Documents and Settings\janne\Mina dokument\Mina bilder\skoterled.jpg" id="1498" name="Google Shape;1498;p207"/>
          <p:cNvPicPr preferRelativeResize="0"/>
          <p:nvPr/>
        </p:nvPicPr>
        <p:blipFill rotWithShape="1">
          <a:blip r:embed="rId3">
            <a:alphaModFix/>
          </a:blip>
          <a:srcRect b="0" l="0" r="0" t="0"/>
          <a:stretch/>
        </p:blipFill>
        <p:spPr>
          <a:xfrm>
            <a:off x="3851275" y="2060575"/>
            <a:ext cx="5016500" cy="3762375"/>
          </a:xfrm>
          <a:prstGeom prst="rect">
            <a:avLst/>
          </a:prstGeom>
          <a:noFill/>
          <a:ln>
            <a:noFill/>
          </a:ln>
        </p:spPr>
      </p:pic>
      <p:sp>
        <p:nvSpPr>
          <p:cNvPr id="1499" name="Google Shape;1499;p207"/>
          <p:cNvSpPr txBox="1"/>
          <p:nvPr/>
        </p:nvSpPr>
        <p:spPr>
          <a:xfrm>
            <a:off x="363625" y="6299750"/>
            <a:ext cx="4089300" cy="26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300" u="sng">
                <a:solidFill>
                  <a:schemeClr val="hlink"/>
                </a:solidFill>
                <a:latin typeface="Twentieth Century"/>
                <a:ea typeface="Twentieth Century"/>
                <a:cs typeface="Twentieth Century"/>
                <a:sym typeface="Twentieth Century"/>
                <a:hlinkClick r:id="rId4"/>
              </a:rPr>
              <a:t>https://youtu.be/AuYJ-HCnHKE?si=QxYUVGNkooK1xRNr</a:t>
            </a:r>
            <a:r>
              <a:rPr lang="en-US" sz="1300">
                <a:solidFill>
                  <a:schemeClr val="dk1"/>
                </a:solidFill>
                <a:latin typeface="Twentieth Century"/>
                <a:ea typeface="Twentieth Century"/>
                <a:cs typeface="Twentieth Century"/>
                <a:sym typeface="Twentieth Century"/>
              </a:rPr>
              <a:t> </a:t>
            </a:r>
            <a:endParaRPr sz="1300">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7">
                                            <p:txEl>
                                              <p:pRg end="0" st="0"/>
                                            </p:txEl>
                                          </p:spTgt>
                                        </p:tgtEl>
                                        <p:attrNameLst>
                                          <p:attrName>style.visibility</p:attrName>
                                        </p:attrNameLst>
                                      </p:cBhvr>
                                      <p:to>
                                        <p:strVal val="visible"/>
                                      </p:to>
                                    </p:set>
                                    <p:animEffect filter="fade" transition="in">
                                      <p:cBhvr>
                                        <p:cTn dur="300"/>
                                        <p:tgtEl>
                                          <p:spTgt spid="14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7">
                                            <p:txEl>
                                              <p:pRg end="1" st="1"/>
                                            </p:txEl>
                                          </p:spTgt>
                                        </p:tgtEl>
                                        <p:attrNameLst>
                                          <p:attrName>style.visibility</p:attrName>
                                        </p:attrNameLst>
                                      </p:cBhvr>
                                      <p:to>
                                        <p:strVal val="visible"/>
                                      </p:to>
                                    </p:set>
                                    <p:animEffect filter="fade" transition="in">
                                      <p:cBhvr>
                                        <p:cTn dur="300"/>
                                        <p:tgtEl>
                                          <p:spTgt spid="14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7">
                                            <p:txEl>
                                              <p:pRg end="2" st="2"/>
                                            </p:txEl>
                                          </p:spTgt>
                                        </p:tgtEl>
                                        <p:attrNameLst>
                                          <p:attrName>style.visibility</p:attrName>
                                        </p:attrNameLst>
                                      </p:cBhvr>
                                      <p:to>
                                        <p:strVal val="visible"/>
                                      </p:to>
                                    </p:set>
                                    <p:animEffect filter="fade" transition="in">
                                      <p:cBhvr>
                                        <p:cTn dur="300"/>
                                        <p:tgtEl>
                                          <p:spTgt spid="14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7">
                                            <p:txEl>
                                              <p:pRg end="3" st="3"/>
                                            </p:txEl>
                                          </p:spTgt>
                                        </p:tgtEl>
                                        <p:attrNameLst>
                                          <p:attrName>style.visibility</p:attrName>
                                        </p:attrNameLst>
                                      </p:cBhvr>
                                      <p:to>
                                        <p:strVal val="visible"/>
                                      </p:to>
                                    </p:set>
                                    <p:animEffect filter="fade" transition="in">
                                      <p:cBhvr>
                                        <p:cTn dur="300"/>
                                        <p:tgtEl>
                                          <p:spTgt spid="14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7">
                                            <p:txEl>
                                              <p:pRg end="4" st="4"/>
                                            </p:txEl>
                                          </p:spTgt>
                                        </p:tgtEl>
                                        <p:attrNameLst>
                                          <p:attrName>style.visibility</p:attrName>
                                        </p:attrNameLst>
                                      </p:cBhvr>
                                      <p:to>
                                        <p:strVal val="visible"/>
                                      </p:to>
                                    </p:set>
                                    <p:animEffect filter="fade" transition="in">
                                      <p:cBhvr>
                                        <p:cTn dur="300"/>
                                        <p:tgtEl>
                                          <p:spTgt spid="149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7">
                                            <p:txEl>
                                              <p:pRg end="5" st="5"/>
                                            </p:txEl>
                                          </p:spTgt>
                                        </p:tgtEl>
                                        <p:attrNameLst>
                                          <p:attrName>style.visibility</p:attrName>
                                        </p:attrNameLst>
                                      </p:cBhvr>
                                      <p:to>
                                        <p:strVal val="visible"/>
                                      </p:to>
                                    </p:set>
                                    <p:animEffect filter="fade" transition="in">
                                      <p:cBhvr>
                                        <p:cTn dur="300"/>
                                        <p:tgtEl>
                                          <p:spTgt spid="149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7">
                                            <p:txEl>
                                              <p:pRg end="6" st="6"/>
                                            </p:txEl>
                                          </p:spTgt>
                                        </p:tgtEl>
                                        <p:attrNameLst>
                                          <p:attrName>style.visibility</p:attrName>
                                        </p:attrNameLst>
                                      </p:cBhvr>
                                      <p:to>
                                        <p:strVal val="visible"/>
                                      </p:to>
                                    </p:set>
                                    <p:animEffect filter="fade" transition="in">
                                      <p:cBhvr>
                                        <p:cTn dur="300"/>
                                        <p:tgtEl>
                                          <p:spTgt spid="149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208"/>
          <p:cNvSpPr txBox="1"/>
          <p:nvPr>
            <p:ph type="title"/>
          </p:nvPr>
        </p:nvSpPr>
        <p:spPr>
          <a:xfrm>
            <a:off x="684212" y="476250"/>
            <a:ext cx="7772400" cy="6794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Touring</a:t>
            </a:r>
            <a:endParaRPr sz="1400"/>
          </a:p>
        </p:txBody>
      </p:sp>
      <p:pic>
        <p:nvPicPr>
          <p:cNvPr descr="Pantera7000XTLTD_Blk_2016.png" id="1506" name="Google Shape;1506;p208"/>
          <p:cNvPicPr preferRelativeResize="0"/>
          <p:nvPr/>
        </p:nvPicPr>
        <p:blipFill rotWithShape="1">
          <a:blip r:embed="rId3">
            <a:alphaModFix/>
          </a:blip>
          <a:srcRect b="0" l="0" r="0" t="0"/>
          <a:stretch/>
        </p:blipFill>
        <p:spPr>
          <a:xfrm>
            <a:off x="0" y="1220787"/>
            <a:ext cx="9144000" cy="4416425"/>
          </a:xfrm>
          <a:prstGeom prst="rect">
            <a:avLst/>
          </a:prstGeom>
          <a:noFill/>
          <a:ln>
            <a:noFill/>
          </a:ln>
        </p:spPr>
      </p:pic>
      <p:sp>
        <p:nvSpPr>
          <p:cNvPr id="1507" name="Google Shape;1507;p208"/>
          <p:cNvSpPr txBox="1"/>
          <p:nvPr/>
        </p:nvSpPr>
        <p:spPr>
          <a:xfrm>
            <a:off x="646400" y="62116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wentieth Century"/>
                <a:ea typeface="Twentieth Century"/>
                <a:cs typeface="Twentieth Century"/>
                <a:sym typeface="Twentieth Century"/>
              </a:rPr>
              <a:t>sid 11</a:t>
            </a:r>
            <a:endParaRPr>
              <a:latin typeface="Twentieth Century"/>
              <a:ea typeface="Twentieth Century"/>
              <a:cs typeface="Twentieth Century"/>
              <a:sym typeface="Twentieth Centur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2" name="Shape 1512"/>
        <p:cNvGrpSpPr/>
        <p:nvPr/>
      </p:nvGrpSpPr>
      <p:grpSpPr>
        <a:xfrm>
          <a:off x="0" y="0"/>
          <a:ext cx="0" cy="0"/>
          <a:chOff x="0" y="0"/>
          <a:chExt cx="0" cy="0"/>
        </a:xfrm>
      </p:grpSpPr>
      <p:sp>
        <p:nvSpPr>
          <p:cNvPr id="1513" name="Google Shape;1513;p209"/>
          <p:cNvSpPr txBox="1"/>
          <p:nvPr>
            <p:ph type="title"/>
          </p:nvPr>
        </p:nvSpPr>
        <p:spPr>
          <a:xfrm>
            <a:off x="684212" y="549275"/>
            <a:ext cx="7772400" cy="6032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Sportmaskin</a:t>
            </a:r>
            <a:endParaRPr/>
          </a:p>
        </p:txBody>
      </p:sp>
      <p:pic>
        <p:nvPicPr>
          <p:cNvPr descr="Polaris Rusch.jpg" id="1514" name="Google Shape;1514;p209"/>
          <p:cNvPicPr preferRelativeResize="0"/>
          <p:nvPr/>
        </p:nvPicPr>
        <p:blipFill rotWithShape="1">
          <a:blip r:embed="rId3">
            <a:alphaModFix/>
          </a:blip>
          <a:srcRect b="0" l="0" r="0" t="0"/>
          <a:stretch/>
        </p:blipFill>
        <p:spPr>
          <a:xfrm>
            <a:off x="-1600" y="1525050"/>
            <a:ext cx="9144000" cy="51457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8" name="Shape 1518"/>
        <p:cNvGrpSpPr/>
        <p:nvPr/>
      </p:nvGrpSpPr>
      <p:grpSpPr>
        <a:xfrm>
          <a:off x="0" y="0"/>
          <a:ext cx="0" cy="0"/>
          <a:chOff x="0" y="0"/>
          <a:chExt cx="0" cy="0"/>
        </a:xfrm>
      </p:grpSpPr>
      <p:sp>
        <p:nvSpPr>
          <p:cNvPr id="1519" name="Google Shape;1519;p210"/>
          <p:cNvSpPr txBox="1"/>
          <p:nvPr>
            <p:ph type="title"/>
          </p:nvPr>
        </p:nvSpPr>
        <p:spPr>
          <a:xfrm>
            <a:off x="684212" y="476250"/>
            <a:ext cx="7772400" cy="6794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Mountain</a:t>
            </a:r>
            <a:endParaRPr/>
          </a:p>
        </p:txBody>
      </p:sp>
      <p:pic>
        <p:nvPicPr>
          <p:cNvPr descr="Summit.jpg" id="1520" name="Google Shape;1520;p210"/>
          <p:cNvPicPr preferRelativeResize="0"/>
          <p:nvPr/>
        </p:nvPicPr>
        <p:blipFill rotWithShape="1">
          <a:blip r:embed="rId3">
            <a:alphaModFix/>
          </a:blip>
          <a:srcRect b="16787" l="9144" r="10189" t="22595"/>
          <a:stretch/>
        </p:blipFill>
        <p:spPr>
          <a:xfrm>
            <a:off x="250825" y="1557337"/>
            <a:ext cx="8893175" cy="4175125"/>
          </a:xfrm>
          <a:prstGeom prst="rect">
            <a:avLst/>
          </a:prstGeom>
          <a:noFill/>
          <a:ln>
            <a:noFill/>
          </a:ln>
        </p:spPr>
      </p:pic>
      <p:sp>
        <p:nvSpPr>
          <p:cNvPr id="1521" name="Google Shape;1521;p210"/>
          <p:cNvSpPr txBox="1"/>
          <p:nvPr/>
        </p:nvSpPr>
        <p:spPr>
          <a:xfrm>
            <a:off x="1353425" y="60399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wentieth Century"/>
                <a:ea typeface="Twentieth Century"/>
                <a:cs typeface="Twentieth Century"/>
                <a:sym typeface="Twentieth Century"/>
              </a:rPr>
              <a:t>sid 12</a:t>
            </a:r>
            <a:endParaRPr>
              <a:latin typeface="Twentieth Century"/>
              <a:ea typeface="Twentieth Century"/>
              <a:cs typeface="Twentieth Century"/>
              <a:sym typeface="Twentieth Centur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211"/>
          <p:cNvSpPr txBox="1"/>
          <p:nvPr>
            <p:ph type="title"/>
          </p:nvPr>
        </p:nvSpPr>
        <p:spPr>
          <a:xfrm>
            <a:off x="457200" y="457200"/>
            <a:ext cx="7772400" cy="7556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Crossover</a:t>
            </a:r>
            <a:endParaRPr/>
          </a:p>
        </p:txBody>
      </p:sp>
      <p:pic>
        <p:nvPicPr>
          <p:cNvPr descr="Yamaha-FXNYTRO.jpg" id="1528" name="Google Shape;1528;p211"/>
          <p:cNvPicPr preferRelativeResize="0"/>
          <p:nvPr/>
        </p:nvPicPr>
        <p:blipFill rotWithShape="1">
          <a:blip r:embed="rId3">
            <a:alphaModFix/>
          </a:blip>
          <a:srcRect b="0" l="0" r="7208" t="0"/>
          <a:stretch/>
        </p:blipFill>
        <p:spPr>
          <a:xfrm>
            <a:off x="530225" y="1628775"/>
            <a:ext cx="8218487" cy="49895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212"/>
          <p:cNvSpPr txBox="1"/>
          <p:nvPr>
            <p:ph type="title"/>
          </p:nvPr>
        </p:nvSpPr>
        <p:spPr>
          <a:xfrm>
            <a:off x="684212" y="476250"/>
            <a:ext cx="7772400" cy="6032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Arbetsmaskin</a:t>
            </a:r>
            <a:endParaRPr/>
          </a:p>
        </p:txBody>
      </p:sp>
      <p:pic>
        <p:nvPicPr>
          <p:cNvPr descr="Bearcat2000XT_Blu_2016.png" id="1535" name="Google Shape;1535;p212"/>
          <p:cNvPicPr preferRelativeResize="0"/>
          <p:nvPr/>
        </p:nvPicPr>
        <p:blipFill rotWithShape="1">
          <a:blip r:embed="rId3">
            <a:alphaModFix/>
          </a:blip>
          <a:srcRect b="0" l="0" r="0" t="0"/>
          <a:stretch/>
        </p:blipFill>
        <p:spPr>
          <a:xfrm>
            <a:off x="0" y="1341437"/>
            <a:ext cx="9388475" cy="4533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0" name="Shape 1540"/>
        <p:cNvGrpSpPr/>
        <p:nvPr/>
      </p:nvGrpSpPr>
      <p:grpSpPr>
        <a:xfrm>
          <a:off x="0" y="0"/>
          <a:ext cx="0" cy="0"/>
          <a:chOff x="0" y="0"/>
          <a:chExt cx="0" cy="0"/>
        </a:xfrm>
      </p:grpSpPr>
      <p:sp>
        <p:nvSpPr>
          <p:cNvPr id="1541" name="Google Shape;1541;p213"/>
          <p:cNvSpPr txBox="1"/>
          <p:nvPr>
            <p:ph type="title"/>
          </p:nvPr>
        </p:nvSpPr>
        <p:spPr>
          <a:xfrm>
            <a:off x="539750" y="333375"/>
            <a:ext cx="7772400" cy="746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Lätt arbetsmaskin</a:t>
            </a:r>
            <a:endParaRPr/>
          </a:p>
        </p:txBody>
      </p:sp>
      <p:pic>
        <p:nvPicPr>
          <p:cNvPr descr="Lynx Yeti.jpg" id="1542" name="Google Shape;1542;p213"/>
          <p:cNvPicPr preferRelativeResize="0"/>
          <p:nvPr/>
        </p:nvPicPr>
        <p:blipFill rotWithShape="1">
          <a:blip r:embed="rId3">
            <a:alphaModFix/>
          </a:blip>
          <a:srcRect b="13664" l="4310" r="3108" t="12249"/>
          <a:stretch/>
        </p:blipFill>
        <p:spPr>
          <a:xfrm>
            <a:off x="395287" y="1484312"/>
            <a:ext cx="8497887" cy="4537075"/>
          </a:xfrm>
          <a:prstGeom prst="rect">
            <a:avLst/>
          </a:prstGeom>
          <a:noFill/>
          <a:ln>
            <a:noFill/>
          </a:ln>
        </p:spPr>
      </p:pic>
      <p:sp>
        <p:nvSpPr>
          <p:cNvPr id="1543" name="Google Shape;1543;p213"/>
          <p:cNvSpPr txBox="1"/>
          <p:nvPr/>
        </p:nvSpPr>
        <p:spPr>
          <a:xfrm>
            <a:off x="888825" y="64237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wentieth Century"/>
                <a:ea typeface="Twentieth Century"/>
                <a:cs typeface="Twentieth Century"/>
                <a:sym typeface="Twentieth Century"/>
              </a:rPr>
              <a:t>sid 13</a:t>
            </a:r>
            <a:endParaRPr>
              <a:latin typeface="Twentieth Century"/>
              <a:ea typeface="Twentieth Century"/>
              <a:cs typeface="Twentieth Century"/>
              <a:sym typeface="Twentieth 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8" name="Shape 1548"/>
        <p:cNvGrpSpPr/>
        <p:nvPr/>
      </p:nvGrpSpPr>
      <p:grpSpPr>
        <a:xfrm>
          <a:off x="0" y="0"/>
          <a:ext cx="0" cy="0"/>
          <a:chOff x="0" y="0"/>
          <a:chExt cx="0" cy="0"/>
        </a:xfrm>
      </p:grpSpPr>
      <p:pic>
        <p:nvPicPr>
          <p:cNvPr descr="AC XF6000CrossTrek_Org_2016.jpg" id="1549" name="Google Shape;1549;p214"/>
          <p:cNvPicPr preferRelativeResize="0"/>
          <p:nvPr/>
        </p:nvPicPr>
        <p:blipFill rotWithShape="1">
          <a:blip r:embed="rId3">
            <a:alphaModFix/>
          </a:blip>
          <a:srcRect b="0" l="0" r="0" t="0"/>
          <a:stretch/>
        </p:blipFill>
        <p:spPr>
          <a:xfrm>
            <a:off x="0" y="1916112"/>
            <a:ext cx="9144000" cy="4135437"/>
          </a:xfrm>
          <a:prstGeom prst="rect">
            <a:avLst/>
          </a:prstGeom>
          <a:noFill/>
          <a:ln>
            <a:noFill/>
          </a:ln>
        </p:spPr>
      </p:pic>
      <p:sp>
        <p:nvSpPr>
          <p:cNvPr id="1550" name="Google Shape;1550;p214"/>
          <p:cNvSpPr txBox="1"/>
          <p:nvPr>
            <p:ph type="title"/>
          </p:nvPr>
        </p:nvSpPr>
        <p:spPr>
          <a:xfrm>
            <a:off x="755650" y="26035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wentieth Century"/>
              <a:buNone/>
            </a:pPr>
            <a:r>
              <a:rPr b="0" i="0" lang="en-US" sz="4400" u="none">
                <a:solidFill>
                  <a:schemeClr val="dk2"/>
                </a:solidFill>
                <a:latin typeface="Twentieth Century"/>
                <a:ea typeface="Twentieth Century"/>
                <a:cs typeface="Twentieth Century"/>
                <a:sym typeface="Twentieth Century"/>
              </a:rPr>
              <a:t>Skoterns delar</a:t>
            </a:r>
            <a:endParaRPr/>
          </a:p>
        </p:txBody>
      </p:sp>
      <p:sp>
        <p:nvSpPr>
          <p:cNvPr id="1551" name="Google Shape;1551;p214"/>
          <p:cNvSpPr txBox="1"/>
          <p:nvPr/>
        </p:nvSpPr>
        <p:spPr>
          <a:xfrm>
            <a:off x="7308850" y="3284537"/>
            <a:ext cx="1150937"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Huv</a:t>
            </a:r>
            <a:endParaRPr/>
          </a:p>
        </p:txBody>
      </p:sp>
      <p:sp>
        <p:nvSpPr>
          <p:cNvPr id="1552" name="Google Shape;1552;p214"/>
          <p:cNvSpPr txBox="1"/>
          <p:nvPr/>
        </p:nvSpPr>
        <p:spPr>
          <a:xfrm>
            <a:off x="7294562" y="3703637"/>
            <a:ext cx="2916237"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553" name="Google Shape;1553;p214"/>
          <p:cNvSpPr txBox="1"/>
          <p:nvPr/>
        </p:nvSpPr>
        <p:spPr>
          <a:xfrm>
            <a:off x="7019925" y="2636837"/>
            <a:ext cx="1836737"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Strålkastare</a:t>
            </a:r>
            <a:endParaRPr/>
          </a:p>
        </p:txBody>
      </p:sp>
      <p:sp>
        <p:nvSpPr>
          <p:cNvPr id="1554" name="Google Shape;1554;p214"/>
          <p:cNvSpPr txBox="1"/>
          <p:nvPr/>
        </p:nvSpPr>
        <p:spPr>
          <a:xfrm>
            <a:off x="2195512" y="5732462"/>
            <a:ext cx="1800225" cy="8318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Bakfädring/</a:t>
            </a:r>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stötdämpare</a:t>
            </a:r>
            <a:endParaRPr/>
          </a:p>
        </p:txBody>
      </p:sp>
      <p:sp>
        <p:nvSpPr>
          <p:cNvPr id="1555" name="Google Shape;1555;p214"/>
          <p:cNvSpPr txBox="1"/>
          <p:nvPr/>
        </p:nvSpPr>
        <p:spPr>
          <a:xfrm>
            <a:off x="7885112" y="4005262"/>
            <a:ext cx="1439862"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Skidor</a:t>
            </a:r>
            <a:endParaRPr/>
          </a:p>
        </p:txBody>
      </p:sp>
      <p:sp>
        <p:nvSpPr>
          <p:cNvPr id="1556" name="Google Shape;1556;p214"/>
          <p:cNvSpPr txBox="1"/>
          <p:nvPr/>
        </p:nvSpPr>
        <p:spPr>
          <a:xfrm>
            <a:off x="1042987" y="5805487"/>
            <a:ext cx="1116012"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Boggie</a:t>
            </a:r>
            <a:endParaRPr/>
          </a:p>
        </p:txBody>
      </p:sp>
      <p:sp>
        <p:nvSpPr>
          <p:cNvPr id="1557" name="Google Shape;1557;p214"/>
          <p:cNvSpPr txBox="1"/>
          <p:nvPr/>
        </p:nvSpPr>
        <p:spPr>
          <a:xfrm>
            <a:off x="6516687" y="5876925"/>
            <a:ext cx="1295400"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Styrstål</a:t>
            </a:r>
            <a:endParaRPr/>
          </a:p>
        </p:txBody>
      </p:sp>
      <p:sp>
        <p:nvSpPr>
          <p:cNvPr id="1558" name="Google Shape;1558;p214"/>
          <p:cNvSpPr txBox="1"/>
          <p:nvPr/>
        </p:nvSpPr>
        <p:spPr>
          <a:xfrm>
            <a:off x="6732587" y="1989137"/>
            <a:ext cx="1655762"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Vindruta</a:t>
            </a:r>
            <a:endParaRPr/>
          </a:p>
        </p:txBody>
      </p:sp>
      <p:sp>
        <p:nvSpPr>
          <p:cNvPr id="1559" name="Google Shape;1559;p214"/>
          <p:cNvSpPr txBox="1"/>
          <p:nvPr/>
        </p:nvSpPr>
        <p:spPr>
          <a:xfrm>
            <a:off x="4356100" y="5805487"/>
            <a:ext cx="1944687" cy="8302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Framfjädring/</a:t>
            </a:r>
            <a:endParaRPr/>
          </a:p>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stötdämpare</a:t>
            </a:r>
            <a:endParaRPr/>
          </a:p>
        </p:txBody>
      </p:sp>
      <p:sp>
        <p:nvSpPr>
          <p:cNvPr id="1560" name="Google Shape;1560;p214"/>
          <p:cNvSpPr txBox="1"/>
          <p:nvPr/>
        </p:nvSpPr>
        <p:spPr>
          <a:xfrm>
            <a:off x="0" y="2133600"/>
            <a:ext cx="2916237"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Stänkskydd</a:t>
            </a:r>
            <a:endParaRPr/>
          </a:p>
        </p:txBody>
      </p:sp>
      <p:cxnSp>
        <p:nvCxnSpPr>
          <p:cNvPr id="1561" name="Google Shape;1561;p214"/>
          <p:cNvCxnSpPr/>
          <p:nvPr/>
        </p:nvCxnSpPr>
        <p:spPr>
          <a:xfrm flipH="1">
            <a:off x="6156325" y="2349500"/>
            <a:ext cx="719137" cy="358775"/>
          </a:xfrm>
          <a:prstGeom prst="straightConnector1">
            <a:avLst/>
          </a:prstGeom>
          <a:noFill/>
          <a:ln cap="flat" cmpd="sng" w="15875">
            <a:solidFill>
              <a:srgbClr val="FF0000"/>
            </a:solidFill>
            <a:prstDash val="solid"/>
            <a:miter lim="800000"/>
            <a:headEnd len="med" w="med" type="none"/>
            <a:tailEnd len="med" w="med" type="stealth"/>
          </a:ln>
        </p:spPr>
      </p:cxnSp>
      <p:cxnSp>
        <p:nvCxnSpPr>
          <p:cNvPr id="1562" name="Google Shape;1562;p214"/>
          <p:cNvCxnSpPr/>
          <p:nvPr/>
        </p:nvCxnSpPr>
        <p:spPr>
          <a:xfrm flipH="1">
            <a:off x="6300787" y="2924175"/>
            <a:ext cx="792162" cy="360362"/>
          </a:xfrm>
          <a:prstGeom prst="straightConnector1">
            <a:avLst/>
          </a:prstGeom>
          <a:noFill/>
          <a:ln cap="flat" cmpd="sng" w="15875">
            <a:solidFill>
              <a:srgbClr val="FF0000"/>
            </a:solidFill>
            <a:prstDash val="solid"/>
            <a:miter lim="800000"/>
            <a:headEnd len="med" w="med" type="none"/>
            <a:tailEnd len="med" w="med" type="stealth"/>
          </a:ln>
        </p:spPr>
      </p:cxnSp>
      <p:cxnSp>
        <p:nvCxnSpPr>
          <p:cNvPr id="1563" name="Google Shape;1563;p214"/>
          <p:cNvCxnSpPr/>
          <p:nvPr/>
        </p:nvCxnSpPr>
        <p:spPr>
          <a:xfrm flipH="1">
            <a:off x="7092950" y="3644900"/>
            <a:ext cx="574675" cy="215900"/>
          </a:xfrm>
          <a:prstGeom prst="straightConnector1">
            <a:avLst/>
          </a:prstGeom>
          <a:noFill/>
          <a:ln cap="flat" cmpd="sng" w="15875">
            <a:solidFill>
              <a:srgbClr val="FF0000"/>
            </a:solidFill>
            <a:prstDash val="solid"/>
            <a:miter lim="800000"/>
            <a:headEnd len="med" w="med" type="none"/>
            <a:tailEnd len="med" w="med" type="stealth"/>
          </a:ln>
        </p:spPr>
      </p:cxnSp>
      <p:cxnSp>
        <p:nvCxnSpPr>
          <p:cNvPr id="1564" name="Google Shape;1564;p214"/>
          <p:cNvCxnSpPr/>
          <p:nvPr/>
        </p:nvCxnSpPr>
        <p:spPr>
          <a:xfrm flipH="1">
            <a:off x="7524750" y="4437062"/>
            <a:ext cx="503237" cy="720725"/>
          </a:xfrm>
          <a:prstGeom prst="straightConnector1">
            <a:avLst/>
          </a:prstGeom>
          <a:noFill/>
          <a:ln cap="flat" cmpd="sng" w="15875">
            <a:solidFill>
              <a:srgbClr val="FF0000"/>
            </a:solidFill>
            <a:prstDash val="solid"/>
            <a:miter lim="800000"/>
            <a:headEnd len="med" w="med" type="none"/>
            <a:tailEnd len="med" w="med" type="stealth"/>
          </a:ln>
        </p:spPr>
      </p:cxnSp>
      <p:cxnSp>
        <p:nvCxnSpPr>
          <p:cNvPr id="1565" name="Google Shape;1565;p214"/>
          <p:cNvCxnSpPr/>
          <p:nvPr/>
        </p:nvCxnSpPr>
        <p:spPr>
          <a:xfrm rot="10800000">
            <a:off x="6804025" y="5373687"/>
            <a:ext cx="71437" cy="647700"/>
          </a:xfrm>
          <a:prstGeom prst="straightConnector1">
            <a:avLst/>
          </a:prstGeom>
          <a:noFill/>
          <a:ln cap="flat" cmpd="sng" w="15875">
            <a:solidFill>
              <a:srgbClr val="FF0000"/>
            </a:solidFill>
            <a:prstDash val="solid"/>
            <a:miter lim="800000"/>
            <a:headEnd len="med" w="med" type="none"/>
            <a:tailEnd len="med" w="med" type="stealth"/>
          </a:ln>
        </p:spPr>
      </p:cxnSp>
      <p:cxnSp>
        <p:nvCxnSpPr>
          <p:cNvPr id="1566" name="Google Shape;1566;p214"/>
          <p:cNvCxnSpPr/>
          <p:nvPr/>
        </p:nvCxnSpPr>
        <p:spPr>
          <a:xfrm flipH="1" rot="10800000">
            <a:off x="5148262" y="4508500"/>
            <a:ext cx="1295400" cy="1368425"/>
          </a:xfrm>
          <a:prstGeom prst="straightConnector1">
            <a:avLst/>
          </a:prstGeom>
          <a:noFill/>
          <a:ln cap="flat" cmpd="sng" w="15875">
            <a:solidFill>
              <a:srgbClr val="FF0000"/>
            </a:solidFill>
            <a:prstDash val="solid"/>
            <a:miter lim="800000"/>
            <a:headEnd len="med" w="med" type="none"/>
            <a:tailEnd len="med" w="med" type="stealth"/>
          </a:ln>
        </p:spPr>
      </p:cxnSp>
      <p:cxnSp>
        <p:nvCxnSpPr>
          <p:cNvPr id="1567" name="Google Shape;1567;p214"/>
          <p:cNvCxnSpPr/>
          <p:nvPr/>
        </p:nvCxnSpPr>
        <p:spPr>
          <a:xfrm flipH="1" rot="10800000">
            <a:off x="2916237" y="4797425"/>
            <a:ext cx="1008062" cy="1008062"/>
          </a:xfrm>
          <a:prstGeom prst="straightConnector1">
            <a:avLst/>
          </a:prstGeom>
          <a:noFill/>
          <a:ln cap="flat" cmpd="sng" w="15875">
            <a:solidFill>
              <a:srgbClr val="FF0000"/>
            </a:solidFill>
            <a:prstDash val="solid"/>
            <a:miter lim="800000"/>
            <a:headEnd len="med" w="med" type="none"/>
            <a:tailEnd len="med" w="med" type="stealth"/>
          </a:ln>
        </p:spPr>
      </p:cxnSp>
      <p:cxnSp>
        <p:nvCxnSpPr>
          <p:cNvPr id="1568" name="Google Shape;1568;p214"/>
          <p:cNvCxnSpPr/>
          <p:nvPr/>
        </p:nvCxnSpPr>
        <p:spPr>
          <a:xfrm rot="10800000">
            <a:off x="2700337" y="4652962"/>
            <a:ext cx="215900" cy="1152525"/>
          </a:xfrm>
          <a:prstGeom prst="straightConnector1">
            <a:avLst/>
          </a:prstGeom>
          <a:noFill/>
          <a:ln cap="flat" cmpd="sng" w="15875">
            <a:solidFill>
              <a:srgbClr val="FF0000"/>
            </a:solidFill>
            <a:prstDash val="solid"/>
            <a:miter lim="800000"/>
            <a:headEnd len="med" w="med" type="none"/>
            <a:tailEnd len="med" w="med" type="stealth"/>
          </a:ln>
        </p:spPr>
      </p:cxnSp>
      <p:cxnSp>
        <p:nvCxnSpPr>
          <p:cNvPr id="1569" name="Google Shape;1569;p214"/>
          <p:cNvCxnSpPr/>
          <p:nvPr/>
        </p:nvCxnSpPr>
        <p:spPr>
          <a:xfrm flipH="1" rot="10800000">
            <a:off x="1619250" y="5013325"/>
            <a:ext cx="576262" cy="936625"/>
          </a:xfrm>
          <a:prstGeom prst="straightConnector1">
            <a:avLst/>
          </a:prstGeom>
          <a:noFill/>
          <a:ln cap="flat" cmpd="sng" w="15875">
            <a:solidFill>
              <a:srgbClr val="FF0000"/>
            </a:solidFill>
            <a:prstDash val="solid"/>
            <a:miter lim="800000"/>
            <a:headEnd len="med" w="med" type="none"/>
            <a:tailEnd len="med" w="med" type="stealth"/>
          </a:ln>
        </p:spPr>
      </p:cxnSp>
      <p:sp>
        <p:nvSpPr>
          <p:cNvPr id="1570" name="Google Shape;1570;p214"/>
          <p:cNvSpPr txBox="1"/>
          <p:nvPr/>
        </p:nvSpPr>
        <p:spPr>
          <a:xfrm>
            <a:off x="0" y="4437062"/>
            <a:ext cx="900112"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Matta</a:t>
            </a:r>
            <a:endParaRPr/>
          </a:p>
        </p:txBody>
      </p:sp>
      <p:sp>
        <p:nvSpPr>
          <p:cNvPr id="1571" name="Google Shape;1571;p214"/>
          <p:cNvSpPr txBox="1"/>
          <p:nvPr/>
        </p:nvSpPr>
        <p:spPr>
          <a:xfrm>
            <a:off x="0" y="5157787"/>
            <a:ext cx="1403350"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Vändhjul</a:t>
            </a:r>
            <a:endParaRPr/>
          </a:p>
        </p:txBody>
      </p:sp>
      <p:sp>
        <p:nvSpPr>
          <p:cNvPr id="1572" name="Google Shape;1572;p214"/>
          <p:cNvSpPr txBox="1"/>
          <p:nvPr/>
        </p:nvSpPr>
        <p:spPr>
          <a:xfrm>
            <a:off x="3635375" y="1557337"/>
            <a:ext cx="1800225"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Backspeglar</a:t>
            </a:r>
            <a:endParaRPr/>
          </a:p>
        </p:txBody>
      </p:sp>
      <p:sp>
        <p:nvSpPr>
          <p:cNvPr id="1573" name="Google Shape;1573;p214"/>
          <p:cNvSpPr txBox="1"/>
          <p:nvPr/>
        </p:nvSpPr>
        <p:spPr>
          <a:xfrm>
            <a:off x="1763712" y="2133600"/>
            <a:ext cx="1008062"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Dyna</a:t>
            </a:r>
            <a:endParaRPr/>
          </a:p>
        </p:txBody>
      </p:sp>
      <p:sp>
        <p:nvSpPr>
          <p:cNvPr id="1574" name="Google Shape;1574;p214"/>
          <p:cNvSpPr txBox="1"/>
          <p:nvPr/>
        </p:nvSpPr>
        <p:spPr>
          <a:xfrm>
            <a:off x="2771775" y="2133600"/>
            <a:ext cx="1728787"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Styrhöjare</a:t>
            </a:r>
            <a:endParaRPr/>
          </a:p>
        </p:txBody>
      </p:sp>
      <p:sp>
        <p:nvSpPr>
          <p:cNvPr id="1575" name="Google Shape;1575;p214"/>
          <p:cNvSpPr txBox="1"/>
          <p:nvPr/>
        </p:nvSpPr>
        <p:spPr>
          <a:xfrm>
            <a:off x="0" y="5732462"/>
            <a:ext cx="1116012"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Slides</a:t>
            </a:r>
            <a:endParaRPr/>
          </a:p>
        </p:txBody>
      </p:sp>
      <p:cxnSp>
        <p:nvCxnSpPr>
          <p:cNvPr id="1576" name="Google Shape;1576;p214"/>
          <p:cNvCxnSpPr/>
          <p:nvPr/>
        </p:nvCxnSpPr>
        <p:spPr>
          <a:xfrm flipH="1" rot="10800000">
            <a:off x="611187" y="5084762"/>
            <a:ext cx="1223962" cy="792162"/>
          </a:xfrm>
          <a:prstGeom prst="straightConnector1">
            <a:avLst/>
          </a:prstGeom>
          <a:noFill/>
          <a:ln cap="flat" cmpd="sng" w="15875">
            <a:solidFill>
              <a:srgbClr val="FF0000"/>
            </a:solidFill>
            <a:prstDash val="solid"/>
            <a:miter lim="800000"/>
            <a:headEnd len="med" w="med" type="none"/>
            <a:tailEnd len="med" w="med" type="stealth"/>
          </a:ln>
        </p:spPr>
      </p:cxnSp>
      <p:cxnSp>
        <p:nvCxnSpPr>
          <p:cNvPr id="1577" name="Google Shape;1577;p214"/>
          <p:cNvCxnSpPr/>
          <p:nvPr/>
        </p:nvCxnSpPr>
        <p:spPr>
          <a:xfrm flipH="1" rot="10800000">
            <a:off x="827087" y="4508500"/>
            <a:ext cx="576262" cy="215900"/>
          </a:xfrm>
          <a:prstGeom prst="straightConnector1">
            <a:avLst/>
          </a:prstGeom>
          <a:noFill/>
          <a:ln cap="flat" cmpd="sng" w="15875">
            <a:solidFill>
              <a:srgbClr val="FF0000"/>
            </a:solidFill>
            <a:prstDash val="solid"/>
            <a:miter lim="800000"/>
            <a:headEnd len="med" w="med" type="none"/>
            <a:tailEnd len="med" w="med" type="stealth"/>
          </a:ln>
        </p:spPr>
      </p:cxnSp>
      <p:cxnSp>
        <p:nvCxnSpPr>
          <p:cNvPr id="1578" name="Google Shape;1578;p214"/>
          <p:cNvCxnSpPr/>
          <p:nvPr/>
        </p:nvCxnSpPr>
        <p:spPr>
          <a:xfrm flipH="1" rot="10800000">
            <a:off x="539750" y="4868862"/>
            <a:ext cx="647700" cy="431800"/>
          </a:xfrm>
          <a:prstGeom prst="straightConnector1">
            <a:avLst/>
          </a:prstGeom>
          <a:noFill/>
          <a:ln cap="flat" cmpd="sng" w="15875">
            <a:solidFill>
              <a:srgbClr val="FF0000"/>
            </a:solidFill>
            <a:prstDash val="solid"/>
            <a:miter lim="800000"/>
            <a:headEnd len="med" w="med" type="none"/>
            <a:tailEnd len="med" w="med" type="stealth"/>
          </a:ln>
        </p:spPr>
      </p:cxnSp>
      <p:cxnSp>
        <p:nvCxnSpPr>
          <p:cNvPr id="1579" name="Google Shape;1579;p214"/>
          <p:cNvCxnSpPr/>
          <p:nvPr/>
        </p:nvCxnSpPr>
        <p:spPr>
          <a:xfrm>
            <a:off x="287337" y="2565400"/>
            <a:ext cx="323850" cy="1295400"/>
          </a:xfrm>
          <a:prstGeom prst="straightConnector1">
            <a:avLst/>
          </a:prstGeom>
          <a:noFill/>
          <a:ln cap="flat" cmpd="sng" w="15875">
            <a:solidFill>
              <a:srgbClr val="FF0000"/>
            </a:solidFill>
            <a:prstDash val="solid"/>
            <a:miter lim="800000"/>
            <a:headEnd len="med" w="med" type="none"/>
            <a:tailEnd len="med" w="med" type="stealth"/>
          </a:ln>
        </p:spPr>
      </p:cxnSp>
      <p:cxnSp>
        <p:nvCxnSpPr>
          <p:cNvPr id="1580" name="Google Shape;1580;p214"/>
          <p:cNvCxnSpPr/>
          <p:nvPr/>
        </p:nvCxnSpPr>
        <p:spPr>
          <a:xfrm>
            <a:off x="2195512" y="2492375"/>
            <a:ext cx="1152525" cy="649287"/>
          </a:xfrm>
          <a:prstGeom prst="straightConnector1">
            <a:avLst/>
          </a:prstGeom>
          <a:noFill/>
          <a:ln cap="flat" cmpd="sng" w="15875">
            <a:solidFill>
              <a:srgbClr val="FF0000"/>
            </a:solidFill>
            <a:prstDash val="solid"/>
            <a:miter lim="800000"/>
            <a:headEnd len="med" w="med" type="none"/>
            <a:tailEnd len="med" w="med" type="stealth"/>
          </a:ln>
        </p:spPr>
      </p:cxnSp>
      <p:cxnSp>
        <p:nvCxnSpPr>
          <p:cNvPr id="1581" name="Google Shape;1581;p214"/>
          <p:cNvCxnSpPr/>
          <p:nvPr/>
        </p:nvCxnSpPr>
        <p:spPr>
          <a:xfrm>
            <a:off x="3779837" y="2492375"/>
            <a:ext cx="1368425" cy="360362"/>
          </a:xfrm>
          <a:prstGeom prst="straightConnector1">
            <a:avLst/>
          </a:prstGeom>
          <a:noFill/>
          <a:ln cap="flat" cmpd="sng" w="15875">
            <a:solidFill>
              <a:srgbClr val="FF0000"/>
            </a:solidFill>
            <a:prstDash val="solid"/>
            <a:miter lim="800000"/>
            <a:headEnd len="med" w="med" type="none"/>
            <a:tailEnd len="med" w="med" type="stealth"/>
          </a:ln>
        </p:spPr>
      </p:cxnSp>
      <p:cxnSp>
        <p:nvCxnSpPr>
          <p:cNvPr id="1582" name="Google Shape;1582;p214"/>
          <p:cNvCxnSpPr/>
          <p:nvPr/>
        </p:nvCxnSpPr>
        <p:spPr>
          <a:xfrm>
            <a:off x="4572000" y="1989137"/>
            <a:ext cx="863600" cy="431800"/>
          </a:xfrm>
          <a:prstGeom prst="straightConnector1">
            <a:avLst/>
          </a:prstGeom>
          <a:noFill/>
          <a:ln cap="flat" cmpd="sng" w="15875">
            <a:solidFill>
              <a:srgbClr val="FF0000"/>
            </a:solidFill>
            <a:prstDash val="solid"/>
            <a:miter lim="800000"/>
            <a:headEnd len="med" w="med" type="none"/>
            <a:tailEnd len="med" w="med" type="stealth"/>
          </a:ln>
        </p:spPr>
      </p:cxnSp>
      <p:sp>
        <p:nvSpPr>
          <p:cNvPr id="1583" name="Google Shape;1583;p214"/>
          <p:cNvSpPr txBox="1"/>
          <p:nvPr/>
        </p:nvSpPr>
        <p:spPr>
          <a:xfrm>
            <a:off x="7451725" y="5445125"/>
            <a:ext cx="1692275"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Styrspindel</a:t>
            </a:r>
            <a:endParaRPr/>
          </a:p>
        </p:txBody>
      </p:sp>
      <p:cxnSp>
        <p:nvCxnSpPr>
          <p:cNvPr id="1584" name="Google Shape;1584;p214"/>
          <p:cNvCxnSpPr/>
          <p:nvPr/>
        </p:nvCxnSpPr>
        <p:spPr>
          <a:xfrm rot="10800000">
            <a:off x="6875462" y="5013325"/>
            <a:ext cx="865187" cy="576262"/>
          </a:xfrm>
          <a:prstGeom prst="straightConnector1">
            <a:avLst/>
          </a:prstGeom>
          <a:noFill/>
          <a:ln cap="flat" cmpd="sng" w="15875">
            <a:solidFill>
              <a:srgbClr val="FF0000"/>
            </a:solidFill>
            <a:prstDash val="solid"/>
            <a:miter lim="800000"/>
            <a:headEnd len="med" w="med" type="none"/>
            <a:tailEnd len="med" w="med" type="stealth"/>
          </a:ln>
        </p:spPr>
      </p:cxnSp>
      <p:sp>
        <p:nvSpPr>
          <p:cNvPr id="1585" name="Google Shape;1585;p214"/>
          <p:cNvSpPr txBox="1"/>
          <p:nvPr/>
        </p:nvSpPr>
        <p:spPr>
          <a:xfrm>
            <a:off x="0" y="6194425"/>
            <a:ext cx="2242200" cy="6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wentieth Century"/>
                <a:ea typeface="Twentieth Century"/>
                <a:cs typeface="Twentieth Century"/>
                <a:sym typeface="Twentieth Century"/>
              </a:rPr>
              <a:t>sid 14</a:t>
            </a:r>
            <a:endParaRPr>
              <a:latin typeface="Twentieth Century"/>
              <a:ea typeface="Twentieth Century"/>
              <a:cs typeface="Twentieth Century"/>
              <a:sym typeface="Twentieth Century"/>
            </a:endParaRPr>
          </a:p>
        </p:txBody>
      </p:sp>
      <p:sp>
        <p:nvSpPr>
          <p:cNvPr id="1586" name="Google Shape;1586;p214"/>
          <p:cNvSpPr txBox="1"/>
          <p:nvPr/>
        </p:nvSpPr>
        <p:spPr>
          <a:xfrm>
            <a:off x="6391150" y="6393500"/>
            <a:ext cx="2465400" cy="242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800" u="sng">
                <a:solidFill>
                  <a:schemeClr val="hlink"/>
                </a:solidFill>
                <a:latin typeface="Twentieth Century"/>
                <a:ea typeface="Twentieth Century"/>
                <a:cs typeface="Twentieth Century"/>
                <a:sym typeface="Twentieth Century"/>
                <a:hlinkClick r:id="rId4"/>
              </a:rPr>
              <a:t>https://youtu.be/0jhJVXH4IhQ?si=fct-_7HKaECrEs4M</a:t>
            </a:r>
            <a:r>
              <a:rPr lang="en-US" sz="800">
                <a:solidFill>
                  <a:schemeClr val="dk1"/>
                </a:solidFill>
                <a:latin typeface="Twentieth Century"/>
                <a:ea typeface="Twentieth Century"/>
                <a:cs typeface="Twentieth Century"/>
                <a:sym typeface="Twentieth Century"/>
              </a:rPr>
              <a:t> </a:t>
            </a:r>
            <a:endParaRPr sz="800">
              <a:solidFill>
                <a:schemeClr val="dk1"/>
              </a:solidFill>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8"/>
                                        </p:tgtEl>
                                        <p:attrNameLst>
                                          <p:attrName>style.visibility</p:attrName>
                                        </p:attrNameLst>
                                      </p:cBhvr>
                                      <p:to>
                                        <p:strVal val="visible"/>
                                      </p:to>
                                    </p:set>
                                    <p:animEffect filter="fade" transition="in">
                                      <p:cBhvr>
                                        <p:cTn dur="500"/>
                                        <p:tgtEl>
                                          <p:spTgt spid="1558"/>
                                        </p:tgtEl>
                                      </p:cBhvr>
                                    </p:animEffect>
                                  </p:childTnLst>
                                </p:cTn>
                              </p:par>
                              <p:par>
                                <p:cTn fill="hold" nodeType="withEffect" presetClass="entr" presetID="10" presetSubtype="0">
                                  <p:stCondLst>
                                    <p:cond delay="0"/>
                                  </p:stCondLst>
                                  <p:childTnLst>
                                    <p:set>
                                      <p:cBhvr>
                                        <p:cTn dur="1" fill="hold">
                                          <p:stCondLst>
                                            <p:cond delay="0"/>
                                          </p:stCondLst>
                                        </p:cTn>
                                        <p:tgtEl>
                                          <p:spTgt spid="1561"/>
                                        </p:tgtEl>
                                        <p:attrNameLst>
                                          <p:attrName>style.visibility</p:attrName>
                                        </p:attrNameLst>
                                      </p:cBhvr>
                                      <p:to>
                                        <p:strVal val="visible"/>
                                      </p:to>
                                    </p:set>
                                    <p:animEffect filter="fade" transition="in">
                                      <p:cBhvr>
                                        <p:cTn dur="500"/>
                                        <p:tgtEl>
                                          <p:spTgt spid="1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553"/>
                                        </p:tgtEl>
                                        <p:attrNameLst>
                                          <p:attrName>style.visibility</p:attrName>
                                        </p:attrNameLst>
                                      </p:cBhvr>
                                      <p:to>
                                        <p:strVal val="visible"/>
                                      </p:to>
                                    </p:set>
                                    <p:anim calcmode="lin" valueType="num">
                                      <p:cBhvr additive="base">
                                        <p:cTn dur="500"/>
                                        <p:tgtEl>
                                          <p:spTgt spid="1553"/>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562"/>
                                        </p:tgtEl>
                                        <p:attrNameLst>
                                          <p:attrName>style.visibility</p:attrName>
                                        </p:attrNameLst>
                                      </p:cBhvr>
                                      <p:to>
                                        <p:strVal val="visible"/>
                                      </p:to>
                                    </p:set>
                                    <p:animEffect filter="fade" transition="in">
                                      <p:cBhvr>
                                        <p:cTn dur="500"/>
                                        <p:tgtEl>
                                          <p:spTgt spid="15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551"/>
                                        </p:tgtEl>
                                        <p:attrNameLst>
                                          <p:attrName>style.visibility</p:attrName>
                                        </p:attrNameLst>
                                      </p:cBhvr>
                                      <p:to>
                                        <p:strVal val="visible"/>
                                      </p:to>
                                    </p:set>
                                    <p:anim calcmode="lin" valueType="num">
                                      <p:cBhvr additive="base">
                                        <p:cTn dur="500"/>
                                        <p:tgtEl>
                                          <p:spTgt spid="1551"/>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563"/>
                                        </p:tgtEl>
                                        <p:attrNameLst>
                                          <p:attrName>style.visibility</p:attrName>
                                        </p:attrNameLst>
                                      </p:cBhvr>
                                      <p:to>
                                        <p:strVal val="visible"/>
                                      </p:to>
                                    </p:set>
                                    <p:animEffect filter="fade" transition="in">
                                      <p:cBhvr>
                                        <p:cTn dur="500"/>
                                        <p:tgtEl>
                                          <p:spTgt spid="15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564"/>
                                        </p:tgtEl>
                                        <p:attrNameLst>
                                          <p:attrName>style.visibility</p:attrName>
                                        </p:attrNameLst>
                                      </p:cBhvr>
                                      <p:to>
                                        <p:strVal val="visible"/>
                                      </p:to>
                                    </p:set>
                                    <p:animEffect filter="fade" transition="in">
                                      <p:cBhvr>
                                        <p:cTn dur="500"/>
                                        <p:tgtEl>
                                          <p:spTgt spid="15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583"/>
                                        </p:tgtEl>
                                        <p:attrNameLst>
                                          <p:attrName>style.visibility</p:attrName>
                                        </p:attrNameLst>
                                      </p:cBhvr>
                                      <p:to>
                                        <p:strVal val="visible"/>
                                      </p:to>
                                    </p:set>
                                    <p:anim calcmode="lin" valueType="num">
                                      <p:cBhvr additive="base">
                                        <p:cTn dur="500"/>
                                        <p:tgtEl>
                                          <p:spTgt spid="1583"/>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584"/>
                                        </p:tgtEl>
                                        <p:attrNameLst>
                                          <p:attrName>style.visibility</p:attrName>
                                        </p:attrNameLst>
                                      </p:cBhvr>
                                      <p:to>
                                        <p:strVal val="visible"/>
                                      </p:to>
                                    </p:set>
                                    <p:animEffect filter="fade" transition="in">
                                      <p:cBhvr>
                                        <p:cTn dur="500"/>
                                        <p:tgtEl>
                                          <p:spTgt spid="15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7"/>
                                        </p:tgtEl>
                                        <p:attrNameLst>
                                          <p:attrName>style.visibility</p:attrName>
                                        </p:attrNameLst>
                                      </p:cBhvr>
                                      <p:to>
                                        <p:strVal val="visible"/>
                                      </p:to>
                                    </p:set>
                                    <p:anim calcmode="lin" valueType="num">
                                      <p:cBhvr additive="base">
                                        <p:cTn dur="500"/>
                                        <p:tgtEl>
                                          <p:spTgt spid="1557"/>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65"/>
                                        </p:tgtEl>
                                        <p:attrNameLst>
                                          <p:attrName>style.visibility</p:attrName>
                                        </p:attrNameLst>
                                      </p:cBhvr>
                                      <p:to>
                                        <p:strVal val="visible"/>
                                      </p:to>
                                    </p:set>
                                    <p:animEffect filter="fade" transition="in">
                                      <p:cBhvr>
                                        <p:cTn dur="500"/>
                                        <p:tgtEl>
                                          <p:spTgt spid="15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9"/>
                                        </p:tgtEl>
                                        <p:attrNameLst>
                                          <p:attrName>style.visibility</p:attrName>
                                        </p:attrNameLst>
                                      </p:cBhvr>
                                      <p:to>
                                        <p:strVal val="visible"/>
                                      </p:to>
                                    </p:set>
                                    <p:anim calcmode="lin" valueType="num">
                                      <p:cBhvr additive="base">
                                        <p:cTn dur="500"/>
                                        <p:tgtEl>
                                          <p:spTgt spid="1559"/>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66"/>
                                        </p:tgtEl>
                                        <p:attrNameLst>
                                          <p:attrName>style.visibility</p:attrName>
                                        </p:attrNameLst>
                                      </p:cBhvr>
                                      <p:to>
                                        <p:strVal val="visible"/>
                                      </p:to>
                                    </p:set>
                                    <p:animEffect filter="fade" transition="in">
                                      <p:cBhvr>
                                        <p:cTn dur="500"/>
                                        <p:tgtEl>
                                          <p:spTgt spid="15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4"/>
                                        </p:tgtEl>
                                        <p:attrNameLst>
                                          <p:attrName>style.visibility</p:attrName>
                                        </p:attrNameLst>
                                      </p:cBhvr>
                                      <p:to>
                                        <p:strVal val="visible"/>
                                      </p:to>
                                    </p:set>
                                    <p:anim calcmode="lin" valueType="num">
                                      <p:cBhvr additive="base">
                                        <p:cTn dur="500"/>
                                        <p:tgtEl>
                                          <p:spTgt spid="1554"/>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68"/>
                                        </p:tgtEl>
                                        <p:attrNameLst>
                                          <p:attrName>style.visibility</p:attrName>
                                        </p:attrNameLst>
                                      </p:cBhvr>
                                      <p:to>
                                        <p:strVal val="visible"/>
                                      </p:to>
                                    </p:set>
                                    <p:animEffect filter="fade" transition="in">
                                      <p:cBhvr>
                                        <p:cTn dur="500"/>
                                        <p:tgtEl>
                                          <p:spTgt spid="1568"/>
                                        </p:tgtEl>
                                      </p:cBhvr>
                                    </p:animEffect>
                                  </p:childTnLst>
                                </p:cTn>
                              </p:par>
                              <p:par>
                                <p:cTn fill="hold" nodeType="withEffect" presetClass="entr" presetID="10" presetSubtype="0">
                                  <p:stCondLst>
                                    <p:cond delay="0"/>
                                  </p:stCondLst>
                                  <p:childTnLst>
                                    <p:set>
                                      <p:cBhvr>
                                        <p:cTn dur="1" fill="hold">
                                          <p:stCondLst>
                                            <p:cond delay="0"/>
                                          </p:stCondLst>
                                        </p:cTn>
                                        <p:tgtEl>
                                          <p:spTgt spid="1567"/>
                                        </p:tgtEl>
                                        <p:attrNameLst>
                                          <p:attrName>style.visibility</p:attrName>
                                        </p:attrNameLst>
                                      </p:cBhvr>
                                      <p:to>
                                        <p:strVal val="visible"/>
                                      </p:to>
                                    </p:set>
                                    <p:animEffect filter="fade" transition="in">
                                      <p:cBhvr>
                                        <p:cTn dur="500"/>
                                        <p:tgtEl>
                                          <p:spTgt spid="15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56"/>
                                        </p:tgtEl>
                                        <p:attrNameLst>
                                          <p:attrName>style.visibility</p:attrName>
                                        </p:attrNameLst>
                                      </p:cBhvr>
                                      <p:to>
                                        <p:strVal val="visible"/>
                                      </p:to>
                                    </p:set>
                                    <p:anim calcmode="lin" valueType="num">
                                      <p:cBhvr additive="base">
                                        <p:cTn dur="500"/>
                                        <p:tgtEl>
                                          <p:spTgt spid="1556"/>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69"/>
                                        </p:tgtEl>
                                        <p:attrNameLst>
                                          <p:attrName>style.visibility</p:attrName>
                                        </p:attrNameLst>
                                      </p:cBhvr>
                                      <p:to>
                                        <p:strVal val="visible"/>
                                      </p:to>
                                    </p:set>
                                    <p:animEffect filter="fade" transition="in">
                                      <p:cBhvr>
                                        <p:cTn dur="500"/>
                                        <p:tgtEl>
                                          <p:spTgt spid="15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5"/>
                                        </p:tgtEl>
                                        <p:attrNameLst>
                                          <p:attrName>style.visibility</p:attrName>
                                        </p:attrNameLst>
                                      </p:cBhvr>
                                      <p:to>
                                        <p:strVal val="visible"/>
                                      </p:to>
                                    </p:set>
                                    <p:anim calcmode="lin" valueType="num">
                                      <p:cBhvr additive="base">
                                        <p:cTn dur="500"/>
                                        <p:tgtEl>
                                          <p:spTgt spid="1575"/>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76"/>
                                        </p:tgtEl>
                                        <p:attrNameLst>
                                          <p:attrName>style.visibility</p:attrName>
                                        </p:attrNameLst>
                                      </p:cBhvr>
                                      <p:to>
                                        <p:strVal val="visible"/>
                                      </p:to>
                                    </p:set>
                                    <p:animEffect filter="fade" transition="in">
                                      <p:cBhvr>
                                        <p:cTn dur="500"/>
                                        <p:tgtEl>
                                          <p:spTgt spid="1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71"/>
                                        </p:tgtEl>
                                        <p:attrNameLst>
                                          <p:attrName>style.visibility</p:attrName>
                                        </p:attrNameLst>
                                      </p:cBhvr>
                                      <p:to>
                                        <p:strVal val="visible"/>
                                      </p:to>
                                    </p:set>
                                    <p:anim calcmode="lin" valueType="num">
                                      <p:cBhvr additive="base">
                                        <p:cTn dur="500"/>
                                        <p:tgtEl>
                                          <p:spTgt spid="1571"/>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578"/>
                                        </p:tgtEl>
                                        <p:attrNameLst>
                                          <p:attrName>style.visibility</p:attrName>
                                        </p:attrNameLst>
                                      </p:cBhvr>
                                      <p:to>
                                        <p:strVal val="visible"/>
                                      </p:to>
                                    </p:set>
                                    <p:animEffect filter="fade" transition="in">
                                      <p:cBhvr>
                                        <p:cTn dur="500"/>
                                        <p:tgtEl>
                                          <p:spTgt spid="15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70"/>
                                        </p:tgtEl>
                                        <p:attrNameLst>
                                          <p:attrName>style.visibility</p:attrName>
                                        </p:attrNameLst>
                                      </p:cBhvr>
                                      <p:to>
                                        <p:strVal val="visible"/>
                                      </p:to>
                                    </p:set>
                                    <p:anim calcmode="lin" valueType="num">
                                      <p:cBhvr additive="base">
                                        <p:cTn dur="500"/>
                                        <p:tgtEl>
                                          <p:spTgt spid="1570"/>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77"/>
                                        </p:tgtEl>
                                        <p:attrNameLst>
                                          <p:attrName>style.visibility</p:attrName>
                                        </p:attrNameLst>
                                      </p:cBhvr>
                                      <p:to>
                                        <p:strVal val="visible"/>
                                      </p:to>
                                    </p:set>
                                    <p:animEffect filter="fade" transition="in">
                                      <p:cBhvr>
                                        <p:cTn dur="500"/>
                                        <p:tgtEl>
                                          <p:spTgt spid="1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560"/>
                                        </p:tgtEl>
                                        <p:attrNameLst>
                                          <p:attrName>style.visibility</p:attrName>
                                        </p:attrNameLst>
                                      </p:cBhvr>
                                      <p:to>
                                        <p:strVal val="visible"/>
                                      </p:to>
                                    </p:set>
                                    <p:anim calcmode="lin" valueType="num">
                                      <p:cBhvr additive="base">
                                        <p:cTn dur="500"/>
                                        <p:tgtEl>
                                          <p:spTgt spid="1560"/>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579"/>
                                        </p:tgtEl>
                                        <p:attrNameLst>
                                          <p:attrName>style.visibility</p:attrName>
                                        </p:attrNameLst>
                                      </p:cBhvr>
                                      <p:to>
                                        <p:strVal val="visible"/>
                                      </p:to>
                                    </p:set>
                                    <p:animEffect filter="fade" transition="in">
                                      <p:cBhvr>
                                        <p:cTn dur="500"/>
                                        <p:tgtEl>
                                          <p:spTgt spid="15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73"/>
                                        </p:tgtEl>
                                        <p:attrNameLst>
                                          <p:attrName>style.visibility</p:attrName>
                                        </p:attrNameLst>
                                      </p:cBhvr>
                                      <p:to>
                                        <p:strVal val="visible"/>
                                      </p:to>
                                    </p:set>
                                    <p:anim calcmode="lin" valueType="num">
                                      <p:cBhvr additive="base">
                                        <p:cTn dur="500"/>
                                        <p:tgtEl>
                                          <p:spTgt spid="1573"/>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500"/>
                                        <p:tgtEl>
                                          <p:spTgt spid="15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74"/>
                                        </p:tgtEl>
                                        <p:attrNameLst>
                                          <p:attrName>style.visibility</p:attrName>
                                        </p:attrNameLst>
                                      </p:cBhvr>
                                      <p:to>
                                        <p:strVal val="visible"/>
                                      </p:to>
                                    </p:set>
                                    <p:anim calcmode="lin" valueType="num">
                                      <p:cBhvr additive="base">
                                        <p:cTn dur="500"/>
                                        <p:tgtEl>
                                          <p:spTgt spid="1574"/>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81"/>
                                        </p:tgtEl>
                                        <p:attrNameLst>
                                          <p:attrName>style.visibility</p:attrName>
                                        </p:attrNameLst>
                                      </p:cBhvr>
                                      <p:to>
                                        <p:strVal val="visible"/>
                                      </p:to>
                                    </p:set>
                                    <p:animEffect filter="fade" transition="in">
                                      <p:cBhvr>
                                        <p:cTn dur="500"/>
                                        <p:tgtEl>
                                          <p:spTgt spid="1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572"/>
                                        </p:tgtEl>
                                        <p:attrNameLst>
                                          <p:attrName>style.visibility</p:attrName>
                                        </p:attrNameLst>
                                      </p:cBhvr>
                                      <p:to>
                                        <p:strVal val="visible"/>
                                      </p:to>
                                    </p:set>
                                    <p:anim calcmode="lin" valueType="num">
                                      <p:cBhvr additive="base">
                                        <p:cTn dur="500"/>
                                        <p:tgtEl>
                                          <p:spTgt spid="1572"/>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582"/>
                                        </p:tgtEl>
                                        <p:attrNameLst>
                                          <p:attrName>style.visibility</p:attrName>
                                        </p:attrNameLst>
                                      </p:cBhvr>
                                      <p:to>
                                        <p:strVal val="visible"/>
                                      </p:to>
                                    </p:set>
                                    <p:animEffect filter="fade" transition="in">
                                      <p:cBhvr>
                                        <p:cTn dur="500"/>
                                        <p:tgtEl>
                                          <p:spTgt spid="15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215"/>
          <p:cNvSpPr txBox="1"/>
          <p:nvPr>
            <p:ph type="title"/>
          </p:nvPr>
        </p:nvSpPr>
        <p:spPr>
          <a:xfrm>
            <a:off x="684212" y="692150"/>
            <a:ext cx="7772400" cy="60801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F8D3E"/>
              </a:buClr>
              <a:buSzPts val="3200"/>
              <a:buFont typeface="Verdana"/>
              <a:buNone/>
            </a:pPr>
            <a:r>
              <a:rPr b="1" i="0" lang="en-US" sz="3200" u="none">
                <a:solidFill>
                  <a:srgbClr val="FF8D3E"/>
                </a:solidFill>
                <a:latin typeface="Verdana"/>
                <a:ea typeface="Verdana"/>
                <a:cs typeface="Verdana"/>
                <a:sym typeface="Verdana"/>
              </a:rPr>
              <a:t>Fordonet, manöverorgan</a:t>
            </a:r>
            <a:endParaRPr/>
          </a:p>
        </p:txBody>
      </p:sp>
      <p:pic>
        <p:nvPicPr>
          <p:cNvPr descr="C:\Documents and Settings\janne\Application Data\Microsoft\Media Catalog\jacksled.gif" id="1592" name="Google Shape;1592;p215"/>
          <p:cNvPicPr preferRelativeResize="0"/>
          <p:nvPr>
            <p:ph idx="2" type="clipArt"/>
          </p:nvPr>
        </p:nvPicPr>
        <p:blipFill rotWithShape="1">
          <a:blip r:embed="rId3">
            <a:alphaModFix/>
          </a:blip>
          <a:srcRect b="0" l="0" r="0" t="0"/>
          <a:stretch/>
        </p:blipFill>
        <p:spPr>
          <a:xfrm>
            <a:off x="762000" y="2133600"/>
            <a:ext cx="3459162" cy="3810000"/>
          </a:xfrm>
          <a:prstGeom prst="rect">
            <a:avLst/>
          </a:prstGeom>
          <a:noFill/>
          <a:ln>
            <a:noFill/>
          </a:ln>
        </p:spPr>
      </p:pic>
      <p:sp>
        <p:nvSpPr>
          <p:cNvPr id="1593" name="Google Shape;1593;p215"/>
          <p:cNvSpPr txBox="1"/>
          <p:nvPr>
            <p:ph idx="1" type="body"/>
          </p:nvPr>
        </p:nvSpPr>
        <p:spPr>
          <a:xfrm>
            <a:off x="4572000" y="1700212"/>
            <a:ext cx="3808412" cy="4114800"/>
          </a:xfrm>
          <a:prstGeom prst="rect">
            <a:avLst/>
          </a:prstGeom>
          <a:noFill/>
          <a:ln>
            <a:noFill/>
          </a:ln>
        </p:spPr>
        <p:txBody>
          <a:bodyPr anchorCtr="0" anchor="t" bIns="45700" lIns="182875" spcFirstLastPara="1" rIns="91425" wrap="square" tIns="91425">
            <a:noAutofit/>
          </a:bodyPr>
          <a:lstStyle/>
          <a:p>
            <a:pPr indent="-265112" lvl="0" marL="265112" rtl="0" algn="l">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Verdana"/>
                <a:ea typeface="Verdana"/>
                <a:cs typeface="Verdana"/>
                <a:sym typeface="Verdana"/>
              </a:rPr>
              <a:t>Gasreglage</a:t>
            </a:r>
            <a:endParaRPr/>
          </a:p>
          <a:p>
            <a:pPr indent="-265112" lvl="0" marL="265112" rtl="0" algn="l">
              <a:lnSpc>
                <a:spcPct val="100000"/>
              </a:lnSpc>
              <a:spcBef>
                <a:spcPts val="200"/>
              </a:spcBef>
              <a:spcAft>
                <a:spcPts val="0"/>
              </a:spcAft>
              <a:buClr>
                <a:schemeClr val="accent1"/>
              </a:buClr>
              <a:buSzPts val="2240"/>
              <a:buFont typeface="Noto Sans Symbols"/>
              <a:buChar char="⚫"/>
            </a:pPr>
            <a:r>
              <a:rPr b="0" i="0" lang="en-US" sz="2800" u="none">
                <a:solidFill>
                  <a:schemeClr val="dk1"/>
                </a:solidFill>
                <a:latin typeface="Verdana"/>
                <a:ea typeface="Verdana"/>
                <a:cs typeface="Verdana"/>
                <a:sym typeface="Verdana"/>
              </a:rPr>
              <a:t>Nödstopp</a:t>
            </a:r>
            <a:endParaRPr/>
          </a:p>
          <a:p>
            <a:pPr indent="-265112" lvl="0" marL="265112" rtl="0" algn="l">
              <a:lnSpc>
                <a:spcPct val="100000"/>
              </a:lnSpc>
              <a:spcBef>
                <a:spcPts val="200"/>
              </a:spcBef>
              <a:spcAft>
                <a:spcPts val="0"/>
              </a:spcAft>
              <a:buClr>
                <a:schemeClr val="accent1"/>
              </a:buClr>
              <a:buSzPts val="2240"/>
              <a:buFont typeface="Noto Sans Symbols"/>
              <a:buChar char="⚫"/>
            </a:pPr>
            <a:r>
              <a:rPr b="0" i="0" lang="en-US" sz="2800" u="none">
                <a:solidFill>
                  <a:schemeClr val="dk1"/>
                </a:solidFill>
                <a:latin typeface="Verdana"/>
                <a:ea typeface="Verdana"/>
                <a:cs typeface="Verdana"/>
                <a:sym typeface="Verdana"/>
              </a:rPr>
              <a:t>Startanordning</a:t>
            </a:r>
            <a:endParaRPr/>
          </a:p>
          <a:p>
            <a:pPr indent="-265112" lvl="0" marL="265112" rtl="0" algn="l">
              <a:lnSpc>
                <a:spcPct val="100000"/>
              </a:lnSpc>
              <a:spcBef>
                <a:spcPts val="200"/>
              </a:spcBef>
              <a:spcAft>
                <a:spcPts val="0"/>
              </a:spcAft>
              <a:buClr>
                <a:schemeClr val="accent1"/>
              </a:buClr>
              <a:buSzPts val="2240"/>
              <a:buFont typeface="Noto Sans Symbols"/>
              <a:buChar char="⚫"/>
            </a:pPr>
            <a:r>
              <a:rPr b="0" i="0" lang="en-US" sz="2800" u="none">
                <a:solidFill>
                  <a:schemeClr val="dk1"/>
                </a:solidFill>
                <a:latin typeface="Verdana"/>
                <a:ea typeface="Verdana"/>
                <a:cs typeface="Verdana"/>
                <a:sym typeface="Verdana"/>
              </a:rPr>
              <a:t>Choke/primer</a:t>
            </a:r>
            <a:endParaRPr/>
          </a:p>
          <a:p>
            <a:pPr indent="-265112" lvl="0" marL="265112" rtl="0" algn="l">
              <a:lnSpc>
                <a:spcPct val="100000"/>
              </a:lnSpc>
              <a:spcBef>
                <a:spcPts val="200"/>
              </a:spcBef>
              <a:spcAft>
                <a:spcPts val="0"/>
              </a:spcAft>
              <a:buClr>
                <a:schemeClr val="accent1"/>
              </a:buClr>
              <a:buSzPts val="2240"/>
              <a:buFont typeface="Noto Sans Symbols"/>
              <a:buChar char="⚫"/>
            </a:pPr>
            <a:r>
              <a:rPr b="0" i="0" lang="en-US" sz="2800" u="none">
                <a:solidFill>
                  <a:schemeClr val="dk1"/>
                </a:solidFill>
                <a:latin typeface="Verdana"/>
                <a:ea typeface="Verdana"/>
                <a:cs typeface="Verdana"/>
                <a:sym typeface="Verdana"/>
              </a:rPr>
              <a:t>Styrning</a:t>
            </a:r>
            <a:endParaRPr/>
          </a:p>
          <a:p>
            <a:pPr indent="-265112" lvl="0" marL="265112" rtl="0" algn="l">
              <a:lnSpc>
                <a:spcPct val="100000"/>
              </a:lnSpc>
              <a:spcBef>
                <a:spcPts val="200"/>
              </a:spcBef>
              <a:spcAft>
                <a:spcPts val="0"/>
              </a:spcAft>
              <a:buClr>
                <a:schemeClr val="accent1"/>
              </a:buClr>
              <a:buSzPts val="2240"/>
              <a:buFont typeface="Noto Sans Symbols"/>
              <a:buChar char="⚫"/>
            </a:pPr>
            <a:r>
              <a:rPr b="0" i="0" lang="en-US" sz="2800" u="none">
                <a:solidFill>
                  <a:schemeClr val="dk1"/>
                </a:solidFill>
                <a:latin typeface="Verdana"/>
                <a:ea typeface="Verdana"/>
                <a:cs typeface="Verdana"/>
                <a:sym typeface="Verdana"/>
              </a:rPr>
              <a:t>Broms</a:t>
            </a:r>
            <a:endParaRPr/>
          </a:p>
          <a:p>
            <a:pPr indent="-265112" lvl="0" marL="265112" rtl="0" algn="l">
              <a:lnSpc>
                <a:spcPct val="100000"/>
              </a:lnSpc>
              <a:spcBef>
                <a:spcPts val="200"/>
              </a:spcBef>
              <a:spcAft>
                <a:spcPts val="0"/>
              </a:spcAft>
              <a:buClr>
                <a:schemeClr val="accent1"/>
              </a:buClr>
              <a:buSzPts val="2240"/>
              <a:buFont typeface="Noto Sans Symbols"/>
              <a:buChar char="⚫"/>
            </a:pPr>
            <a:r>
              <a:rPr b="0" i="0" lang="en-US" sz="2800" u="none">
                <a:solidFill>
                  <a:schemeClr val="dk1"/>
                </a:solidFill>
                <a:latin typeface="Verdana"/>
                <a:ea typeface="Verdana"/>
                <a:cs typeface="Verdana"/>
                <a:sym typeface="Verdana"/>
              </a:rPr>
              <a:t>Belysning</a:t>
            </a:r>
            <a:endParaRPr/>
          </a:p>
          <a:p>
            <a:pPr indent="-265112" lvl="0" marL="265112" rtl="0" algn="l">
              <a:lnSpc>
                <a:spcPct val="100000"/>
              </a:lnSpc>
              <a:spcBef>
                <a:spcPts val="200"/>
              </a:spcBef>
              <a:spcAft>
                <a:spcPts val="0"/>
              </a:spcAft>
              <a:buClr>
                <a:schemeClr val="accent1"/>
              </a:buClr>
              <a:buSzPts val="2240"/>
              <a:buFont typeface="Noto Sans Symbols"/>
              <a:buChar char="⚫"/>
            </a:pPr>
            <a:r>
              <a:rPr b="0" i="0" lang="en-US" sz="2800" u="none">
                <a:solidFill>
                  <a:schemeClr val="dk1"/>
                </a:solidFill>
                <a:latin typeface="Verdana"/>
                <a:ea typeface="Verdana"/>
                <a:cs typeface="Verdana"/>
                <a:sym typeface="Verdana"/>
              </a:rPr>
              <a:t>Utrustning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3">
                                            <p:txEl>
                                              <p:pRg end="0" st="0"/>
                                            </p:txEl>
                                          </p:spTgt>
                                        </p:tgtEl>
                                        <p:attrNameLst>
                                          <p:attrName>style.visibility</p:attrName>
                                        </p:attrNameLst>
                                      </p:cBhvr>
                                      <p:to>
                                        <p:strVal val="visible"/>
                                      </p:to>
                                    </p:set>
                                    <p:animEffect filter="fade" transition="in">
                                      <p:cBhvr>
                                        <p:cTn dur="300"/>
                                        <p:tgtEl>
                                          <p:spTgt spid="15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3">
                                            <p:txEl>
                                              <p:pRg end="1" st="1"/>
                                            </p:txEl>
                                          </p:spTgt>
                                        </p:tgtEl>
                                        <p:attrNameLst>
                                          <p:attrName>style.visibility</p:attrName>
                                        </p:attrNameLst>
                                      </p:cBhvr>
                                      <p:to>
                                        <p:strVal val="visible"/>
                                      </p:to>
                                    </p:set>
                                    <p:animEffect filter="fade" transition="in">
                                      <p:cBhvr>
                                        <p:cTn dur="300"/>
                                        <p:tgtEl>
                                          <p:spTgt spid="15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3">
                                            <p:txEl>
                                              <p:pRg end="2" st="2"/>
                                            </p:txEl>
                                          </p:spTgt>
                                        </p:tgtEl>
                                        <p:attrNameLst>
                                          <p:attrName>style.visibility</p:attrName>
                                        </p:attrNameLst>
                                      </p:cBhvr>
                                      <p:to>
                                        <p:strVal val="visible"/>
                                      </p:to>
                                    </p:set>
                                    <p:animEffect filter="fade" transition="in">
                                      <p:cBhvr>
                                        <p:cTn dur="300"/>
                                        <p:tgtEl>
                                          <p:spTgt spid="15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3">
                                            <p:txEl>
                                              <p:pRg end="3" st="3"/>
                                            </p:txEl>
                                          </p:spTgt>
                                        </p:tgtEl>
                                        <p:attrNameLst>
                                          <p:attrName>style.visibility</p:attrName>
                                        </p:attrNameLst>
                                      </p:cBhvr>
                                      <p:to>
                                        <p:strVal val="visible"/>
                                      </p:to>
                                    </p:set>
                                    <p:animEffect filter="fade" transition="in">
                                      <p:cBhvr>
                                        <p:cTn dur="300"/>
                                        <p:tgtEl>
                                          <p:spTgt spid="15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3">
                                            <p:txEl>
                                              <p:pRg end="4" st="4"/>
                                            </p:txEl>
                                          </p:spTgt>
                                        </p:tgtEl>
                                        <p:attrNameLst>
                                          <p:attrName>style.visibility</p:attrName>
                                        </p:attrNameLst>
                                      </p:cBhvr>
                                      <p:to>
                                        <p:strVal val="visible"/>
                                      </p:to>
                                    </p:set>
                                    <p:animEffect filter="fade" transition="in">
                                      <p:cBhvr>
                                        <p:cTn dur="300"/>
                                        <p:tgtEl>
                                          <p:spTgt spid="15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3">
                                            <p:txEl>
                                              <p:pRg end="5" st="5"/>
                                            </p:txEl>
                                          </p:spTgt>
                                        </p:tgtEl>
                                        <p:attrNameLst>
                                          <p:attrName>style.visibility</p:attrName>
                                        </p:attrNameLst>
                                      </p:cBhvr>
                                      <p:to>
                                        <p:strVal val="visible"/>
                                      </p:to>
                                    </p:set>
                                    <p:animEffect filter="fade" transition="in">
                                      <p:cBhvr>
                                        <p:cTn dur="300"/>
                                        <p:tgtEl>
                                          <p:spTgt spid="15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3">
                                            <p:txEl>
                                              <p:pRg end="6" st="6"/>
                                            </p:txEl>
                                          </p:spTgt>
                                        </p:tgtEl>
                                        <p:attrNameLst>
                                          <p:attrName>style.visibility</p:attrName>
                                        </p:attrNameLst>
                                      </p:cBhvr>
                                      <p:to>
                                        <p:strVal val="visible"/>
                                      </p:to>
                                    </p:set>
                                    <p:animEffect filter="fade" transition="in">
                                      <p:cBhvr>
                                        <p:cTn dur="300"/>
                                        <p:tgtEl>
                                          <p:spTgt spid="15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3">
                                            <p:txEl>
                                              <p:pRg end="7" st="7"/>
                                            </p:txEl>
                                          </p:spTgt>
                                        </p:tgtEl>
                                        <p:attrNameLst>
                                          <p:attrName>style.visibility</p:attrName>
                                        </p:attrNameLst>
                                      </p:cBhvr>
                                      <p:to>
                                        <p:strVal val="visible"/>
                                      </p:to>
                                    </p:set>
                                    <p:animEffect filter="fade" transition="in">
                                      <p:cBhvr>
                                        <p:cTn dur="300"/>
                                        <p:tgtEl>
                                          <p:spTgt spid="159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7" name="Shape 1597"/>
        <p:cNvGrpSpPr/>
        <p:nvPr/>
      </p:nvGrpSpPr>
      <p:grpSpPr>
        <a:xfrm>
          <a:off x="0" y="0"/>
          <a:ext cx="0" cy="0"/>
          <a:chOff x="0" y="0"/>
          <a:chExt cx="0" cy="0"/>
        </a:xfrm>
      </p:grpSpPr>
      <p:sp>
        <p:nvSpPr>
          <p:cNvPr id="1598" name="Google Shape;1598;p216"/>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wentieth Century"/>
              <a:buNone/>
            </a:pPr>
            <a:r>
              <a:rPr b="0" i="0" lang="en-US" sz="4400" u="none">
                <a:solidFill>
                  <a:schemeClr val="dk2"/>
                </a:solidFill>
                <a:latin typeface="Twentieth Century"/>
                <a:ea typeface="Twentieth Century"/>
                <a:cs typeface="Twentieth Century"/>
                <a:sym typeface="Twentieth Century"/>
              </a:rPr>
              <a:t>Reglage på förarplatsen</a:t>
            </a:r>
            <a:endParaRPr/>
          </a:p>
        </p:txBody>
      </p:sp>
      <p:pic>
        <p:nvPicPr>
          <p:cNvPr id="1599" name="Google Shape;1599;p216"/>
          <p:cNvPicPr preferRelativeResize="0"/>
          <p:nvPr/>
        </p:nvPicPr>
        <p:blipFill rotWithShape="1">
          <a:blip r:embed="rId3">
            <a:alphaModFix/>
          </a:blip>
          <a:srcRect b="24031" l="10417" r="20532" t="10853"/>
          <a:stretch/>
        </p:blipFill>
        <p:spPr>
          <a:xfrm>
            <a:off x="611187" y="1700212"/>
            <a:ext cx="2376487" cy="1257300"/>
          </a:xfrm>
          <a:prstGeom prst="rect">
            <a:avLst/>
          </a:prstGeom>
          <a:noFill/>
          <a:ln>
            <a:noFill/>
          </a:ln>
        </p:spPr>
      </p:pic>
      <p:pic>
        <p:nvPicPr>
          <p:cNvPr id="1600" name="Google Shape;1600;p216"/>
          <p:cNvPicPr preferRelativeResize="0"/>
          <p:nvPr/>
        </p:nvPicPr>
        <p:blipFill rotWithShape="1">
          <a:blip r:embed="rId4">
            <a:alphaModFix/>
          </a:blip>
          <a:srcRect b="23255" l="9132" r="22155" t="10853"/>
          <a:stretch/>
        </p:blipFill>
        <p:spPr>
          <a:xfrm>
            <a:off x="3348037" y="1700212"/>
            <a:ext cx="2376487" cy="1279525"/>
          </a:xfrm>
          <a:prstGeom prst="rect">
            <a:avLst/>
          </a:prstGeom>
          <a:noFill/>
          <a:ln>
            <a:noFill/>
          </a:ln>
        </p:spPr>
      </p:pic>
      <p:pic>
        <p:nvPicPr>
          <p:cNvPr id="1601" name="Google Shape;1601;p216"/>
          <p:cNvPicPr preferRelativeResize="0"/>
          <p:nvPr/>
        </p:nvPicPr>
        <p:blipFill rotWithShape="1">
          <a:blip r:embed="rId5">
            <a:alphaModFix/>
          </a:blip>
          <a:srcRect b="37597" l="18310" r="42729" t="24530"/>
          <a:stretch/>
        </p:blipFill>
        <p:spPr>
          <a:xfrm>
            <a:off x="6011862" y="1700212"/>
            <a:ext cx="2376487" cy="1296987"/>
          </a:xfrm>
          <a:prstGeom prst="rect">
            <a:avLst/>
          </a:prstGeom>
          <a:noFill/>
          <a:ln>
            <a:noFill/>
          </a:ln>
        </p:spPr>
      </p:pic>
      <p:pic>
        <p:nvPicPr>
          <p:cNvPr id="1602" name="Google Shape;1602;p216"/>
          <p:cNvPicPr preferRelativeResize="0"/>
          <p:nvPr/>
        </p:nvPicPr>
        <p:blipFill rotWithShape="1">
          <a:blip r:embed="rId6">
            <a:alphaModFix/>
          </a:blip>
          <a:srcRect b="34385" l="25637" r="25059" t="11578"/>
          <a:stretch/>
        </p:blipFill>
        <p:spPr>
          <a:xfrm>
            <a:off x="611187" y="3213100"/>
            <a:ext cx="2376487" cy="1460500"/>
          </a:xfrm>
          <a:prstGeom prst="rect">
            <a:avLst/>
          </a:prstGeom>
          <a:noFill/>
          <a:ln>
            <a:noFill/>
          </a:ln>
        </p:spPr>
      </p:pic>
      <p:pic>
        <p:nvPicPr>
          <p:cNvPr id="1603" name="Google Shape;1603;p216"/>
          <p:cNvPicPr preferRelativeResize="0"/>
          <p:nvPr/>
        </p:nvPicPr>
        <p:blipFill rotWithShape="1">
          <a:blip r:embed="rId7">
            <a:alphaModFix/>
          </a:blip>
          <a:srcRect b="26356" l="9115" r="13627" t="13952"/>
          <a:stretch/>
        </p:blipFill>
        <p:spPr>
          <a:xfrm>
            <a:off x="3348037" y="3213100"/>
            <a:ext cx="2376487" cy="1439862"/>
          </a:xfrm>
          <a:prstGeom prst="rect">
            <a:avLst/>
          </a:prstGeom>
          <a:noFill/>
          <a:ln>
            <a:noFill/>
          </a:ln>
        </p:spPr>
      </p:pic>
      <p:pic>
        <p:nvPicPr>
          <p:cNvPr id="1604" name="Google Shape;1604;p216"/>
          <p:cNvPicPr preferRelativeResize="0"/>
          <p:nvPr/>
        </p:nvPicPr>
        <p:blipFill rotWithShape="1">
          <a:blip r:embed="rId8">
            <a:alphaModFix/>
          </a:blip>
          <a:srcRect b="27906" l="12150" r="22325" t="13952"/>
          <a:stretch/>
        </p:blipFill>
        <p:spPr>
          <a:xfrm>
            <a:off x="6011862" y="3213100"/>
            <a:ext cx="2376487" cy="1439862"/>
          </a:xfrm>
          <a:prstGeom prst="rect">
            <a:avLst/>
          </a:prstGeom>
          <a:noFill/>
          <a:ln>
            <a:noFill/>
          </a:ln>
        </p:spPr>
      </p:pic>
      <p:pic>
        <p:nvPicPr>
          <p:cNvPr id="1605" name="Google Shape;1605;p216"/>
          <p:cNvPicPr preferRelativeResize="0"/>
          <p:nvPr/>
        </p:nvPicPr>
        <p:blipFill rotWithShape="1">
          <a:blip r:embed="rId9">
            <a:alphaModFix/>
          </a:blip>
          <a:srcRect b="16836" l="10632" r="17529" t="16325"/>
          <a:stretch/>
        </p:blipFill>
        <p:spPr>
          <a:xfrm>
            <a:off x="3348037" y="4941887"/>
            <a:ext cx="2339975" cy="1439862"/>
          </a:xfrm>
          <a:prstGeom prst="rect">
            <a:avLst/>
          </a:prstGeom>
          <a:noFill/>
          <a:ln>
            <a:noFill/>
          </a:ln>
        </p:spPr>
      </p:pic>
      <p:pic>
        <p:nvPicPr>
          <p:cNvPr id="1606" name="Google Shape;1606;p216"/>
          <p:cNvPicPr preferRelativeResize="0"/>
          <p:nvPr/>
        </p:nvPicPr>
        <p:blipFill rotWithShape="1">
          <a:blip r:embed="rId10">
            <a:alphaModFix/>
          </a:blip>
          <a:srcRect b="24415" l="8244" r="31582" t="12402"/>
          <a:stretch/>
        </p:blipFill>
        <p:spPr>
          <a:xfrm>
            <a:off x="6011862" y="4941887"/>
            <a:ext cx="2376487" cy="1393825"/>
          </a:xfrm>
          <a:prstGeom prst="rect">
            <a:avLst/>
          </a:prstGeom>
          <a:noFill/>
          <a:ln>
            <a:noFill/>
          </a:ln>
        </p:spPr>
      </p:pic>
      <p:pic>
        <p:nvPicPr>
          <p:cNvPr id="1607" name="Google Shape;1607;p216"/>
          <p:cNvPicPr preferRelativeResize="0"/>
          <p:nvPr/>
        </p:nvPicPr>
        <p:blipFill rotWithShape="1">
          <a:blip r:embed="rId11">
            <a:alphaModFix/>
          </a:blip>
          <a:srcRect b="0" l="0" r="0" t="0"/>
          <a:stretch/>
        </p:blipFill>
        <p:spPr>
          <a:xfrm>
            <a:off x="611187" y="4941887"/>
            <a:ext cx="2376487" cy="1439862"/>
          </a:xfrm>
          <a:prstGeom prst="rect">
            <a:avLst/>
          </a:prstGeom>
          <a:noFill/>
          <a:ln>
            <a:noFill/>
          </a:ln>
        </p:spPr>
      </p:pic>
      <p:sp>
        <p:nvSpPr>
          <p:cNvPr id="1608" name="Google Shape;1608;p216"/>
          <p:cNvSpPr txBox="1"/>
          <p:nvPr/>
        </p:nvSpPr>
        <p:spPr>
          <a:xfrm>
            <a:off x="303000" y="6459675"/>
            <a:ext cx="888900" cy="80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wentieth Century"/>
                <a:ea typeface="Twentieth Century"/>
                <a:cs typeface="Twentieth Century"/>
                <a:sym typeface="Twentieth Century"/>
              </a:rPr>
              <a:t>sid 18</a:t>
            </a:r>
            <a:endParaRPr>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99"/>
                                        </p:tgtEl>
                                        <p:attrNameLst>
                                          <p:attrName>style.visibility</p:attrName>
                                        </p:attrNameLst>
                                      </p:cBhvr>
                                      <p:to>
                                        <p:strVal val="visible"/>
                                      </p:to>
                                    </p:set>
                                    <p:anim calcmode="lin" valueType="num">
                                      <p:cBhvr additive="base">
                                        <p:cTn dur="500"/>
                                        <p:tgtEl>
                                          <p:spTgt spid="159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0"/>
                                        </p:tgtEl>
                                        <p:attrNameLst>
                                          <p:attrName>style.visibility</p:attrName>
                                        </p:attrNameLst>
                                      </p:cBhvr>
                                      <p:to>
                                        <p:strVal val="visible"/>
                                      </p:to>
                                    </p:set>
                                    <p:anim calcmode="lin" valueType="num">
                                      <p:cBhvr additive="base">
                                        <p:cTn dur="500"/>
                                        <p:tgtEl>
                                          <p:spTgt spid="160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1"/>
                                        </p:tgtEl>
                                        <p:attrNameLst>
                                          <p:attrName>style.visibility</p:attrName>
                                        </p:attrNameLst>
                                      </p:cBhvr>
                                      <p:to>
                                        <p:strVal val="visible"/>
                                      </p:to>
                                    </p:set>
                                    <p:animEffect filter="fade" transition="in">
                                      <p:cBhvr>
                                        <p:cTn dur="500"/>
                                        <p:tgtEl>
                                          <p:spTgt spid="16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2"/>
                                        </p:tgtEl>
                                        <p:attrNameLst>
                                          <p:attrName>style.visibility</p:attrName>
                                        </p:attrNameLst>
                                      </p:cBhvr>
                                      <p:to>
                                        <p:strVal val="visible"/>
                                      </p:to>
                                    </p:set>
                                    <p:animEffect filter="fade" transition="in">
                                      <p:cBhvr>
                                        <p:cTn dur="500"/>
                                        <p:tgtEl>
                                          <p:spTgt spid="16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3"/>
                                        </p:tgtEl>
                                        <p:attrNameLst>
                                          <p:attrName>style.visibility</p:attrName>
                                        </p:attrNameLst>
                                      </p:cBhvr>
                                      <p:to>
                                        <p:strVal val="visible"/>
                                      </p:to>
                                    </p:set>
                                    <p:animEffect filter="fade" transition="in">
                                      <p:cBhvr>
                                        <p:cTn dur="500"/>
                                        <p:tgtEl>
                                          <p:spTgt spid="16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7"/>
                                        </p:tgtEl>
                                        <p:attrNameLst>
                                          <p:attrName>style.visibility</p:attrName>
                                        </p:attrNameLst>
                                      </p:cBhvr>
                                      <p:to>
                                        <p:strVal val="visible"/>
                                      </p:to>
                                    </p:set>
                                    <p:animEffect filter="fade" transition="in">
                                      <p:cBhvr>
                                        <p:cTn dur="500"/>
                                        <p:tgtEl>
                                          <p:spTgt spid="1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5"/>
                                        </p:tgtEl>
                                        <p:attrNameLst>
                                          <p:attrName>style.visibility</p:attrName>
                                        </p:attrNameLst>
                                      </p:cBhvr>
                                      <p:to>
                                        <p:strVal val="visible"/>
                                      </p:to>
                                    </p:set>
                                    <p:animEffect filter="fade" transition="in">
                                      <p:cBhvr>
                                        <p:cTn dur="500"/>
                                        <p:tgtEl>
                                          <p:spTgt spid="16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6"/>
                                        </p:tgtEl>
                                        <p:attrNameLst>
                                          <p:attrName>style.visibility</p:attrName>
                                        </p:attrNameLst>
                                      </p:cBhvr>
                                      <p:to>
                                        <p:strVal val="visible"/>
                                      </p:to>
                                    </p:set>
                                    <p:animEffect filter="fade" transition="in">
                                      <p:cBhvr>
                                        <p:cTn dur="500"/>
                                        <p:tgtEl>
                                          <p:spTgt spid="16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3" name="Shape 1613"/>
        <p:cNvGrpSpPr/>
        <p:nvPr/>
      </p:nvGrpSpPr>
      <p:grpSpPr>
        <a:xfrm>
          <a:off x="0" y="0"/>
          <a:ext cx="0" cy="0"/>
          <a:chOff x="0" y="0"/>
          <a:chExt cx="0" cy="0"/>
        </a:xfrm>
      </p:grpSpPr>
      <p:pic>
        <p:nvPicPr>
          <p:cNvPr descr="C:\Documents and Settings\Anders\Mina dokument\ÖSSK\Förarb. Snöskoter\Drivkedja.JPG" id="1614" name="Google Shape;1614;p217"/>
          <p:cNvPicPr preferRelativeResize="0"/>
          <p:nvPr/>
        </p:nvPicPr>
        <p:blipFill rotWithShape="1">
          <a:blip r:embed="rId3">
            <a:alphaModFix/>
          </a:blip>
          <a:srcRect b="0" l="0" r="0" t="0"/>
          <a:stretch/>
        </p:blipFill>
        <p:spPr>
          <a:xfrm>
            <a:off x="1042987" y="762000"/>
            <a:ext cx="7362825" cy="5330825"/>
          </a:xfrm>
          <a:prstGeom prst="rect">
            <a:avLst/>
          </a:prstGeom>
          <a:noFill/>
          <a:ln>
            <a:noFill/>
          </a:ln>
        </p:spPr>
      </p:pic>
      <p:sp>
        <p:nvSpPr>
          <p:cNvPr id="1615" name="Google Shape;1615;p217"/>
          <p:cNvSpPr txBox="1"/>
          <p:nvPr>
            <p:ph type="title"/>
          </p:nvPr>
        </p:nvSpPr>
        <p:spPr>
          <a:xfrm>
            <a:off x="685800" y="328612"/>
            <a:ext cx="7772400" cy="679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Drivkedja</a:t>
            </a:r>
            <a:endParaRPr/>
          </a:p>
        </p:txBody>
      </p:sp>
      <p:sp>
        <p:nvSpPr>
          <p:cNvPr id="1616" name="Google Shape;1616;p217"/>
          <p:cNvSpPr txBox="1"/>
          <p:nvPr/>
        </p:nvSpPr>
        <p:spPr>
          <a:xfrm>
            <a:off x="6000750" y="1785937"/>
            <a:ext cx="2071687"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Påfyllnadshål</a:t>
            </a:r>
            <a:endParaRPr/>
          </a:p>
        </p:txBody>
      </p:sp>
      <p:sp>
        <p:nvSpPr>
          <p:cNvPr id="1617" name="Google Shape;1617;p217"/>
          <p:cNvSpPr txBox="1"/>
          <p:nvPr/>
        </p:nvSpPr>
        <p:spPr>
          <a:xfrm>
            <a:off x="6858000" y="2428875"/>
            <a:ext cx="1928812"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Nivåplugg</a:t>
            </a:r>
            <a:endParaRPr/>
          </a:p>
        </p:txBody>
      </p:sp>
      <p:sp>
        <p:nvSpPr>
          <p:cNvPr id="1618" name="Google Shape;1618;p217"/>
          <p:cNvSpPr txBox="1"/>
          <p:nvPr/>
        </p:nvSpPr>
        <p:spPr>
          <a:xfrm>
            <a:off x="7072312" y="3071812"/>
            <a:ext cx="1785937"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Tapplugg</a:t>
            </a:r>
            <a:endParaRPr/>
          </a:p>
        </p:txBody>
      </p:sp>
      <p:sp>
        <p:nvSpPr>
          <p:cNvPr id="1619" name="Google Shape;1619;p217"/>
          <p:cNvSpPr/>
          <p:nvPr/>
        </p:nvSpPr>
        <p:spPr>
          <a:xfrm>
            <a:off x="3143250" y="3000375"/>
            <a:ext cx="928687" cy="1785937"/>
          </a:xfrm>
          <a:prstGeom prst="hexagon">
            <a:avLst>
              <a:gd fmla="val 25000" name="adj"/>
              <a:gd fmla="val 115470" name="vf"/>
            </a:avLst>
          </a:prstGeom>
          <a:solidFill>
            <a:schemeClr val="accent1">
              <a:alpha val="32549"/>
            </a:schemeClr>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cxnSp>
        <p:nvCxnSpPr>
          <p:cNvPr id="1620" name="Google Shape;1620;p217"/>
          <p:cNvCxnSpPr/>
          <p:nvPr/>
        </p:nvCxnSpPr>
        <p:spPr>
          <a:xfrm flipH="1">
            <a:off x="3571875" y="3286125"/>
            <a:ext cx="3500437" cy="1571625"/>
          </a:xfrm>
          <a:prstGeom prst="straightConnector1">
            <a:avLst/>
          </a:prstGeom>
          <a:noFill/>
          <a:ln cap="flat" cmpd="sng" w="25400">
            <a:solidFill>
              <a:srgbClr val="FF0000"/>
            </a:solidFill>
            <a:prstDash val="solid"/>
            <a:miter lim="800000"/>
            <a:headEnd len="med" w="med" type="none"/>
            <a:tailEnd len="lg" w="lg" type="triangle"/>
          </a:ln>
        </p:spPr>
      </p:cxnSp>
      <p:cxnSp>
        <p:nvCxnSpPr>
          <p:cNvPr id="1621" name="Google Shape;1621;p217"/>
          <p:cNvCxnSpPr/>
          <p:nvPr/>
        </p:nvCxnSpPr>
        <p:spPr>
          <a:xfrm flipH="1">
            <a:off x="3571875" y="2643187"/>
            <a:ext cx="3286125" cy="1357312"/>
          </a:xfrm>
          <a:prstGeom prst="straightConnector1">
            <a:avLst/>
          </a:prstGeom>
          <a:noFill/>
          <a:ln cap="flat" cmpd="sng" w="25400">
            <a:solidFill>
              <a:srgbClr val="FF0000"/>
            </a:solidFill>
            <a:prstDash val="solid"/>
            <a:miter lim="800000"/>
            <a:headEnd len="med" w="med" type="none"/>
            <a:tailEnd len="lg" w="lg" type="triangle"/>
          </a:ln>
        </p:spPr>
      </p:cxnSp>
      <p:cxnSp>
        <p:nvCxnSpPr>
          <p:cNvPr id="1622" name="Google Shape;1622;p217"/>
          <p:cNvCxnSpPr/>
          <p:nvPr/>
        </p:nvCxnSpPr>
        <p:spPr>
          <a:xfrm flipH="1">
            <a:off x="3571875" y="2286000"/>
            <a:ext cx="2357437" cy="714375"/>
          </a:xfrm>
          <a:prstGeom prst="straightConnector1">
            <a:avLst/>
          </a:prstGeom>
          <a:noFill/>
          <a:ln cap="flat" cmpd="sng" w="25400">
            <a:solidFill>
              <a:srgbClr val="FF0000"/>
            </a:solidFill>
            <a:prstDash val="solid"/>
            <a:miter lim="800000"/>
            <a:headEnd len="med" w="med" type="none"/>
            <a:tailEnd len="lg" w="lg" type="triangle"/>
          </a:ln>
        </p:spPr>
      </p:cxnSp>
      <p:sp>
        <p:nvSpPr>
          <p:cNvPr id="1623" name="Google Shape;1623;p217"/>
          <p:cNvSpPr txBox="1"/>
          <p:nvPr/>
        </p:nvSpPr>
        <p:spPr>
          <a:xfrm>
            <a:off x="1857375" y="3500437"/>
            <a:ext cx="1500187" cy="461962"/>
          </a:xfrm>
          <a:prstGeom prst="rect">
            <a:avLst/>
          </a:prstGeom>
          <a:solidFill>
            <a:schemeClr val="accent1">
              <a:alpha val="55686"/>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Kedjehus</a:t>
            </a:r>
            <a:endParaRPr/>
          </a:p>
        </p:txBody>
      </p:sp>
      <p:sp>
        <p:nvSpPr>
          <p:cNvPr id="1624" name="Google Shape;1624;p217"/>
          <p:cNvSpPr/>
          <p:nvPr/>
        </p:nvSpPr>
        <p:spPr>
          <a:xfrm>
            <a:off x="3203575" y="4941887"/>
            <a:ext cx="1223962" cy="574675"/>
          </a:xfrm>
          <a:prstGeom prst="can">
            <a:avLst>
              <a:gd fmla="val 25000" name="adj"/>
            </a:avLst>
          </a:prstGeom>
          <a:gradFill>
            <a:gsLst>
              <a:gs pos="0">
                <a:srgbClr val="000000"/>
              </a:gs>
              <a:gs pos="19999">
                <a:srgbClr val="000040"/>
              </a:gs>
              <a:gs pos="50000">
                <a:srgbClr val="400040"/>
              </a:gs>
              <a:gs pos="75000">
                <a:srgbClr val="8F0040"/>
              </a:gs>
              <a:gs pos="89999">
                <a:srgbClr val="F27300"/>
              </a:gs>
              <a:gs pos="100000">
                <a:srgbClr val="FFBF00"/>
              </a:gs>
            </a:gsLst>
            <a:lin ang="5400000" scaled="0"/>
          </a:gra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625" name="Google Shape;1625;p217"/>
          <p:cNvSpPr/>
          <p:nvPr/>
        </p:nvSpPr>
        <p:spPr>
          <a:xfrm>
            <a:off x="3563938" y="4076701"/>
            <a:ext cx="257175" cy="936476"/>
          </a:xfrm>
          <a:custGeom>
            <a:rect b="b" l="l" r="r" t="t"/>
            <a:pathLst>
              <a:path extrusionOk="0" h="1101970" w="257907">
                <a:moveTo>
                  <a:pt x="23446" y="0"/>
                </a:moveTo>
                <a:cubicBezTo>
                  <a:pt x="31261" y="46892"/>
                  <a:pt x="30200" y="96165"/>
                  <a:pt x="46892" y="140677"/>
                </a:cubicBezTo>
                <a:cubicBezTo>
                  <a:pt x="54654" y="161375"/>
                  <a:pt x="82411" y="168615"/>
                  <a:pt x="93784" y="187570"/>
                </a:cubicBezTo>
                <a:cubicBezTo>
                  <a:pt x="106499" y="208762"/>
                  <a:pt x="109415" y="234462"/>
                  <a:pt x="117230" y="257908"/>
                </a:cubicBezTo>
                <a:cubicBezTo>
                  <a:pt x="93784" y="281354"/>
                  <a:pt x="65285" y="300658"/>
                  <a:pt x="46892" y="328247"/>
                </a:cubicBezTo>
                <a:cubicBezTo>
                  <a:pt x="33183" y="348811"/>
                  <a:pt x="19383" y="374207"/>
                  <a:pt x="23446" y="398585"/>
                </a:cubicBezTo>
                <a:cubicBezTo>
                  <a:pt x="31088" y="444436"/>
                  <a:pt x="101772" y="501227"/>
                  <a:pt x="140676" y="515816"/>
                </a:cubicBezTo>
                <a:cubicBezTo>
                  <a:pt x="177990" y="529809"/>
                  <a:pt x="218830" y="531447"/>
                  <a:pt x="257907" y="539262"/>
                </a:cubicBezTo>
                <a:cubicBezTo>
                  <a:pt x="93784" y="648678"/>
                  <a:pt x="148492" y="586155"/>
                  <a:pt x="70338" y="703385"/>
                </a:cubicBezTo>
                <a:lnTo>
                  <a:pt x="23446" y="844062"/>
                </a:lnTo>
                <a:lnTo>
                  <a:pt x="0" y="914400"/>
                </a:lnTo>
                <a:cubicBezTo>
                  <a:pt x="32013" y="946414"/>
                  <a:pt x="78996" y="987267"/>
                  <a:pt x="93784" y="1031631"/>
                </a:cubicBezTo>
                <a:cubicBezTo>
                  <a:pt x="101198" y="1053874"/>
                  <a:pt x="93784" y="1078524"/>
                  <a:pt x="93784" y="1101970"/>
                </a:cubicBezTo>
              </a:path>
            </a:pathLst>
          </a:custGeom>
          <a:solidFill>
            <a:schemeClr val="accent1"/>
          </a:solidFill>
          <a:ln cap="flat" cmpd="sng" w="41275">
            <a:solidFill>
              <a:srgbClr val="000082"/>
            </a:solidFill>
            <a:prstDash val="dash"/>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t/>
            </a:r>
            <a:endParaRPr b="0" i="0" sz="2400" u="none" cap="none" strike="noStrike">
              <a:solidFill>
                <a:srgbClr val="3D1E0B"/>
              </a:solidFill>
              <a:latin typeface="Times New Roman"/>
              <a:ea typeface="Times New Roman"/>
              <a:cs typeface="Times New Roman"/>
              <a:sym typeface="Times New Roman"/>
            </a:endParaRPr>
          </a:p>
        </p:txBody>
      </p:sp>
      <p:pic>
        <p:nvPicPr>
          <p:cNvPr descr="Kedjehus.jpg" id="1626" name="Google Shape;1626;p217"/>
          <p:cNvPicPr preferRelativeResize="0"/>
          <p:nvPr/>
        </p:nvPicPr>
        <p:blipFill rotWithShape="1">
          <a:blip r:embed="rId4">
            <a:alphaModFix/>
          </a:blip>
          <a:srcRect b="0" l="0" r="0" t="0"/>
          <a:stretch/>
        </p:blipFill>
        <p:spPr>
          <a:xfrm>
            <a:off x="684212" y="1557337"/>
            <a:ext cx="7775575" cy="5083175"/>
          </a:xfrm>
          <a:prstGeom prst="rect">
            <a:avLst/>
          </a:prstGeom>
          <a:noFill/>
          <a:ln>
            <a:noFill/>
          </a:ln>
        </p:spPr>
      </p:pic>
      <p:sp>
        <p:nvSpPr>
          <p:cNvPr id="1627" name="Google Shape;1627;p217"/>
          <p:cNvSpPr txBox="1"/>
          <p:nvPr/>
        </p:nvSpPr>
        <p:spPr>
          <a:xfrm>
            <a:off x="6227762" y="1989137"/>
            <a:ext cx="1368425"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Påfyllnad</a:t>
            </a:r>
            <a:endParaRPr/>
          </a:p>
        </p:txBody>
      </p:sp>
      <p:sp>
        <p:nvSpPr>
          <p:cNvPr id="1628" name="Google Shape;1628;p217"/>
          <p:cNvSpPr txBox="1"/>
          <p:nvPr/>
        </p:nvSpPr>
        <p:spPr>
          <a:xfrm>
            <a:off x="900112" y="4365625"/>
            <a:ext cx="863600"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Nivå</a:t>
            </a:r>
            <a:endParaRPr/>
          </a:p>
        </p:txBody>
      </p:sp>
      <p:sp>
        <p:nvSpPr>
          <p:cNvPr id="1629" name="Google Shape;1629;p217"/>
          <p:cNvSpPr txBox="1"/>
          <p:nvPr/>
        </p:nvSpPr>
        <p:spPr>
          <a:xfrm>
            <a:off x="5867400" y="5445125"/>
            <a:ext cx="2160587"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Tapplugg</a:t>
            </a:r>
            <a:endParaRPr/>
          </a:p>
        </p:txBody>
      </p:sp>
      <p:cxnSp>
        <p:nvCxnSpPr>
          <p:cNvPr id="1630" name="Google Shape;1630;p217"/>
          <p:cNvCxnSpPr/>
          <p:nvPr/>
        </p:nvCxnSpPr>
        <p:spPr>
          <a:xfrm flipH="1">
            <a:off x="5364162" y="2349500"/>
            <a:ext cx="936625" cy="287337"/>
          </a:xfrm>
          <a:prstGeom prst="straightConnector1">
            <a:avLst/>
          </a:prstGeom>
          <a:noFill/>
          <a:ln cap="flat" cmpd="sng" w="25400">
            <a:solidFill>
              <a:srgbClr val="FF0000"/>
            </a:solidFill>
            <a:prstDash val="solid"/>
            <a:miter lim="800000"/>
            <a:headEnd len="med" w="med" type="none"/>
            <a:tailEnd len="med" w="med" type="stealth"/>
          </a:ln>
        </p:spPr>
      </p:cxnSp>
      <p:cxnSp>
        <p:nvCxnSpPr>
          <p:cNvPr id="1631" name="Google Shape;1631;p217"/>
          <p:cNvCxnSpPr/>
          <p:nvPr/>
        </p:nvCxnSpPr>
        <p:spPr>
          <a:xfrm>
            <a:off x="1619250" y="4652962"/>
            <a:ext cx="792162" cy="360362"/>
          </a:xfrm>
          <a:prstGeom prst="straightConnector1">
            <a:avLst/>
          </a:prstGeom>
          <a:noFill/>
          <a:ln cap="flat" cmpd="sng" w="25400">
            <a:solidFill>
              <a:srgbClr val="FF0000"/>
            </a:solidFill>
            <a:prstDash val="solid"/>
            <a:miter lim="800000"/>
            <a:headEnd len="med" w="med" type="none"/>
            <a:tailEnd len="med" w="med" type="stealth"/>
          </a:ln>
        </p:spPr>
      </p:cxnSp>
      <p:cxnSp>
        <p:nvCxnSpPr>
          <p:cNvPr id="1632" name="Google Shape;1632;p217"/>
          <p:cNvCxnSpPr/>
          <p:nvPr/>
        </p:nvCxnSpPr>
        <p:spPr>
          <a:xfrm flipH="1">
            <a:off x="3635375" y="5661025"/>
            <a:ext cx="2305050" cy="720725"/>
          </a:xfrm>
          <a:prstGeom prst="straightConnector1">
            <a:avLst/>
          </a:prstGeom>
          <a:noFill/>
          <a:ln cap="flat" cmpd="sng" w="25400">
            <a:solidFill>
              <a:srgbClr val="FF0000"/>
            </a:solidFill>
            <a:prstDash val="solid"/>
            <a:miter lim="800000"/>
            <a:headEnd len="med" w="med" type="none"/>
            <a:tailEnd len="med" w="med" type="stealth"/>
          </a:ln>
        </p:spPr>
      </p:cxnSp>
      <p:sp>
        <p:nvSpPr>
          <p:cNvPr id="1633" name="Google Shape;1633;p217"/>
          <p:cNvSpPr txBox="1"/>
          <p:nvPr/>
        </p:nvSpPr>
        <p:spPr>
          <a:xfrm>
            <a:off x="827087" y="1773237"/>
            <a:ext cx="3168650"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I verkligheten (Polaris)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19"/>
                                        </p:tgtEl>
                                        <p:attrNameLst>
                                          <p:attrName>style.visibility</p:attrName>
                                        </p:attrNameLst>
                                      </p:cBhvr>
                                      <p:to>
                                        <p:strVal val="visible"/>
                                      </p:to>
                                    </p:set>
                                    <p:anim calcmode="lin" valueType="num">
                                      <p:cBhvr additive="base">
                                        <p:cTn dur="500"/>
                                        <p:tgtEl>
                                          <p:spTgt spid="1619"/>
                                        </p:tgtEl>
                                        <p:attrNameLst>
                                          <p:attrName>ppt_w</p:attrName>
                                        </p:attrNameLst>
                                      </p:cBhvr>
                                      <p:tavLst>
                                        <p:tav fmla="" tm="0">
                                          <p:val>
                                            <p:strVal val="0"/>
                                          </p:val>
                                        </p:tav>
                                        <p:tav fmla="" tm="100000">
                                          <p:val>
                                            <p:strVal val="#ppt_w"/>
                                          </p:val>
                                        </p:tav>
                                      </p:tavLst>
                                    </p:anim>
                                    <p:anim calcmode="lin" valueType="num">
                                      <p:cBhvr additive="base">
                                        <p:cTn dur="500"/>
                                        <p:tgtEl>
                                          <p:spTgt spid="161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623"/>
                                        </p:tgtEl>
                                        <p:attrNameLst>
                                          <p:attrName>style.visibility</p:attrName>
                                        </p:attrNameLst>
                                      </p:cBhvr>
                                      <p:to>
                                        <p:strVal val="visible"/>
                                      </p:to>
                                    </p:set>
                                    <p:anim calcmode="lin" valueType="num">
                                      <p:cBhvr additive="base">
                                        <p:cTn dur="500"/>
                                        <p:tgtEl>
                                          <p:spTgt spid="1623"/>
                                        </p:tgtEl>
                                        <p:attrNameLst>
                                          <p:attrName>ppt_w</p:attrName>
                                        </p:attrNameLst>
                                      </p:cBhvr>
                                      <p:tavLst>
                                        <p:tav fmla="" tm="0">
                                          <p:val>
                                            <p:strVal val="0"/>
                                          </p:val>
                                        </p:tav>
                                        <p:tav fmla="" tm="100000">
                                          <p:val>
                                            <p:strVal val="#ppt_w"/>
                                          </p:val>
                                        </p:tav>
                                      </p:tavLst>
                                    </p:anim>
                                    <p:anim calcmode="lin" valueType="num">
                                      <p:cBhvr additive="base">
                                        <p:cTn dur="500"/>
                                        <p:tgtEl>
                                          <p:spTgt spid="162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500"/>
                                        <p:tgtEl>
                                          <p:spTgt spid="1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0"/>
                                        </p:tgtEl>
                                        <p:attrNameLst>
                                          <p:attrName>style.visibility</p:attrName>
                                        </p:attrNameLst>
                                      </p:cBhvr>
                                      <p:to>
                                        <p:strVal val="visible"/>
                                      </p:to>
                                    </p:set>
                                    <p:animEffect filter="fade" transition="in">
                                      <p:cBhvr>
                                        <p:cTn dur="500"/>
                                        <p:tgtEl>
                                          <p:spTgt spid="1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4"/>
                                        </p:tgtEl>
                                        <p:attrNameLst>
                                          <p:attrName>style.visibility</p:attrName>
                                        </p:attrNameLst>
                                      </p:cBhvr>
                                      <p:to>
                                        <p:strVal val="visible"/>
                                      </p:to>
                                    </p:set>
                                    <p:animEffect filter="fade" transition="in">
                                      <p:cBhvr>
                                        <p:cTn dur="500"/>
                                        <p:tgtEl>
                                          <p:spTgt spid="1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500"/>
                                        <p:tgtEl>
                                          <p:spTgt spid="16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500"/>
                                        <p:tgtEl>
                                          <p:spTgt spid="16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6"/>
                                        </p:tgtEl>
                                        <p:attrNameLst>
                                          <p:attrName>style.visibility</p:attrName>
                                        </p:attrNameLst>
                                      </p:cBhvr>
                                      <p:to>
                                        <p:strVal val="visible"/>
                                      </p:to>
                                    </p:set>
                                    <p:animEffect filter="fade" transition="in">
                                      <p:cBhvr>
                                        <p:cTn dur="500"/>
                                        <p:tgtEl>
                                          <p:spTgt spid="1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2"/>
                                        </p:tgtEl>
                                        <p:attrNameLst>
                                          <p:attrName>style.visibility</p:attrName>
                                        </p:attrNameLst>
                                      </p:cBhvr>
                                      <p:to>
                                        <p:strVal val="visible"/>
                                      </p:to>
                                    </p:set>
                                    <p:animEffect filter="fade" transition="in">
                                      <p:cBhvr>
                                        <p:cTn dur="500"/>
                                        <p:tgtEl>
                                          <p:spTgt spid="16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620"/>
                                        </p:tgtEl>
                                        <p:attrNameLst>
                                          <p:attrName>ppt_y</p:attrName>
                                        </p:attrNameLst>
                                      </p:cBhvr>
                                      <p:tavLst>
                                        <p:tav fmla="" tm="0">
                                          <p:val>
                                            <p:strVal val="#ppt_y"/>
                                          </p:val>
                                        </p:tav>
                                        <p:tav fmla="" tm="100000">
                                          <p:val>
                                            <p:strVal val="#ppt_y+1"/>
                                          </p:val>
                                        </p:tav>
                                      </p:tavLst>
                                    </p:anim>
                                    <p:set>
                                      <p:cBhvr>
                                        <p:cTn dur="1" fill="hold">
                                          <p:stCondLst>
                                            <p:cond delay="500"/>
                                          </p:stCondLst>
                                        </p:cTn>
                                        <p:tgtEl>
                                          <p:spTgt spid="162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618"/>
                                        </p:tgtEl>
                                      </p:cBhvr>
                                    </p:animEffect>
                                    <p:set>
                                      <p:cBhvr>
                                        <p:cTn dur="1" fill="hold">
                                          <p:stCondLst>
                                            <p:cond delay="500"/>
                                          </p:stCondLst>
                                        </p:cTn>
                                        <p:tgtEl>
                                          <p:spTgt spid="161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6"/>
                                        </p:tgtEl>
                                        <p:attrNameLst>
                                          <p:attrName>style.visibility</p:attrName>
                                        </p:attrNameLst>
                                      </p:cBhvr>
                                      <p:to>
                                        <p:strVal val="visible"/>
                                      </p:to>
                                    </p:set>
                                    <p:animEffect filter="fade" transition="in">
                                      <p:cBhvr>
                                        <p:cTn dur="500"/>
                                        <p:tgtEl>
                                          <p:spTgt spid="1626"/>
                                        </p:tgtEl>
                                      </p:cBhvr>
                                    </p:animEffect>
                                  </p:childTnLst>
                                </p:cTn>
                              </p:par>
                              <p:par>
                                <p:cTn fill="hold" nodeType="withEffect" presetClass="entr" presetID="10" presetSubtype="0">
                                  <p:stCondLst>
                                    <p:cond delay="0"/>
                                  </p:stCondLst>
                                  <p:childTnLst>
                                    <p:set>
                                      <p:cBhvr>
                                        <p:cTn dur="1" fill="hold">
                                          <p:stCondLst>
                                            <p:cond delay="0"/>
                                          </p:stCondLst>
                                        </p:cTn>
                                        <p:tgtEl>
                                          <p:spTgt spid="1633">
                                            <p:txEl>
                                              <p:pRg end="0" st="0"/>
                                            </p:txEl>
                                          </p:spTgt>
                                        </p:tgtEl>
                                        <p:attrNameLst>
                                          <p:attrName>style.visibility</p:attrName>
                                        </p:attrNameLst>
                                      </p:cBhvr>
                                      <p:to>
                                        <p:strVal val="visible"/>
                                      </p:to>
                                    </p:set>
                                    <p:animEffect filter="fade" transition="in">
                                      <p:cBhvr>
                                        <p:cTn dur="500"/>
                                        <p:tgtEl>
                                          <p:spTgt spid="16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27"/>
                                        </p:tgtEl>
                                        <p:attrNameLst>
                                          <p:attrName>style.visibility</p:attrName>
                                        </p:attrNameLst>
                                      </p:cBhvr>
                                      <p:to>
                                        <p:strVal val="visible"/>
                                      </p:to>
                                    </p:set>
                                    <p:anim calcmode="lin" valueType="num">
                                      <p:cBhvr additive="base">
                                        <p:cTn dur="500"/>
                                        <p:tgtEl>
                                          <p:spTgt spid="162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630"/>
                                        </p:tgtEl>
                                        <p:attrNameLst>
                                          <p:attrName>style.visibility</p:attrName>
                                        </p:attrNameLst>
                                      </p:cBhvr>
                                      <p:to>
                                        <p:strVal val="visible"/>
                                      </p:to>
                                    </p:set>
                                    <p:anim calcmode="lin" valueType="num">
                                      <p:cBhvr additive="base">
                                        <p:cTn dur="500"/>
                                        <p:tgtEl>
                                          <p:spTgt spid="16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629"/>
                                        </p:tgtEl>
                                        <p:attrNameLst>
                                          <p:attrName>style.visibility</p:attrName>
                                        </p:attrNameLst>
                                      </p:cBhvr>
                                      <p:to>
                                        <p:strVal val="visible"/>
                                      </p:to>
                                    </p:set>
                                    <p:anim calcmode="lin" valueType="num">
                                      <p:cBhvr additive="base">
                                        <p:cTn dur="500"/>
                                        <p:tgtEl>
                                          <p:spTgt spid="162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632"/>
                                        </p:tgtEl>
                                        <p:attrNameLst>
                                          <p:attrName>style.visibility</p:attrName>
                                        </p:attrNameLst>
                                      </p:cBhvr>
                                      <p:to>
                                        <p:strVal val="visible"/>
                                      </p:to>
                                    </p:set>
                                    <p:anim calcmode="lin" valueType="num">
                                      <p:cBhvr additive="base">
                                        <p:cTn dur="500"/>
                                        <p:tgtEl>
                                          <p:spTgt spid="163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628"/>
                                        </p:tgtEl>
                                        <p:attrNameLst>
                                          <p:attrName>style.visibility</p:attrName>
                                        </p:attrNameLst>
                                      </p:cBhvr>
                                      <p:to>
                                        <p:strVal val="visible"/>
                                      </p:to>
                                    </p:set>
                                    <p:anim calcmode="lin" valueType="num">
                                      <p:cBhvr additive="base">
                                        <p:cTn dur="500"/>
                                        <p:tgtEl>
                                          <p:spTgt spid="162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631"/>
                                        </p:tgtEl>
                                        <p:attrNameLst>
                                          <p:attrName>style.visibility</p:attrName>
                                        </p:attrNameLst>
                                      </p:cBhvr>
                                      <p:to>
                                        <p:strVal val="visible"/>
                                      </p:to>
                                    </p:set>
                                    <p:anim calcmode="lin" valueType="num">
                                      <p:cBhvr additive="base">
                                        <p:cTn dur="500"/>
                                        <p:tgtEl>
                                          <p:spTgt spid="163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p218"/>
          <p:cNvSpPr txBox="1"/>
          <p:nvPr>
            <p:ph type="title"/>
          </p:nvPr>
        </p:nvSpPr>
        <p:spPr>
          <a:xfrm>
            <a:off x="684212" y="765175"/>
            <a:ext cx="7772400" cy="860425"/>
          </a:xfrm>
          <a:prstGeom prst="rect">
            <a:avLst/>
          </a:prstGeom>
          <a:noFill/>
          <a:ln>
            <a:noFill/>
          </a:ln>
        </p:spPr>
        <p:txBody>
          <a:bodyPr anchorCtr="0" anchor="ctr" bIns="45700" lIns="91425" spcFirstLastPara="1" rIns="91425" wrap="square" tIns="45700">
            <a:noAutofit/>
          </a:bodyPr>
          <a:lstStyle/>
          <a:p>
            <a:pPr indent="0" lvl="0" marL="53975" rtl="0" algn="l">
              <a:lnSpc>
                <a:spcPct val="100000"/>
              </a:lnSpc>
              <a:spcBef>
                <a:spcPts val="0"/>
              </a:spcBef>
              <a:spcAft>
                <a:spcPts val="0"/>
              </a:spcAft>
              <a:buClr>
                <a:schemeClr val="dk2"/>
              </a:buClr>
              <a:buSzPts val="4000"/>
              <a:buFont typeface="Trebuchet MS"/>
              <a:buNone/>
            </a:pPr>
            <a:r>
              <a:rPr b="0" i="0" lang="en-US" sz="4000" u="none">
                <a:solidFill>
                  <a:schemeClr val="dk2"/>
                </a:solidFill>
                <a:latin typeface="Trebuchet MS"/>
                <a:ea typeface="Trebuchet MS"/>
                <a:cs typeface="Trebuchet MS"/>
                <a:sym typeface="Trebuchet MS"/>
              </a:rPr>
              <a:t>Personlig Skyddsutrustning</a:t>
            </a:r>
            <a:endParaRPr/>
          </a:p>
        </p:txBody>
      </p:sp>
      <p:sp>
        <p:nvSpPr>
          <p:cNvPr id="1640" name="Google Shape;1640;p218"/>
          <p:cNvSpPr txBox="1"/>
          <p:nvPr>
            <p:ph idx="1" type="body"/>
          </p:nvPr>
        </p:nvSpPr>
        <p:spPr>
          <a:xfrm>
            <a:off x="179387" y="2636837"/>
            <a:ext cx="4168775" cy="3724275"/>
          </a:xfrm>
          <a:prstGeom prst="rect">
            <a:avLst/>
          </a:prstGeom>
          <a:noFill/>
          <a:ln>
            <a:noFill/>
          </a:ln>
        </p:spPr>
        <p:txBody>
          <a:bodyPr anchorCtr="0" anchor="t" bIns="45700" lIns="91425" spcFirstLastPara="1" rIns="91425" wrap="square" tIns="45700">
            <a:noAutofit/>
          </a:bodyPr>
          <a:lstStyle/>
          <a:p>
            <a:pPr indent="-255587" lvl="0" marL="365125" rtl="0" algn="l">
              <a:lnSpc>
                <a:spcPct val="90000"/>
              </a:lnSpc>
              <a:spcBef>
                <a:spcPts val="0"/>
              </a:spcBef>
              <a:spcAft>
                <a:spcPts val="0"/>
              </a:spcAft>
              <a:buClr>
                <a:srgbClr val="A04DA3"/>
              </a:buClr>
              <a:buSzPts val="2000"/>
              <a:buFont typeface="Georgia"/>
              <a:buChar char="•"/>
            </a:pPr>
            <a:r>
              <a:rPr b="0" i="0" lang="en-US" sz="2000" u="none">
                <a:solidFill>
                  <a:schemeClr val="dk1"/>
                </a:solidFill>
                <a:latin typeface="Georgia"/>
                <a:ea typeface="Georgia"/>
                <a:cs typeface="Georgia"/>
                <a:sym typeface="Georgia"/>
              </a:rPr>
              <a:t>Hjälm</a:t>
            </a:r>
            <a:endParaRPr/>
          </a:p>
          <a:p>
            <a:pPr indent="-246062" lvl="1" marL="657225" rtl="0" algn="l">
              <a:lnSpc>
                <a:spcPct val="90000"/>
              </a:lnSpc>
              <a:spcBef>
                <a:spcPts val="300"/>
              </a:spcBef>
              <a:spcAft>
                <a:spcPts val="0"/>
              </a:spcAft>
              <a:buClr>
                <a:schemeClr val="accent2"/>
              </a:buClr>
              <a:buSzPts val="1800"/>
              <a:buFont typeface="Georgia"/>
              <a:buChar char="▫"/>
            </a:pPr>
            <a:r>
              <a:rPr b="0" i="0" lang="en-US" sz="1800" u="none">
                <a:solidFill>
                  <a:schemeClr val="dk1"/>
                </a:solidFill>
                <a:latin typeface="Georgia"/>
                <a:ea typeface="Georgia"/>
                <a:cs typeface="Georgia"/>
                <a:sym typeface="Georgia"/>
              </a:rPr>
              <a:t>Obligatoriskt från 1/1 2016</a:t>
            </a:r>
            <a:endParaRPr/>
          </a:p>
          <a:p>
            <a:pPr indent="-246062" lvl="1" marL="657225" rtl="0" algn="l">
              <a:lnSpc>
                <a:spcPct val="90000"/>
              </a:lnSpc>
              <a:spcBef>
                <a:spcPts val="300"/>
              </a:spcBef>
              <a:spcAft>
                <a:spcPts val="0"/>
              </a:spcAft>
              <a:buClr>
                <a:schemeClr val="accent2"/>
              </a:buClr>
              <a:buSzPts val="1800"/>
              <a:buFont typeface="Georgia"/>
              <a:buChar char="▫"/>
            </a:pPr>
            <a:r>
              <a:rPr b="0" i="0" lang="en-US" sz="1800" u="none">
                <a:solidFill>
                  <a:schemeClr val="dk1"/>
                </a:solidFill>
                <a:latin typeface="Georgia"/>
                <a:ea typeface="Georgia"/>
                <a:cs typeface="Georgia"/>
                <a:sym typeface="Georgia"/>
              </a:rPr>
              <a:t>Nya undantag från 1/12 2017</a:t>
            </a:r>
            <a:endParaRPr/>
          </a:p>
          <a:p>
            <a:pPr indent="-246062" lvl="1" marL="657225" rtl="0" algn="l">
              <a:lnSpc>
                <a:spcPct val="90000"/>
              </a:lnSpc>
              <a:spcBef>
                <a:spcPts val="300"/>
              </a:spcBef>
              <a:spcAft>
                <a:spcPts val="0"/>
              </a:spcAft>
              <a:buClr>
                <a:schemeClr val="accent2"/>
              </a:buClr>
              <a:buSzPts val="1800"/>
              <a:buFont typeface="Georgia"/>
              <a:buChar char="▫"/>
            </a:pPr>
            <a:r>
              <a:rPr b="0" i="0" lang="en-US" sz="1800" u="none">
                <a:solidFill>
                  <a:schemeClr val="dk1"/>
                </a:solidFill>
                <a:latin typeface="Georgia"/>
                <a:ea typeface="Georgia"/>
                <a:cs typeface="Georgia"/>
                <a:sym typeface="Georgia"/>
              </a:rPr>
              <a:t>För små barn rekommenderas en lättare hjälm</a:t>
            </a:r>
            <a:endParaRPr/>
          </a:p>
          <a:p>
            <a:pPr indent="-131762" lvl="1" marL="657225" rtl="0" algn="l">
              <a:lnSpc>
                <a:spcPct val="90000"/>
              </a:lnSpc>
              <a:spcBef>
                <a:spcPts val="300"/>
              </a:spcBef>
              <a:spcAft>
                <a:spcPts val="0"/>
              </a:spcAft>
              <a:buClr>
                <a:schemeClr val="accent2"/>
              </a:buClr>
              <a:buSzPts val="1800"/>
              <a:buFont typeface="Georgia"/>
              <a:buNone/>
            </a:pPr>
            <a:r>
              <a:t/>
            </a:r>
            <a:endParaRPr b="0" i="0" sz="1800" u="none">
              <a:solidFill>
                <a:schemeClr val="dk1"/>
              </a:solidFill>
              <a:latin typeface="Georgia"/>
              <a:ea typeface="Georgia"/>
              <a:cs typeface="Georgia"/>
              <a:sym typeface="Georgia"/>
            </a:endParaRPr>
          </a:p>
          <a:p>
            <a:pPr indent="-246062" lvl="1" marL="657225" rtl="0" algn="l">
              <a:lnSpc>
                <a:spcPct val="90000"/>
              </a:lnSpc>
              <a:spcBef>
                <a:spcPts val="300"/>
              </a:spcBef>
              <a:spcAft>
                <a:spcPts val="0"/>
              </a:spcAft>
              <a:buClr>
                <a:schemeClr val="accent2"/>
              </a:buClr>
              <a:buSzPts val="1800"/>
              <a:buFont typeface="Georgia"/>
              <a:buChar char="▫"/>
            </a:pPr>
            <a:r>
              <a:rPr b="0" i="0" lang="en-US" sz="1800" u="none">
                <a:solidFill>
                  <a:schemeClr val="dk1"/>
                </a:solidFill>
                <a:latin typeface="Georgia"/>
                <a:ea typeface="Georgia"/>
                <a:cs typeface="Georgia"/>
                <a:sym typeface="Georgia"/>
              </a:rPr>
              <a:t>Komplettera gärna med ryggskydd, armbågs- och knäskydd.</a:t>
            </a:r>
            <a:endParaRPr/>
          </a:p>
          <a:p>
            <a:pPr indent="-246062" lvl="1" marL="657225" rtl="0" algn="l">
              <a:lnSpc>
                <a:spcPct val="90000"/>
              </a:lnSpc>
              <a:spcBef>
                <a:spcPts val="300"/>
              </a:spcBef>
              <a:spcAft>
                <a:spcPts val="0"/>
              </a:spcAft>
              <a:buClr>
                <a:schemeClr val="accent2"/>
              </a:buClr>
              <a:buSzPts val="1800"/>
              <a:buFont typeface="Georgia"/>
              <a:buChar char="▫"/>
            </a:pPr>
            <a:r>
              <a:rPr b="0" i="0" lang="en-US" sz="1800" u="none">
                <a:solidFill>
                  <a:schemeClr val="dk1"/>
                </a:solidFill>
                <a:latin typeface="Georgia"/>
                <a:ea typeface="Georgia"/>
                <a:cs typeface="Georgia"/>
                <a:sym typeface="Georgia"/>
              </a:rPr>
              <a:t>Riktiga skor.</a:t>
            </a:r>
            <a:endParaRPr/>
          </a:p>
          <a:p>
            <a:pPr indent="-141288" lvl="0" marL="365125" rtl="0" algn="l">
              <a:spcBef>
                <a:spcPts val="300"/>
              </a:spcBef>
              <a:spcAft>
                <a:spcPts val="0"/>
              </a:spcAft>
              <a:buSzPts val="1800"/>
              <a:buNone/>
            </a:pPr>
            <a:r>
              <a:t/>
            </a:r>
            <a:endParaRPr b="0" i="0" sz="1800" u="none">
              <a:solidFill>
                <a:schemeClr val="dk1"/>
              </a:solidFill>
              <a:latin typeface="Georgia"/>
              <a:ea typeface="Georgia"/>
              <a:cs typeface="Georgia"/>
              <a:sym typeface="Georgia"/>
            </a:endParaRPr>
          </a:p>
        </p:txBody>
      </p:sp>
      <p:pic>
        <p:nvPicPr>
          <p:cNvPr descr="svart-sida" id="1641" name="Google Shape;1641;p218"/>
          <p:cNvPicPr preferRelativeResize="0"/>
          <p:nvPr>
            <p:ph idx="2" type="clipArt"/>
          </p:nvPr>
        </p:nvPicPr>
        <p:blipFill rotWithShape="1">
          <a:blip r:embed="rId3">
            <a:alphaModFix/>
          </a:blip>
          <a:srcRect b="0" l="0" r="0" t="0"/>
          <a:stretch/>
        </p:blipFill>
        <p:spPr>
          <a:xfrm>
            <a:off x="4067175" y="4292600"/>
            <a:ext cx="2159000" cy="2159000"/>
          </a:xfrm>
          <a:prstGeom prst="rect">
            <a:avLst/>
          </a:prstGeom>
          <a:noFill/>
          <a:ln>
            <a:noFill/>
          </a:ln>
        </p:spPr>
      </p:pic>
      <p:pic>
        <p:nvPicPr>
          <p:cNvPr descr="N625BLEU_mini" id="1642" name="Google Shape;1642;p218"/>
          <p:cNvPicPr preferRelativeResize="0"/>
          <p:nvPr/>
        </p:nvPicPr>
        <p:blipFill rotWithShape="1">
          <a:blip r:embed="rId4">
            <a:alphaModFix/>
          </a:blip>
          <a:srcRect b="0" l="0" r="0" t="0"/>
          <a:stretch/>
        </p:blipFill>
        <p:spPr>
          <a:xfrm>
            <a:off x="3779837" y="1628775"/>
            <a:ext cx="2632075" cy="2389187"/>
          </a:xfrm>
          <a:prstGeom prst="rect">
            <a:avLst/>
          </a:prstGeom>
          <a:noFill/>
          <a:ln>
            <a:noFill/>
          </a:ln>
        </p:spPr>
      </p:pic>
      <p:pic>
        <p:nvPicPr>
          <p:cNvPr descr="integral" id="1643" name="Google Shape;1643;p218"/>
          <p:cNvPicPr preferRelativeResize="0"/>
          <p:nvPr/>
        </p:nvPicPr>
        <p:blipFill rotWithShape="1">
          <a:blip r:embed="rId5">
            <a:alphaModFix/>
          </a:blip>
          <a:srcRect b="0" l="0" r="0" t="0"/>
          <a:stretch/>
        </p:blipFill>
        <p:spPr>
          <a:xfrm>
            <a:off x="6372225" y="1844675"/>
            <a:ext cx="2457450" cy="2457450"/>
          </a:xfrm>
          <a:prstGeom prst="rect">
            <a:avLst/>
          </a:prstGeom>
          <a:noFill/>
          <a:ln>
            <a:noFill/>
          </a:ln>
        </p:spPr>
      </p:pic>
      <p:pic>
        <p:nvPicPr>
          <p:cNvPr descr="skidhjälm.jpg" id="1644" name="Google Shape;1644;p218"/>
          <p:cNvPicPr preferRelativeResize="0"/>
          <p:nvPr/>
        </p:nvPicPr>
        <p:blipFill rotWithShape="1">
          <a:blip r:embed="rId6">
            <a:alphaModFix/>
          </a:blip>
          <a:srcRect b="0" l="0" r="0" t="0"/>
          <a:stretch/>
        </p:blipFill>
        <p:spPr>
          <a:xfrm>
            <a:off x="6443662" y="4081462"/>
            <a:ext cx="2449512" cy="2536825"/>
          </a:xfrm>
          <a:prstGeom prst="rect">
            <a:avLst/>
          </a:prstGeom>
          <a:noFill/>
          <a:ln>
            <a:noFill/>
          </a:ln>
        </p:spPr>
      </p:pic>
      <p:pic>
        <p:nvPicPr>
          <p:cNvPr descr="Nolan N40.jpg" id="1645" name="Google Shape;1645;p218"/>
          <p:cNvPicPr preferRelativeResize="0"/>
          <p:nvPr/>
        </p:nvPicPr>
        <p:blipFill rotWithShape="1">
          <a:blip r:embed="rId7">
            <a:alphaModFix/>
          </a:blip>
          <a:srcRect b="0" l="0" r="0" t="0"/>
          <a:stretch/>
        </p:blipFill>
        <p:spPr>
          <a:xfrm>
            <a:off x="3851275" y="4194175"/>
            <a:ext cx="2665412" cy="2663825"/>
          </a:xfrm>
          <a:prstGeom prst="rect">
            <a:avLst/>
          </a:prstGeom>
          <a:noFill/>
          <a:ln>
            <a:noFill/>
          </a:ln>
        </p:spPr>
      </p:pic>
      <p:sp>
        <p:nvSpPr>
          <p:cNvPr id="1646" name="Google Shape;1646;p218"/>
          <p:cNvSpPr txBox="1"/>
          <p:nvPr/>
        </p:nvSpPr>
        <p:spPr>
          <a:xfrm>
            <a:off x="484800" y="64540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Georgia"/>
                <a:ea typeface="Georgia"/>
                <a:cs typeface="Georgia"/>
                <a:sym typeface="Georgia"/>
              </a:rPr>
              <a:t>sid 20</a:t>
            </a:r>
            <a:endParaRPr>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0">
                                            <p:txEl>
                                              <p:pRg end="0" st="0"/>
                                            </p:txEl>
                                          </p:spTgt>
                                        </p:tgtEl>
                                        <p:attrNameLst>
                                          <p:attrName>style.visibility</p:attrName>
                                        </p:attrNameLst>
                                      </p:cBhvr>
                                      <p:to>
                                        <p:strVal val="visible"/>
                                      </p:to>
                                    </p:set>
                                    <p:anim calcmode="lin" valueType="num">
                                      <p:cBhvr additive="base">
                                        <p:cTn dur="300"/>
                                        <p:tgtEl>
                                          <p:spTgt spid="1640">
                                            <p:txEl>
                                              <p:pRg end="0" st="0"/>
                                            </p:txEl>
                                          </p:spTgt>
                                        </p:tgtEl>
                                        <p:attrNameLst>
                                          <p:attrName>ppt_w</p:attrName>
                                        </p:attrNameLst>
                                      </p:cBhvr>
                                      <p:tavLst>
                                        <p:tav fmla="" tm="0">
                                          <p:val>
                                            <p:strVal val="0"/>
                                          </p:val>
                                        </p:tav>
                                        <p:tav fmla="" tm="100000">
                                          <p:val>
                                            <p:strVal val="#ppt_w"/>
                                          </p:val>
                                        </p:tav>
                                      </p:tavLst>
                                    </p:anim>
                                    <p:anim calcmode="lin" valueType="num">
                                      <p:cBhvr additive="base">
                                        <p:cTn dur="300"/>
                                        <p:tgtEl>
                                          <p:spTgt spid="1640">
                                            <p:txEl>
                                              <p:pRg end="0" st="0"/>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0">
                                            <p:txEl>
                                              <p:pRg end="1" st="1"/>
                                            </p:txEl>
                                          </p:spTgt>
                                        </p:tgtEl>
                                        <p:attrNameLst>
                                          <p:attrName>style.visibility</p:attrName>
                                        </p:attrNameLst>
                                      </p:cBhvr>
                                      <p:to>
                                        <p:strVal val="visible"/>
                                      </p:to>
                                    </p:set>
                                    <p:anim calcmode="lin" valueType="num">
                                      <p:cBhvr additive="base">
                                        <p:cTn dur="300"/>
                                        <p:tgtEl>
                                          <p:spTgt spid="1640">
                                            <p:txEl>
                                              <p:pRg end="1" st="1"/>
                                            </p:txEl>
                                          </p:spTgt>
                                        </p:tgtEl>
                                        <p:attrNameLst>
                                          <p:attrName>ppt_w</p:attrName>
                                        </p:attrNameLst>
                                      </p:cBhvr>
                                      <p:tavLst>
                                        <p:tav fmla="" tm="0">
                                          <p:val>
                                            <p:strVal val="0"/>
                                          </p:val>
                                        </p:tav>
                                        <p:tav fmla="" tm="100000">
                                          <p:val>
                                            <p:strVal val="#ppt_w"/>
                                          </p:val>
                                        </p:tav>
                                      </p:tavLst>
                                    </p:anim>
                                    <p:anim calcmode="lin" valueType="num">
                                      <p:cBhvr additive="base">
                                        <p:cTn dur="300"/>
                                        <p:tgtEl>
                                          <p:spTgt spid="1640">
                                            <p:txEl>
                                              <p:pRg end="1" st="1"/>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0">
                                            <p:txEl>
                                              <p:pRg end="2" st="2"/>
                                            </p:txEl>
                                          </p:spTgt>
                                        </p:tgtEl>
                                        <p:attrNameLst>
                                          <p:attrName>style.visibility</p:attrName>
                                        </p:attrNameLst>
                                      </p:cBhvr>
                                      <p:to>
                                        <p:strVal val="visible"/>
                                      </p:to>
                                    </p:set>
                                    <p:anim calcmode="lin" valueType="num">
                                      <p:cBhvr additive="base">
                                        <p:cTn dur="300"/>
                                        <p:tgtEl>
                                          <p:spTgt spid="1640">
                                            <p:txEl>
                                              <p:pRg end="2" st="2"/>
                                            </p:txEl>
                                          </p:spTgt>
                                        </p:tgtEl>
                                        <p:attrNameLst>
                                          <p:attrName>ppt_w</p:attrName>
                                        </p:attrNameLst>
                                      </p:cBhvr>
                                      <p:tavLst>
                                        <p:tav fmla="" tm="0">
                                          <p:val>
                                            <p:strVal val="0"/>
                                          </p:val>
                                        </p:tav>
                                        <p:tav fmla="" tm="100000">
                                          <p:val>
                                            <p:strVal val="#ppt_w"/>
                                          </p:val>
                                        </p:tav>
                                      </p:tavLst>
                                    </p:anim>
                                    <p:anim calcmode="lin" valueType="num">
                                      <p:cBhvr additive="base">
                                        <p:cTn dur="300"/>
                                        <p:tgtEl>
                                          <p:spTgt spid="1640">
                                            <p:txEl>
                                              <p:pRg end="2" st="2"/>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0">
                                            <p:txEl>
                                              <p:pRg end="3" st="3"/>
                                            </p:txEl>
                                          </p:spTgt>
                                        </p:tgtEl>
                                        <p:attrNameLst>
                                          <p:attrName>style.visibility</p:attrName>
                                        </p:attrNameLst>
                                      </p:cBhvr>
                                      <p:to>
                                        <p:strVal val="visible"/>
                                      </p:to>
                                    </p:set>
                                    <p:anim calcmode="lin" valueType="num">
                                      <p:cBhvr additive="base">
                                        <p:cTn dur="300"/>
                                        <p:tgtEl>
                                          <p:spTgt spid="1640">
                                            <p:txEl>
                                              <p:pRg end="3" st="3"/>
                                            </p:txEl>
                                          </p:spTgt>
                                        </p:tgtEl>
                                        <p:attrNameLst>
                                          <p:attrName>ppt_w</p:attrName>
                                        </p:attrNameLst>
                                      </p:cBhvr>
                                      <p:tavLst>
                                        <p:tav fmla="" tm="0">
                                          <p:val>
                                            <p:strVal val="0"/>
                                          </p:val>
                                        </p:tav>
                                        <p:tav fmla="" tm="100000">
                                          <p:val>
                                            <p:strVal val="#ppt_w"/>
                                          </p:val>
                                        </p:tav>
                                      </p:tavLst>
                                    </p:anim>
                                    <p:anim calcmode="lin" valueType="num">
                                      <p:cBhvr additive="base">
                                        <p:cTn dur="300"/>
                                        <p:tgtEl>
                                          <p:spTgt spid="1640">
                                            <p:txEl>
                                              <p:pRg end="3" st="3"/>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0">
                                            <p:txEl>
                                              <p:pRg end="4" st="4"/>
                                            </p:txEl>
                                          </p:spTgt>
                                        </p:tgtEl>
                                        <p:attrNameLst>
                                          <p:attrName>style.visibility</p:attrName>
                                        </p:attrNameLst>
                                      </p:cBhvr>
                                      <p:to>
                                        <p:strVal val="visible"/>
                                      </p:to>
                                    </p:set>
                                    <p:anim calcmode="lin" valueType="num">
                                      <p:cBhvr additive="base">
                                        <p:cTn dur="300"/>
                                        <p:tgtEl>
                                          <p:spTgt spid="1640">
                                            <p:txEl>
                                              <p:pRg end="4" st="4"/>
                                            </p:txEl>
                                          </p:spTgt>
                                        </p:tgtEl>
                                        <p:attrNameLst>
                                          <p:attrName>ppt_w</p:attrName>
                                        </p:attrNameLst>
                                      </p:cBhvr>
                                      <p:tavLst>
                                        <p:tav fmla="" tm="0">
                                          <p:val>
                                            <p:strVal val="0"/>
                                          </p:val>
                                        </p:tav>
                                        <p:tav fmla="" tm="100000">
                                          <p:val>
                                            <p:strVal val="#ppt_w"/>
                                          </p:val>
                                        </p:tav>
                                      </p:tavLst>
                                    </p:anim>
                                    <p:anim calcmode="lin" valueType="num">
                                      <p:cBhvr additive="base">
                                        <p:cTn dur="300"/>
                                        <p:tgtEl>
                                          <p:spTgt spid="1640">
                                            <p:txEl>
                                              <p:pRg end="4" st="4"/>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0">
                                            <p:txEl>
                                              <p:pRg end="5" st="5"/>
                                            </p:txEl>
                                          </p:spTgt>
                                        </p:tgtEl>
                                        <p:attrNameLst>
                                          <p:attrName>style.visibility</p:attrName>
                                        </p:attrNameLst>
                                      </p:cBhvr>
                                      <p:to>
                                        <p:strVal val="visible"/>
                                      </p:to>
                                    </p:set>
                                    <p:anim calcmode="lin" valueType="num">
                                      <p:cBhvr additive="base">
                                        <p:cTn dur="300"/>
                                        <p:tgtEl>
                                          <p:spTgt spid="1640">
                                            <p:txEl>
                                              <p:pRg end="5" st="5"/>
                                            </p:txEl>
                                          </p:spTgt>
                                        </p:tgtEl>
                                        <p:attrNameLst>
                                          <p:attrName>ppt_w</p:attrName>
                                        </p:attrNameLst>
                                      </p:cBhvr>
                                      <p:tavLst>
                                        <p:tav fmla="" tm="0">
                                          <p:val>
                                            <p:strVal val="0"/>
                                          </p:val>
                                        </p:tav>
                                        <p:tav fmla="" tm="100000">
                                          <p:val>
                                            <p:strVal val="#ppt_w"/>
                                          </p:val>
                                        </p:tav>
                                      </p:tavLst>
                                    </p:anim>
                                    <p:anim calcmode="lin" valueType="num">
                                      <p:cBhvr additive="base">
                                        <p:cTn dur="300"/>
                                        <p:tgtEl>
                                          <p:spTgt spid="1640">
                                            <p:txEl>
                                              <p:pRg end="5" st="5"/>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0">
                                            <p:txEl>
                                              <p:pRg end="6" st="6"/>
                                            </p:txEl>
                                          </p:spTgt>
                                        </p:tgtEl>
                                        <p:attrNameLst>
                                          <p:attrName>style.visibility</p:attrName>
                                        </p:attrNameLst>
                                      </p:cBhvr>
                                      <p:to>
                                        <p:strVal val="visible"/>
                                      </p:to>
                                    </p:set>
                                    <p:anim calcmode="lin" valueType="num">
                                      <p:cBhvr additive="base">
                                        <p:cTn dur="300"/>
                                        <p:tgtEl>
                                          <p:spTgt spid="1640">
                                            <p:txEl>
                                              <p:pRg end="6" st="6"/>
                                            </p:txEl>
                                          </p:spTgt>
                                        </p:tgtEl>
                                        <p:attrNameLst>
                                          <p:attrName>ppt_w</p:attrName>
                                        </p:attrNameLst>
                                      </p:cBhvr>
                                      <p:tavLst>
                                        <p:tav fmla="" tm="0">
                                          <p:val>
                                            <p:strVal val="0"/>
                                          </p:val>
                                        </p:tav>
                                        <p:tav fmla="" tm="100000">
                                          <p:val>
                                            <p:strVal val="#ppt_w"/>
                                          </p:val>
                                        </p:tav>
                                      </p:tavLst>
                                    </p:anim>
                                    <p:anim calcmode="lin" valueType="num">
                                      <p:cBhvr additive="base">
                                        <p:cTn dur="300"/>
                                        <p:tgtEl>
                                          <p:spTgt spid="1640">
                                            <p:txEl>
                                              <p:pRg end="6" st="6"/>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640">
                                            <p:txEl>
                                              <p:pRg end="7" st="7"/>
                                            </p:txEl>
                                          </p:spTgt>
                                        </p:tgtEl>
                                        <p:attrNameLst>
                                          <p:attrName>style.visibility</p:attrName>
                                        </p:attrNameLst>
                                      </p:cBhvr>
                                      <p:to>
                                        <p:strVal val="visible"/>
                                      </p:to>
                                    </p:set>
                                    <p:anim calcmode="lin" valueType="num">
                                      <p:cBhvr additive="base">
                                        <p:cTn dur="300"/>
                                        <p:tgtEl>
                                          <p:spTgt spid="1640">
                                            <p:txEl>
                                              <p:pRg end="7" st="7"/>
                                            </p:txEl>
                                          </p:spTgt>
                                        </p:tgtEl>
                                        <p:attrNameLst>
                                          <p:attrName>ppt_w</p:attrName>
                                        </p:attrNameLst>
                                      </p:cBhvr>
                                      <p:tavLst>
                                        <p:tav fmla="" tm="0">
                                          <p:val>
                                            <p:strVal val="0"/>
                                          </p:val>
                                        </p:tav>
                                        <p:tav fmla="" tm="100000">
                                          <p:val>
                                            <p:strVal val="#ppt_w"/>
                                          </p:val>
                                        </p:tav>
                                      </p:tavLst>
                                    </p:anim>
                                    <p:anim calcmode="lin" valueType="num">
                                      <p:cBhvr additive="base">
                                        <p:cTn dur="300"/>
                                        <p:tgtEl>
                                          <p:spTgt spid="1640">
                                            <p:txEl>
                                              <p:pRg end="7" st="7"/>
                                            </p:txEl>
                                          </p:spTgt>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42"/>
                                        </p:tgtEl>
                                        <p:attrNameLst>
                                          <p:attrName>style.visibility</p:attrName>
                                        </p:attrNameLst>
                                      </p:cBhvr>
                                      <p:to>
                                        <p:strVal val="visible"/>
                                      </p:to>
                                    </p:set>
                                    <p:anim calcmode="lin" valueType="num">
                                      <p:cBhvr additive="base">
                                        <p:cTn dur="500"/>
                                        <p:tgtEl>
                                          <p:spTgt spid="164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3"/>
                                        </p:tgtEl>
                                        <p:attrNameLst>
                                          <p:attrName>style.visibility</p:attrName>
                                        </p:attrNameLst>
                                      </p:cBhvr>
                                      <p:to>
                                        <p:strVal val="visible"/>
                                      </p:to>
                                    </p:set>
                                    <p:animEffect filter="fade" transition="in">
                                      <p:cBhvr>
                                        <p:cTn dur="500"/>
                                        <p:tgtEl>
                                          <p:spTgt spid="1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1"/>
                                        </p:tgtEl>
                                        <p:attrNameLst>
                                          <p:attrName>style.visibility</p:attrName>
                                        </p:attrNameLst>
                                      </p:cBhvr>
                                      <p:to>
                                        <p:strVal val="visible"/>
                                      </p:to>
                                    </p:set>
                                    <p:animEffect filter="fade" transition="in">
                                      <p:cBhvr>
                                        <p:cTn dur="500"/>
                                        <p:tgtEl>
                                          <p:spTgt spid="16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5"/>
                                        </p:tgtEl>
                                        <p:attrNameLst>
                                          <p:attrName>style.visibility</p:attrName>
                                        </p:attrNameLst>
                                      </p:cBhvr>
                                      <p:to>
                                        <p:strVal val="visible"/>
                                      </p:to>
                                    </p:set>
                                    <p:animEffect filter="fade" transition="in">
                                      <p:cBhvr>
                                        <p:cTn dur="500"/>
                                        <p:tgtEl>
                                          <p:spTgt spid="16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4"/>
                                        </p:tgtEl>
                                        <p:attrNameLst>
                                          <p:attrName>style.visibility</p:attrName>
                                        </p:attrNameLst>
                                      </p:cBhvr>
                                      <p:to>
                                        <p:strVal val="visible"/>
                                      </p:to>
                                    </p:set>
                                    <p:animEffect filter="fade" transition="in">
                                      <p:cBhvr>
                                        <p:cTn dur="500"/>
                                        <p:tgtEl>
                                          <p:spTgt spid="16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1" name="Shape 1651"/>
        <p:cNvGrpSpPr/>
        <p:nvPr/>
      </p:nvGrpSpPr>
      <p:grpSpPr>
        <a:xfrm>
          <a:off x="0" y="0"/>
          <a:ext cx="0" cy="0"/>
          <a:chOff x="0" y="0"/>
          <a:chExt cx="0" cy="0"/>
        </a:xfrm>
      </p:grpSpPr>
      <p:sp>
        <p:nvSpPr>
          <p:cNvPr id="1652" name="Google Shape;1652;p219"/>
          <p:cNvSpPr txBox="1"/>
          <p:nvPr>
            <p:ph type="title"/>
          </p:nvPr>
        </p:nvSpPr>
        <p:spPr>
          <a:xfrm>
            <a:off x="539750" y="620712"/>
            <a:ext cx="8305800" cy="504825"/>
          </a:xfrm>
          <a:prstGeom prst="rect">
            <a:avLst/>
          </a:prstGeom>
          <a:noFill/>
          <a:ln>
            <a:noFill/>
          </a:ln>
        </p:spPr>
        <p:txBody>
          <a:bodyPr anchorCtr="0" anchor="ctr"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Trebuchet MS"/>
              <a:buNone/>
            </a:pPr>
            <a:r>
              <a:rPr b="1" i="0" lang="en-US" sz="2400" u="none">
                <a:solidFill>
                  <a:schemeClr val="dk1"/>
                </a:solidFill>
                <a:latin typeface="Trebuchet MS"/>
                <a:ea typeface="Trebuchet MS"/>
                <a:cs typeface="Trebuchet MS"/>
                <a:sym typeface="Trebuchet MS"/>
              </a:rPr>
              <a:t>Nya undantag från 1/12 2017</a:t>
            </a:r>
            <a:br>
              <a:rPr b="0" i="0" lang="en-US" sz="1600" u="none">
                <a:solidFill>
                  <a:schemeClr val="dk1"/>
                </a:solidFill>
                <a:latin typeface="Trebuchet MS"/>
                <a:ea typeface="Trebuchet MS"/>
                <a:cs typeface="Trebuchet MS"/>
                <a:sym typeface="Trebuchet MS"/>
              </a:rPr>
            </a:br>
            <a:r>
              <a:rPr b="0" i="0" lang="en-US" sz="3600" u="none">
                <a:solidFill>
                  <a:schemeClr val="dk2"/>
                </a:solidFill>
                <a:latin typeface="Trebuchet MS"/>
                <a:ea typeface="Trebuchet MS"/>
                <a:cs typeface="Trebuchet MS"/>
                <a:sym typeface="Trebuchet MS"/>
              </a:rPr>
              <a:t>Exempel på typer som är godkända.</a:t>
            </a:r>
            <a:endParaRPr/>
          </a:p>
        </p:txBody>
      </p:sp>
      <p:pic>
        <p:nvPicPr>
          <p:cNvPr descr="Polishjälm.jpg" id="1653" name="Google Shape;1653;p219"/>
          <p:cNvPicPr preferRelativeResize="0"/>
          <p:nvPr/>
        </p:nvPicPr>
        <p:blipFill rotWithShape="1">
          <a:blip r:embed="rId3">
            <a:alphaModFix/>
          </a:blip>
          <a:srcRect b="0" l="0" r="0" t="0"/>
          <a:stretch/>
        </p:blipFill>
        <p:spPr>
          <a:xfrm>
            <a:off x="1476375" y="1341437"/>
            <a:ext cx="2735262" cy="2735262"/>
          </a:xfrm>
          <a:prstGeom prst="rect">
            <a:avLst/>
          </a:prstGeom>
          <a:noFill/>
          <a:ln>
            <a:noFill/>
          </a:ln>
        </p:spPr>
      </p:pic>
      <p:pic>
        <p:nvPicPr>
          <p:cNvPr descr="Försvarsmaktens nya hjälm.jpg" id="1654" name="Google Shape;1654;p219"/>
          <p:cNvPicPr preferRelativeResize="0"/>
          <p:nvPr/>
        </p:nvPicPr>
        <p:blipFill rotWithShape="1">
          <a:blip r:embed="rId4">
            <a:alphaModFix/>
          </a:blip>
          <a:srcRect b="0" l="0" r="0" t="0"/>
          <a:stretch/>
        </p:blipFill>
        <p:spPr>
          <a:xfrm rot="-1920000">
            <a:off x="5097462" y="3278187"/>
            <a:ext cx="4060825" cy="2708275"/>
          </a:xfrm>
          <a:prstGeom prst="rect">
            <a:avLst/>
          </a:prstGeom>
          <a:noFill/>
          <a:ln>
            <a:noFill/>
          </a:ln>
        </p:spPr>
      </p:pic>
      <p:pic>
        <p:nvPicPr>
          <p:cNvPr descr="Huggarhjälm.jpg" id="1655" name="Google Shape;1655;p219"/>
          <p:cNvPicPr preferRelativeResize="0"/>
          <p:nvPr/>
        </p:nvPicPr>
        <p:blipFill rotWithShape="1">
          <a:blip r:embed="rId5">
            <a:alphaModFix/>
          </a:blip>
          <a:srcRect b="0" l="0" r="0" t="0"/>
          <a:stretch/>
        </p:blipFill>
        <p:spPr>
          <a:xfrm>
            <a:off x="4932362" y="1268412"/>
            <a:ext cx="2824162" cy="2493962"/>
          </a:xfrm>
          <a:prstGeom prst="rect">
            <a:avLst/>
          </a:prstGeom>
          <a:noFill/>
          <a:ln>
            <a:noFill/>
          </a:ln>
        </p:spPr>
      </p:pic>
      <p:pic>
        <p:nvPicPr>
          <p:cNvPr descr="Skidhjälm.png" id="1656" name="Google Shape;1656;p219"/>
          <p:cNvPicPr preferRelativeResize="0"/>
          <p:nvPr/>
        </p:nvPicPr>
        <p:blipFill rotWithShape="1">
          <a:blip r:embed="rId6">
            <a:alphaModFix/>
          </a:blip>
          <a:srcRect b="0" l="0" r="0" t="0"/>
          <a:stretch/>
        </p:blipFill>
        <p:spPr>
          <a:xfrm>
            <a:off x="468312" y="4076700"/>
            <a:ext cx="2374900" cy="2516187"/>
          </a:xfrm>
          <a:prstGeom prst="rect">
            <a:avLst/>
          </a:prstGeom>
          <a:noFill/>
          <a:ln>
            <a:noFill/>
          </a:ln>
        </p:spPr>
      </p:pic>
      <p:sp>
        <p:nvSpPr>
          <p:cNvPr id="1657" name="Google Shape;1657;p219"/>
          <p:cNvSpPr txBox="1"/>
          <p:nvPr/>
        </p:nvSpPr>
        <p:spPr>
          <a:xfrm>
            <a:off x="684212" y="2205037"/>
            <a:ext cx="1439862" cy="6461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Polisens hjälm</a:t>
            </a:r>
            <a:endParaRPr/>
          </a:p>
        </p:txBody>
      </p:sp>
      <p:sp>
        <p:nvSpPr>
          <p:cNvPr id="1658" name="Google Shape;1658;p219"/>
          <p:cNvSpPr txBox="1"/>
          <p:nvPr/>
        </p:nvSpPr>
        <p:spPr>
          <a:xfrm>
            <a:off x="7019925" y="5661025"/>
            <a:ext cx="2305050" cy="3698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Försvarets nya</a:t>
            </a:r>
            <a:endParaRPr/>
          </a:p>
        </p:txBody>
      </p:sp>
      <p:sp>
        <p:nvSpPr>
          <p:cNvPr id="1659" name="Google Shape;1659;p219"/>
          <p:cNvSpPr txBox="1"/>
          <p:nvPr/>
        </p:nvSpPr>
        <p:spPr>
          <a:xfrm>
            <a:off x="6804025" y="3141662"/>
            <a:ext cx="1871662"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Huggarhjälm</a:t>
            </a:r>
            <a:endParaRPr/>
          </a:p>
        </p:txBody>
      </p:sp>
      <p:sp>
        <p:nvSpPr>
          <p:cNvPr id="1660" name="Google Shape;1660;p219"/>
          <p:cNvSpPr txBox="1"/>
          <p:nvPr/>
        </p:nvSpPr>
        <p:spPr>
          <a:xfrm>
            <a:off x="250825" y="6021387"/>
            <a:ext cx="1368425" cy="3698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Skidhjäm</a:t>
            </a:r>
            <a:endParaRPr/>
          </a:p>
        </p:txBody>
      </p:sp>
      <p:pic>
        <p:nvPicPr>
          <p:cNvPr descr="Luftsporthjälm.jpg" id="1661" name="Google Shape;1661;p219"/>
          <p:cNvPicPr preferRelativeResize="0"/>
          <p:nvPr/>
        </p:nvPicPr>
        <p:blipFill rotWithShape="1">
          <a:blip r:embed="rId7">
            <a:alphaModFix/>
          </a:blip>
          <a:srcRect b="0" l="0" r="0" t="0"/>
          <a:stretch/>
        </p:blipFill>
        <p:spPr>
          <a:xfrm>
            <a:off x="2843212" y="3789362"/>
            <a:ext cx="2736850" cy="2454275"/>
          </a:xfrm>
          <a:prstGeom prst="rect">
            <a:avLst/>
          </a:prstGeom>
          <a:noFill/>
          <a:ln>
            <a:noFill/>
          </a:ln>
        </p:spPr>
      </p:pic>
      <p:sp>
        <p:nvSpPr>
          <p:cNvPr id="1662" name="Google Shape;1662;p219"/>
          <p:cNvSpPr txBox="1"/>
          <p:nvPr/>
        </p:nvSpPr>
        <p:spPr>
          <a:xfrm>
            <a:off x="3132137" y="6021387"/>
            <a:ext cx="2160587" cy="3698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Times New Roman"/>
              <a:buNone/>
            </a:pPr>
            <a:r>
              <a:rPr b="0" i="0" lang="en-US" sz="2400" u="none">
                <a:solidFill>
                  <a:schemeClr val="dk1"/>
                </a:solidFill>
                <a:latin typeface="Times New Roman"/>
                <a:ea typeface="Times New Roman"/>
                <a:cs typeface="Times New Roman"/>
                <a:sym typeface="Times New Roman"/>
              </a:rPr>
              <a:t>Luftsporthjälm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7" name="Shape 1667"/>
        <p:cNvGrpSpPr/>
        <p:nvPr/>
      </p:nvGrpSpPr>
      <p:grpSpPr>
        <a:xfrm>
          <a:off x="0" y="0"/>
          <a:ext cx="0" cy="0"/>
          <a:chOff x="0" y="0"/>
          <a:chExt cx="0" cy="0"/>
        </a:xfrm>
      </p:grpSpPr>
      <p:pic>
        <p:nvPicPr>
          <p:cNvPr descr="Skyddsväst.png" id="1668" name="Google Shape;1668;p220"/>
          <p:cNvPicPr preferRelativeResize="0"/>
          <p:nvPr/>
        </p:nvPicPr>
        <p:blipFill rotWithShape="1">
          <a:blip r:embed="rId3">
            <a:alphaModFix/>
          </a:blip>
          <a:srcRect b="0" l="0" r="0" t="0"/>
          <a:stretch/>
        </p:blipFill>
        <p:spPr>
          <a:xfrm>
            <a:off x="755650" y="333375"/>
            <a:ext cx="4103687" cy="4103687"/>
          </a:xfrm>
          <a:prstGeom prst="rect">
            <a:avLst/>
          </a:prstGeom>
          <a:noFill/>
          <a:ln>
            <a:noFill/>
          </a:ln>
        </p:spPr>
      </p:pic>
      <p:pic>
        <p:nvPicPr>
          <p:cNvPr descr="Ben- knäskydd.jpg" id="1669" name="Google Shape;1669;p220"/>
          <p:cNvPicPr preferRelativeResize="0"/>
          <p:nvPr/>
        </p:nvPicPr>
        <p:blipFill rotWithShape="1">
          <a:blip r:embed="rId4">
            <a:alphaModFix/>
          </a:blip>
          <a:srcRect b="0" l="0" r="0" t="0"/>
          <a:stretch/>
        </p:blipFill>
        <p:spPr>
          <a:xfrm>
            <a:off x="611187" y="3860800"/>
            <a:ext cx="2287587" cy="2287587"/>
          </a:xfrm>
          <a:prstGeom prst="rect">
            <a:avLst/>
          </a:prstGeom>
          <a:noFill/>
          <a:ln>
            <a:noFill/>
          </a:ln>
        </p:spPr>
      </p:pic>
      <p:pic>
        <p:nvPicPr>
          <p:cNvPr descr="skoterskor.jpg" id="1670" name="Google Shape;1670;p220"/>
          <p:cNvPicPr preferRelativeResize="0"/>
          <p:nvPr/>
        </p:nvPicPr>
        <p:blipFill rotWithShape="1">
          <a:blip r:embed="rId5">
            <a:alphaModFix/>
          </a:blip>
          <a:srcRect b="0" l="0" r="0" t="0"/>
          <a:stretch/>
        </p:blipFill>
        <p:spPr>
          <a:xfrm>
            <a:off x="5795962" y="3716337"/>
            <a:ext cx="2843212" cy="2844800"/>
          </a:xfrm>
          <a:prstGeom prst="rect">
            <a:avLst/>
          </a:prstGeom>
          <a:noFill/>
          <a:ln>
            <a:noFill/>
          </a:ln>
        </p:spPr>
      </p:pic>
      <p:pic>
        <p:nvPicPr>
          <p:cNvPr descr="ryggskydd.jpg" id="1671" name="Google Shape;1671;p220"/>
          <p:cNvPicPr preferRelativeResize="0"/>
          <p:nvPr/>
        </p:nvPicPr>
        <p:blipFill rotWithShape="1">
          <a:blip r:embed="rId6">
            <a:alphaModFix/>
          </a:blip>
          <a:srcRect b="0" l="0" r="0" t="0"/>
          <a:stretch/>
        </p:blipFill>
        <p:spPr>
          <a:xfrm>
            <a:off x="4643437" y="1052512"/>
            <a:ext cx="3024187" cy="3024187"/>
          </a:xfrm>
          <a:prstGeom prst="rect">
            <a:avLst/>
          </a:prstGeom>
          <a:noFill/>
          <a:ln>
            <a:noFill/>
          </a:ln>
        </p:spPr>
      </p:pic>
      <p:pic>
        <p:nvPicPr>
          <p:cNvPr descr="njurbalte.jpg" id="1672" name="Google Shape;1672;p220"/>
          <p:cNvPicPr preferRelativeResize="0"/>
          <p:nvPr/>
        </p:nvPicPr>
        <p:blipFill rotWithShape="1">
          <a:blip r:embed="rId7">
            <a:alphaModFix/>
          </a:blip>
          <a:srcRect b="0" l="0" r="0" t="0"/>
          <a:stretch/>
        </p:blipFill>
        <p:spPr>
          <a:xfrm>
            <a:off x="3348037" y="4581525"/>
            <a:ext cx="1774825" cy="1193800"/>
          </a:xfrm>
          <a:prstGeom prst="rect">
            <a:avLst/>
          </a:prstGeom>
          <a:noFill/>
          <a:ln>
            <a:noFill/>
          </a:ln>
        </p:spPr>
      </p:pic>
      <p:sp>
        <p:nvSpPr>
          <p:cNvPr id="1673" name="Google Shape;1673;p220"/>
          <p:cNvSpPr txBox="1"/>
          <p:nvPr/>
        </p:nvSpPr>
        <p:spPr>
          <a:xfrm>
            <a:off x="454500" y="65348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Georgia"/>
                <a:ea typeface="Georgia"/>
                <a:cs typeface="Georgia"/>
                <a:sym typeface="Georgia"/>
              </a:rPr>
              <a:t>sid 22</a:t>
            </a:r>
            <a:endParaRPr>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8"/>
                                        </p:tgtEl>
                                        <p:attrNameLst>
                                          <p:attrName>style.visibility</p:attrName>
                                        </p:attrNameLst>
                                      </p:cBhvr>
                                      <p:to>
                                        <p:strVal val="visible"/>
                                      </p:to>
                                    </p:set>
                                    <p:animEffect filter="fade" transition="in">
                                      <p:cBhvr>
                                        <p:cTn dur="500"/>
                                        <p:tgtEl>
                                          <p:spTgt spid="166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671"/>
                                        </p:tgtEl>
                                        <p:attrNameLst>
                                          <p:attrName>style.visibility</p:attrName>
                                        </p:attrNameLst>
                                      </p:cBhvr>
                                      <p:to>
                                        <p:strVal val="visible"/>
                                      </p:to>
                                    </p:set>
                                    <p:animEffect filter="fade" transition="in">
                                      <p:cBhvr>
                                        <p:cTn dur="500"/>
                                        <p:tgtEl>
                                          <p:spTgt spid="1671"/>
                                        </p:tgtEl>
                                      </p:cBhvr>
                                    </p:animEffect>
                                  </p:childTnLst>
                                </p:cTn>
                              </p:par>
                            </p:childTnLst>
                          </p:cTn>
                        </p:par>
                        <p:par>
                          <p:cTn fill="hold">
                            <p:stCondLst>
                              <p:cond delay="1000"/>
                            </p:stCondLst>
                            <p:childTnLst>
                              <p:par>
                                <p:cTn fill="hold" nodeType="afterEffect" presetClass="entr" presetID="2" presetSubtype="4">
                                  <p:stCondLst>
                                    <p:cond delay="0"/>
                                  </p:stCondLst>
                                  <p:childTnLst>
                                    <p:set>
                                      <p:cBhvr>
                                        <p:cTn dur="1" fill="hold">
                                          <p:stCondLst>
                                            <p:cond delay="0"/>
                                          </p:stCondLst>
                                        </p:cTn>
                                        <p:tgtEl>
                                          <p:spTgt spid="1669"/>
                                        </p:tgtEl>
                                        <p:attrNameLst>
                                          <p:attrName>style.visibility</p:attrName>
                                        </p:attrNameLst>
                                      </p:cBhvr>
                                      <p:to>
                                        <p:strVal val="visible"/>
                                      </p:to>
                                    </p:set>
                                    <p:anim calcmode="lin" valueType="num">
                                      <p:cBhvr additive="base">
                                        <p:cTn dur="500"/>
                                        <p:tgtEl>
                                          <p:spTgt spid="1669"/>
                                        </p:tgtEl>
                                        <p:attrNameLst>
                                          <p:attrName>ppt_y</p:attrName>
                                        </p:attrNameLst>
                                      </p:cBhvr>
                                      <p:tavLst>
                                        <p:tav fmla="" tm="0">
                                          <p:val>
                                            <p:strVal val="#ppt_y+1"/>
                                          </p:val>
                                        </p:tav>
                                        <p:tav fmla="" tm="100000">
                                          <p:val>
                                            <p:strVal val="#ppt_y"/>
                                          </p:val>
                                        </p:tav>
                                      </p:tavLst>
                                    </p:anim>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672"/>
                                        </p:tgtEl>
                                        <p:attrNameLst>
                                          <p:attrName>style.visibility</p:attrName>
                                        </p:attrNameLst>
                                      </p:cBhvr>
                                      <p:to>
                                        <p:strVal val="visible"/>
                                      </p:to>
                                    </p:set>
                                    <p:animEffect filter="fade" transition="in">
                                      <p:cBhvr>
                                        <p:cTn dur="500"/>
                                        <p:tgtEl>
                                          <p:spTgt spid="167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670"/>
                                        </p:tgtEl>
                                        <p:attrNameLst>
                                          <p:attrName>style.visibility</p:attrName>
                                        </p:attrNameLst>
                                      </p:cBhvr>
                                      <p:to>
                                        <p:strVal val="visible"/>
                                      </p:to>
                                    </p:set>
                                    <p:animEffect filter="fade" transition="in">
                                      <p:cBhvr>
                                        <p:cTn dur="500"/>
                                        <p:tgtEl>
                                          <p:spTgt spid="16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77" name="Shape 1677"/>
        <p:cNvGrpSpPr/>
        <p:nvPr/>
      </p:nvGrpSpPr>
      <p:grpSpPr>
        <a:xfrm>
          <a:off x="0" y="0"/>
          <a:ext cx="0" cy="0"/>
          <a:chOff x="0" y="0"/>
          <a:chExt cx="0" cy="0"/>
        </a:xfrm>
      </p:grpSpPr>
      <p:sp>
        <p:nvSpPr>
          <p:cNvPr id="1678" name="Google Shape;1678;p221"/>
          <p:cNvSpPr txBox="1"/>
          <p:nvPr>
            <p:ph type="title"/>
          </p:nvPr>
        </p:nvSpPr>
        <p:spPr>
          <a:xfrm>
            <a:off x="1435100" y="274637"/>
            <a:ext cx="749935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572314"/>
              </a:buClr>
              <a:buSzPts val="6600"/>
              <a:buFont typeface="Gill Sans"/>
              <a:buNone/>
            </a:pPr>
            <a:r>
              <a:rPr b="1" i="0" lang="en-US" sz="6600" u="none">
                <a:solidFill>
                  <a:srgbClr val="572314"/>
                </a:solidFill>
                <a:latin typeface="Gill Sans"/>
                <a:ea typeface="Gill Sans"/>
                <a:cs typeface="Gill Sans"/>
                <a:sym typeface="Gill Sans"/>
              </a:rPr>
              <a:t>V I M S</a:t>
            </a:r>
            <a:endParaRPr/>
          </a:p>
        </p:txBody>
      </p:sp>
      <p:sp>
        <p:nvSpPr>
          <p:cNvPr id="1679" name="Google Shape;1679;p221"/>
          <p:cNvSpPr txBox="1"/>
          <p:nvPr>
            <p:ph idx="1" type="body"/>
          </p:nvPr>
        </p:nvSpPr>
        <p:spPr>
          <a:xfrm>
            <a:off x="1403350" y="2057400"/>
            <a:ext cx="7497762" cy="3675062"/>
          </a:xfrm>
          <a:prstGeom prst="rect">
            <a:avLst/>
          </a:prstGeom>
          <a:noFill/>
          <a:ln>
            <a:noFill/>
          </a:ln>
        </p:spPr>
        <p:txBody>
          <a:bodyPr anchorCtr="0" anchor="t" bIns="45700" lIns="91425" spcFirstLastPara="1" rIns="91425" wrap="square" tIns="45700">
            <a:noAutofit/>
          </a:bodyPr>
          <a:lstStyle/>
          <a:p>
            <a:pPr indent="-282575" lvl="0" marL="365125" marR="0" rtl="0" algn="l">
              <a:lnSpc>
                <a:spcPct val="100000"/>
              </a:lnSpc>
              <a:spcBef>
                <a:spcPts val="0"/>
              </a:spcBef>
              <a:spcAft>
                <a:spcPts val="0"/>
              </a:spcAft>
              <a:buClr>
                <a:schemeClr val="accent1"/>
              </a:buClr>
              <a:buSzPts val="4320"/>
              <a:buFont typeface="Noto Sans Symbols"/>
              <a:buChar char="⚫"/>
            </a:pPr>
            <a:r>
              <a:rPr b="1" i="0" lang="en-US" sz="5400" u="none" cap="none" strike="noStrike">
                <a:solidFill>
                  <a:schemeClr val="dk1"/>
                </a:solidFill>
                <a:latin typeface="Gill Sans"/>
                <a:ea typeface="Gill Sans"/>
                <a:cs typeface="Gill Sans"/>
                <a:sym typeface="Gill Sans"/>
              </a:rPr>
              <a:t>V</a:t>
            </a:r>
            <a:r>
              <a:rPr b="0" i="0" lang="en-US" sz="4400" u="none" cap="none" strike="noStrike">
                <a:solidFill>
                  <a:schemeClr val="dk1"/>
                </a:solidFill>
                <a:latin typeface="Gill Sans"/>
                <a:ea typeface="Gill Sans"/>
                <a:cs typeface="Gill Sans"/>
                <a:sym typeface="Gill Sans"/>
              </a:rPr>
              <a:t>ädret</a:t>
            </a:r>
            <a:endParaRPr/>
          </a:p>
          <a:p>
            <a:pPr indent="-282575" lvl="0" marL="365125" marR="0" rtl="0" algn="l">
              <a:lnSpc>
                <a:spcPct val="100000"/>
              </a:lnSpc>
              <a:spcBef>
                <a:spcPts val="600"/>
              </a:spcBef>
              <a:spcAft>
                <a:spcPts val="0"/>
              </a:spcAft>
              <a:buClr>
                <a:schemeClr val="accent1"/>
              </a:buClr>
              <a:buSzPts val="4320"/>
              <a:buFont typeface="Noto Sans Symbols"/>
              <a:buChar char="⚫"/>
            </a:pPr>
            <a:r>
              <a:rPr b="1" i="0" lang="en-US" sz="5400" u="none" cap="none" strike="noStrike">
                <a:solidFill>
                  <a:schemeClr val="dk1"/>
                </a:solidFill>
                <a:latin typeface="Gill Sans"/>
                <a:ea typeface="Gill Sans"/>
                <a:cs typeface="Gill Sans"/>
                <a:sym typeface="Gill Sans"/>
              </a:rPr>
              <a:t>I</a:t>
            </a:r>
            <a:r>
              <a:rPr b="0" i="0" lang="en-US" sz="4400" u="none" cap="none" strike="noStrike">
                <a:solidFill>
                  <a:schemeClr val="dk1"/>
                </a:solidFill>
                <a:latin typeface="Gill Sans"/>
                <a:ea typeface="Gill Sans"/>
                <a:cs typeface="Gill Sans"/>
                <a:sym typeface="Gill Sans"/>
              </a:rPr>
              <a:t>dentifikationshandling</a:t>
            </a:r>
            <a:endParaRPr/>
          </a:p>
          <a:p>
            <a:pPr indent="-282575" lvl="0" marL="365125" marR="0" rtl="0" algn="l">
              <a:lnSpc>
                <a:spcPct val="100000"/>
              </a:lnSpc>
              <a:spcBef>
                <a:spcPts val="600"/>
              </a:spcBef>
              <a:spcAft>
                <a:spcPts val="0"/>
              </a:spcAft>
              <a:buClr>
                <a:schemeClr val="accent1"/>
              </a:buClr>
              <a:buSzPts val="4320"/>
              <a:buFont typeface="Noto Sans Symbols"/>
              <a:buChar char="⚫"/>
            </a:pPr>
            <a:r>
              <a:rPr b="1" i="0" lang="en-US" sz="5400" u="none" cap="none" strike="noStrike">
                <a:solidFill>
                  <a:schemeClr val="dk1"/>
                </a:solidFill>
                <a:latin typeface="Gill Sans"/>
                <a:ea typeface="Gill Sans"/>
                <a:cs typeface="Gill Sans"/>
                <a:sym typeface="Gill Sans"/>
              </a:rPr>
              <a:t>M</a:t>
            </a:r>
            <a:r>
              <a:rPr b="0" i="0" lang="en-US" sz="4400" u="none" cap="none" strike="noStrike">
                <a:solidFill>
                  <a:schemeClr val="dk1"/>
                </a:solidFill>
                <a:latin typeface="Gill Sans"/>
                <a:ea typeface="Gill Sans"/>
                <a:cs typeface="Gill Sans"/>
                <a:sym typeface="Gill Sans"/>
              </a:rPr>
              <a:t>eddela</a:t>
            </a:r>
            <a:endParaRPr/>
          </a:p>
          <a:p>
            <a:pPr indent="-282575" lvl="0" marL="365125" marR="0" rtl="0" algn="l">
              <a:lnSpc>
                <a:spcPct val="100000"/>
              </a:lnSpc>
              <a:spcBef>
                <a:spcPts val="600"/>
              </a:spcBef>
              <a:spcAft>
                <a:spcPts val="0"/>
              </a:spcAft>
              <a:buClr>
                <a:schemeClr val="accent1"/>
              </a:buClr>
              <a:buSzPts val="4320"/>
              <a:buFont typeface="Noto Sans Symbols"/>
              <a:buChar char="⚫"/>
            </a:pPr>
            <a:r>
              <a:rPr b="1" i="0" lang="en-US" sz="5400" u="none" cap="none" strike="noStrike">
                <a:solidFill>
                  <a:schemeClr val="dk1"/>
                </a:solidFill>
                <a:latin typeface="Gill Sans"/>
                <a:ea typeface="Gill Sans"/>
                <a:cs typeface="Gill Sans"/>
                <a:sym typeface="Gill Sans"/>
              </a:rPr>
              <a:t>S</a:t>
            </a:r>
            <a:r>
              <a:rPr b="0" i="0" lang="en-US" sz="4400" u="none" cap="none" strike="noStrike">
                <a:solidFill>
                  <a:schemeClr val="dk1"/>
                </a:solidFill>
                <a:latin typeface="Gill Sans"/>
                <a:ea typeface="Gill Sans"/>
                <a:cs typeface="Gill Sans"/>
                <a:sym typeface="Gill Sans"/>
              </a:rPr>
              <a:t>kotern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0" st="0"/>
                                            </p:txEl>
                                          </p:spTgt>
                                        </p:tgtEl>
                                        <p:attrNameLst>
                                          <p:attrName>style.visibility</p:attrName>
                                        </p:attrNameLst>
                                      </p:cBhvr>
                                      <p:to>
                                        <p:strVal val="visible"/>
                                      </p:to>
                                    </p:set>
                                    <p:animEffect filter="fade" transition="in">
                                      <p:cBhvr>
                                        <p:cTn dur="300"/>
                                        <p:tgtEl>
                                          <p:spTgt spid="16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1" st="1"/>
                                            </p:txEl>
                                          </p:spTgt>
                                        </p:tgtEl>
                                        <p:attrNameLst>
                                          <p:attrName>style.visibility</p:attrName>
                                        </p:attrNameLst>
                                      </p:cBhvr>
                                      <p:to>
                                        <p:strVal val="visible"/>
                                      </p:to>
                                    </p:set>
                                    <p:animEffect filter="fade" transition="in">
                                      <p:cBhvr>
                                        <p:cTn dur="300"/>
                                        <p:tgtEl>
                                          <p:spTgt spid="16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2" st="2"/>
                                            </p:txEl>
                                          </p:spTgt>
                                        </p:tgtEl>
                                        <p:attrNameLst>
                                          <p:attrName>style.visibility</p:attrName>
                                        </p:attrNameLst>
                                      </p:cBhvr>
                                      <p:to>
                                        <p:strVal val="visible"/>
                                      </p:to>
                                    </p:set>
                                    <p:animEffect filter="fade" transition="in">
                                      <p:cBhvr>
                                        <p:cTn dur="300"/>
                                        <p:tgtEl>
                                          <p:spTgt spid="16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9">
                                            <p:txEl>
                                              <p:pRg end="3" st="3"/>
                                            </p:txEl>
                                          </p:spTgt>
                                        </p:tgtEl>
                                        <p:attrNameLst>
                                          <p:attrName>style.visibility</p:attrName>
                                        </p:attrNameLst>
                                      </p:cBhvr>
                                      <p:to>
                                        <p:strVal val="visible"/>
                                      </p:to>
                                    </p:set>
                                    <p:animEffect filter="fade" transition="in">
                                      <p:cBhvr>
                                        <p:cTn dur="300"/>
                                        <p:tgtEl>
                                          <p:spTgt spid="1679">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4" name="Shape 1684"/>
        <p:cNvGrpSpPr/>
        <p:nvPr/>
      </p:nvGrpSpPr>
      <p:grpSpPr>
        <a:xfrm>
          <a:off x="0" y="0"/>
          <a:ext cx="0" cy="0"/>
          <a:chOff x="0" y="0"/>
          <a:chExt cx="0" cy="0"/>
        </a:xfrm>
      </p:grpSpPr>
      <p:sp>
        <p:nvSpPr>
          <p:cNvPr id="1685" name="Google Shape;1685;p222"/>
          <p:cNvSpPr txBox="1"/>
          <p:nvPr>
            <p:ph idx="4294967295" type="title"/>
          </p:nvPr>
        </p:nvSpPr>
        <p:spPr>
          <a:xfrm>
            <a:off x="685800" y="1036638"/>
            <a:ext cx="7772400" cy="6080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90"/>
              <a:buFont typeface="Lucida Sans"/>
              <a:buNone/>
            </a:pPr>
            <a:r>
              <a:rPr b="1" i="0" lang="en-US" sz="3690" u="none" cap="none" strike="noStrike">
                <a:solidFill>
                  <a:schemeClr val="dk2"/>
                </a:solidFill>
                <a:latin typeface="Lucida Sans"/>
                <a:ea typeface="Lucida Sans"/>
                <a:cs typeface="Lucida Sans"/>
                <a:sym typeface="Lucida Sans"/>
              </a:rPr>
              <a:t>Fordonet, checklista</a:t>
            </a:r>
            <a:endParaRPr/>
          </a:p>
        </p:txBody>
      </p:sp>
      <p:sp>
        <p:nvSpPr>
          <p:cNvPr id="1686" name="Google Shape;1686;p222"/>
          <p:cNvSpPr txBox="1"/>
          <p:nvPr>
            <p:ph idx="1" type="body"/>
          </p:nvPr>
        </p:nvSpPr>
        <p:spPr>
          <a:xfrm>
            <a:off x="685800" y="1512500"/>
            <a:ext cx="3808500" cy="4932600"/>
          </a:xfrm>
          <a:prstGeom prst="rect">
            <a:avLst/>
          </a:prstGeom>
          <a:noFill/>
          <a:ln>
            <a:noFill/>
          </a:ln>
        </p:spPr>
        <p:txBody>
          <a:bodyPr anchorCtr="0" anchor="t" bIns="45700" lIns="91425" spcFirstLastPara="1" rIns="91425" wrap="square" tIns="45700">
            <a:noAutofit/>
          </a:bodyPr>
          <a:lstStyle/>
          <a:p>
            <a:pPr indent="-248984" lvl="0" marL="365125" rtl="0" algn="l">
              <a:lnSpc>
                <a:spcPct val="90000"/>
              </a:lnSpc>
              <a:spcBef>
                <a:spcPts val="0"/>
              </a:spcBef>
              <a:spcAft>
                <a:spcPts val="0"/>
              </a:spcAft>
              <a:buClr>
                <a:schemeClr val="accent1"/>
              </a:buClr>
              <a:buSzPts val="1800"/>
              <a:buFont typeface="Noto Sans Symbols"/>
              <a:buChar char="🞂"/>
            </a:pPr>
            <a:r>
              <a:rPr lang="en-US" sz="2800"/>
              <a:t>Nödstoppslina</a:t>
            </a:r>
            <a:endParaRPr sz="2800"/>
          </a:p>
          <a:p>
            <a:pPr indent="-248983" lvl="0" marL="365125" rtl="0" algn="l">
              <a:lnSpc>
                <a:spcPct val="90000"/>
              </a:lnSpc>
              <a:spcBef>
                <a:spcPts val="0"/>
              </a:spcBef>
              <a:spcAft>
                <a:spcPts val="0"/>
              </a:spcAft>
              <a:buClr>
                <a:schemeClr val="accent1"/>
              </a:buClr>
              <a:buSzPts val="1800"/>
              <a:buFont typeface="Noto Sans Symbols"/>
              <a:buChar char="🞂"/>
            </a:pPr>
            <a:r>
              <a:rPr b="0" i="0" lang="en-US" sz="2800" u="none">
                <a:solidFill>
                  <a:schemeClr val="dk1"/>
                </a:solidFill>
                <a:latin typeface="Lucida Sans"/>
                <a:ea typeface="Lucida Sans"/>
                <a:cs typeface="Lucida Sans"/>
                <a:sym typeface="Lucida Sans"/>
              </a:rPr>
              <a:t>Gasreglaget</a:t>
            </a:r>
            <a:endParaRPr/>
          </a:p>
          <a:p>
            <a:pPr indent="-248983" lvl="0" marL="365125" rtl="0" algn="l">
              <a:lnSpc>
                <a:spcPct val="90000"/>
              </a:lnSpc>
              <a:spcBef>
                <a:spcPts val="400"/>
              </a:spcBef>
              <a:spcAft>
                <a:spcPts val="0"/>
              </a:spcAft>
              <a:buClr>
                <a:schemeClr val="accent1"/>
              </a:buClr>
              <a:buSzPts val="1800"/>
              <a:buFont typeface="Noto Sans Symbols"/>
              <a:buChar char="🞂"/>
            </a:pPr>
            <a:r>
              <a:rPr b="0" i="0" lang="en-US" sz="2800" u="none">
                <a:solidFill>
                  <a:schemeClr val="dk1"/>
                </a:solidFill>
                <a:latin typeface="Lucida Sans"/>
                <a:ea typeface="Lucida Sans"/>
                <a:cs typeface="Lucida Sans"/>
                <a:sym typeface="Lucida Sans"/>
              </a:rPr>
              <a:t>Bromsreglaget</a:t>
            </a:r>
            <a:endParaRPr/>
          </a:p>
          <a:p>
            <a:pPr indent="-248983" lvl="0" marL="365125" rtl="0" algn="l">
              <a:lnSpc>
                <a:spcPct val="90000"/>
              </a:lnSpc>
              <a:spcBef>
                <a:spcPts val="400"/>
              </a:spcBef>
              <a:spcAft>
                <a:spcPts val="0"/>
              </a:spcAft>
              <a:buClr>
                <a:schemeClr val="accent1"/>
              </a:buClr>
              <a:buSzPts val="1800"/>
              <a:buFont typeface="Noto Sans Symbols"/>
              <a:buChar char="🞂"/>
            </a:pPr>
            <a:r>
              <a:rPr b="0" i="0" lang="en-US" sz="2800" u="none">
                <a:solidFill>
                  <a:schemeClr val="dk1"/>
                </a:solidFill>
                <a:latin typeface="Lucida Sans"/>
                <a:ea typeface="Lucida Sans"/>
                <a:cs typeface="Lucida Sans"/>
                <a:sym typeface="Lucida Sans"/>
              </a:rPr>
              <a:t>Styrsystemet</a:t>
            </a:r>
            <a:endParaRPr/>
          </a:p>
          <a:p>
            <a:pPr indent="-248984" lvl="0" marL="365125" rtl="0" algn="l">
              <a:lnSpc>
                <a:spcPct val="90000"/>
              </a:lnSpc>
              <a:spcBef>
                <a:spcPts val="400"/>
              </a:spcBef>
              <a:spcAft>
                <a:spcPts val="0"/>
              </a:spcAft>
              <a:buClr>
                <a:schemeClr val="accent1"/>
              </a:buClr>
              <a:buSzPts val="1800"/>
              <a:buFont typeface="Noto Sans Symbols"/>
              <a:buChar char="🞂"/>
            </a:pPr>
            <a:r>
              <a:rPr b="0" i="0" lang="en-US" sz="2800" u="none">
                <a:solidFill>
                  <a:schemeClr val="dk1"/>
                </a:solidFill>
                <a:latin typeface="Lucida Sans"/>
                <a:ea typeface="Lucida Sans"/>
                <a:cs typeface="Lucida Sans"/>
                <a:sym typeface="Lucida Sans"/>
              </a:rPr>
              <a:t>Variatorremmen</a:t>
            </a:r>
            <a:endParaRPr b="0" i="0" sz="2800" u="none">
              <a:solidFill>
                <a:schemeClr val="dk1"/>
              </a:solidFill>
              <a:latin typeface="Lucida Sans"/>
              <a:ea typeface="Lucida Sans"/>
              <a:cs typeface="Lucida Sans"/>
              <a:sym typeface="Lucida Sans"/>
            </a:endParaRPr>
          </a:p>
          <a:p>
            <a:pPr indent="-248984" lvl="0" marL="365125" rtl="0" algn="l">
              <a:lnSpc>
                <a:spcPct val="90000"/>
              </a:lnSpc>
              <a:spcBef>
                <a:spcPts val="400"/>
              </a:spcBef>
              <a:spcAft>
                <a:spcPts val="0"/>
              </a:spcAft>
              <a:buSzPts val="1800"/>
              <a:buChar char="🞂"/>
            </a:pPr>
            <a:r>
              <a:rPr lang="en-US" sz="2800"/>
              <a:t>Extra tändstift</a:t>
            </a:r>
            <a:endParaRPr sz="2800"/>
          </a:p>
          <a:p>
            <a:pPr indent="-248983" lvl="0" marL="365125" rtl="0" algn="l">
              <a:lnSpc>
                <a:spcPct val="90000"/>
              </a:lnSpc>
              <a:spcBef>
                <a:spcPts val="400"/>
              </a:spcBef>
              <a:spcAft>
                <a:spcPts val="0"/>
              </a:spcAft>
              <a:buSzPts val="1800"/>
              <a:buChar char="🞂"/>
            </a:pPr>
            <a:r>
              <a:rPr lang="en-US" sz="2800"/>
              <a:t>Pannlampa</a:t>
            </a:r>
            <a:endParaRPr sz="2800"/>
          </a:p>
          <a:p>
            <a:pPr indent="-248983" lvl="0" marL="365125" rtl="0" algn="l">
              <a:lnSpc>
                <a:spcPct val="90000"/>
              </a:lnSpc>
              <a:spcBef>
                <a:spcPts val="400"/>
              </a:spcBef>
              <a:spcAft>
                <a:spcPts val="0"/>
              </a:spcAft>
              <a:buClr>
                <a:schemeClr val="accent1"/>
              </a:buClr>
              <a:buSzPts val="1800"/>
              <a:buFont typeface="Noto Sans Symbols"/>
              <a:buChar char="🞂"/>
            </a:pPr>
            <a:r>
              <a:rPr lang="en-US" sz="2800"/>
              <a:t>Mattan</a:t>
            </a:r>
            <a:r>
              <a:rPr b="0" i="0" lang="en-US" sz="2800" u="none">
                <a:solidFill>
                  <a:schemeClr val="dk1"/>
                </a:solidFill>
                <a:latin typeface="Lucida Sans"/>
                <a:ea typeface="Lucida Sans"/>
                <a:cs typeface="Lucida Sans"/>
                <a:sym typeface="Lucida Sans"/>
              </a:rPr>
              <a:t>	</a:t>
            </a:r>
            <a:endParaRPr/>
          </a:p>
          <a:p>
            <a:pPr indent="-248984" lvl="0" marL="365125" rtl="0" algn="l">
              <a:lnSpc>
                <a:spcPct val="90000"/>
              </a:lnSpc>
              <a:spcBef>
                <a:spcPts val="400"/>
              </a:spcBef>
              <a:spcAft>
                <a:spcPts val="0"/>
              </a:spcAft>
              <a:buClr>
                <a:schemeClr val="accent1"/>
              </a:buClr>
              <a:buSzPts val="1800"/>
              <a:buFont typeface="Noto Sans Symbols"/>
              <a:buChar char="🞂"/>
            </a:pPr>
            <a:r>
              <a:rPr b="0" i="0" lang="en-US" sz="2800" u="none">
                <a:solidFill>
                  <a:schemeClr val="dk1"/>
                </a:solidFill>
                <a:latin typeface="Lucida Sans"/>
                <a:ea typeface="Lucida Sans"/>
                <a:cs typeface="Lucida Sans"/>
                <a:sym typeface="Lucida Sans"/>
              </a:rPr>
              <a:t>Bränsle- och oljenivå</a:t>
            </a:r>
            <a:endParaRPr/>
          </a:p>
          <a:p>
            <a:pPr indent="-248983" lvl="0" marL="365125" rtl="0" algn="l">
              <a:lnSpc>
                <a:spcPct val="90000"/>
              </a:lnSpc>
              <a:spcBef>
                <a:spcPts val="400"/>
              </a:spcBef>
              <a:spcAft>
                <a:spcPts val="0"/>
              </a:spcAft>
              <a:buClr>
                <a:schemeClr val="accent1"/>
              </a:buClr>
              <a:buSzPts val="1800"/>
              <a:buFont typeface="Noto Sans Symbols"/>
              <a:buChar char="🞂"/>
            </a:pPr>
            <a:r>
              <a:rPr b="0" i="0" lang="en-US" sz="2800" u="none">
                <a:solidFill>
                  <a:schemeClr val="dk1"/>
                </a:solidFill>
                <a:latin typeface="Lucida Sans"/>
                <a:ea typeface="Lucida Sans"/>
                <a:cs typeface="Lucida Sans"/>
                <a:sym typeface="Lucida Sans"/>
              </a:rPr>
              <a:t>Verktygslådan</a:t>
            </a:r>
            <a:endParaRPr/>
          </a:p>
        </p:txBody>
      </p:sp>
      <p:pic>
        <p:nvPicPr>
          <p:cNvPr descr="C:\Documents and Settings\janne\Mina dokument\Mina bilder\Snowmobile tecknad.gif" id="1687" name="Google Shape;1687;p222"/>
          <p:cNvPicPr preferRelativeResize="0"/>
          <p:nvPr/>
        </p:nvPicPr>
        <p:blipFill rotWithShape="1">
          <a:blip r:embed="rId3">
            <a:alphaModFix/>
          </a:blip>
          <a:srcRect b="0" l="0" r="0" t="0"/>
          <a:stretch/>
        </p:blipFill>
        <p:spPr>
          <a:xfrm>
            <a:off x="4356100" y="1628775"/>
            <a:ext cx="4464050" cy="4464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1" name="Shape 1691"/>
        <p:cNvGrpSpPr/>
        <p:nvPr/>
      </p:nvGrpSpPr>
      <p:grpSpPr>
        <a:xfrm>
          <a:off x="0" y="0"/>
          <a:ext cx="0" cy="0"/>
          <a:chOff x="0" y="0"/>
          <a:chExt cx="0" cy="0"/>
        </a:xfrm>
      </p:grpSpPr>
      <p:sp>
        <p:nvSpPr>
          <p:cNvPr id="1692" name="Google Shape;1692;p223"/>
          <p:cNvSpPr txBox="1"/>
          <p:nvPr>
            <p:ph type="title"/>
          </p:nvPr>
        </p:nvSpPr>
        <p:spPr>
          <a:xfrm>
            <a:off x="395287" y="692150"/>
            <a:ext cx="8382000" cy="10699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rebuchet MS"/>
              <a:buNone/>
            </a:pPr>
            <a:r>
              <a:rPr b="0" i="0" lang="en-US" sz="4000" u="none">
                <a:solidFill>
                  <a:schemeClr val="dk2"/>
                </a:solidFill>
                <a:latin typeface="Trebuchet MS"/>
                <a:ea typeface="Trebuchet MS"/>
                <a:cs typeface="Trebuchet MS"/>
                <a:sym typeface="Trebuchet MS"/>
              </a:rPr>
              <a:t>Under huven</a:t>
            </a:r>
            <a:endParaRPr/>
          </a:p>
        </p:txBody>
      </p:sp>
      <p:sp>
        <p:nvSpPr>
          <p:cNvPr id="1693" name="Google Shape;1693;p223"/>
          <p:cNvSpPr txBox="1"/>
          <p:nvPr>
            <p:ph idx="1" type="body"/>
          </p:nvPr>
        </p:nvSpPr>
        <p:spPr>
          <a:xfrm>
            <a:off x="381000" y="2708275"/>
            <a:ext cx="4041775" cy="3886200"/>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FFFF00"/>
              </a:buClr>
              <a:buSzPts val="2000"/>
              <a:buFont typeface="Georgia"/>
              <a:buNone/>
            </a:pPr>
            <a:r>
              <a:rPr b="0" i="0" lang="en-US" sz="2000" u="none" cap="none" strike="noStrike">
                <a:solidFill>
                  <a:schemeClr val="dk1"/>
                </a:solidFill>
                <a:latin typeface="Georgia"/>
                <a:ea typeface="Georgia"/>
                <a:cs typeface="Georgia"/>
                <a:sym typeface="Georgia"/>
              </a:rPr>
              <a:t>.</a:t>
            </a:r>
            <a:endParaRPr/>
          </a:p>
        </p:txBody>
      </p:sp>
      <p:pic>
        <p:nvPicPr>
          <p:cNvPr descr="Tappa olja byt filter.jpg" id="1694" name="Google Shape;1694;p223"/>
          <p:cNvPicPr preferRelativeResize="0"/>
          <p:nvPr>
            <p:ph idx="2" type="body"/>
          </p:nvPr>
        </p:nvPicPr>
        <p:blipFill rotWithShape="1">
          <a:blip r:embed="rId3">
            <a:alphaModFix/>
          </a:blip>
          <a:srcRect b="0" l="0" r="0" t="0"/>
          <a:stretch/>
        </p:blipFill>
        <p:spPr>
          <a:xfrm>
            <a:off x="5003800" y="4868862"/>
            <a:ext cx="1655762" cy="1184275"/>
          </a:xfrm>
          <a:prstGeom prst="rect">
            <a:avLst/>
          </a:prstGeom>
          <a:noFill/>
          <a:ln>
            <a:noFill/>
          </a:ln>
        </p:spPr>
      </p:pic>
      <p:pic>
        <p:nvPicPr>
          <p:cNvPr descr="http://www.snowmobilefanatics.com/forums/attachments/31440d1224106738-post-your-polaris-snowmobiles-20081015163858265_10687.jpg" id="1695" name="Google Shape;1695;p223"/>
          <p:cNvPicPr preferRelativeResize="0"/>
          <p:nvPr/>
        </p:nvPicPr>
        <p:blipFill rotWithShape="1">
          <a:blip r:embed="rId4">
            <a:alphaModFix/>
          </a:blip>
          <a:srcRect b="0" l="0" r="0" t="0"/>
          <a:stretch/>
        </p:blipFill>
        <p:spPr>
          <a:xfrm>
            <a:off x="395287" y="2997200"/>
            <a:ext cx="4032250" cy="2819400"/>
          </a:xfrm>
          <a:prstGeom prst="rect">
            <a:avLst/>
          </a:prstGeom>
          <a:noFill/>
          <a:ln>
            <a:noFill/>
          </a:ln>
        </p:spPr>
      </p:pic>
      <p:sp>
        <p:nvSpPr>
          <p:cNvPr id="1696" name="Google Shape;1696;p223"/>
          <p:cNvSpPr txBox="1"/>
          <p:nvPr/>
        </p:nvSpPr>
        <p:spPr>
          <a:xfrm>
            <a:off x="107950" y="2060575"/>
            <a:ext cx="2519362" cy="4000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Kylvätska påfyllning</a:t>
            </a:r>
            <a:endParaRPr/>
          </a:p>
        </p:txBody>
      </p:sp>
      <p:sp>
        <p:nvSpPr>
          <p:cNvPr id="1697" name="Google Shape;1697;p223"/>
          <p:cNvSpPr txBox="1"/>
          <p:nvPr/>
        </p:nvSpPr>
        <p:spPr>
          <a:xfrm>
            <a:off x="2484437" y="1989137"/>
            <a:ext cx="1358900" cy="3730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Oljetank</a:t>
            </a:r>
            <a:endParaRPr/>
          </a:p>
          <a:p>
            <a:pPr indent="0" lvl="0" marL="0" marR="0" rtl="0" algn="l">
              <a:lnSpc>
                <a:spcPct val="100000"/>
              </a:lnSpc>
              <a:spcBef>
                <a:spcPts val="1000"/>
              </a:spcBef>
              <a:spcAft>
                <a:spcPts val="0"/>
              </a:spcAft>
              <a:buNone/>
            </a:pPr>
            <a:r>
              <a:t/>
            </a:r>
            <a:endParaRPr b="1" i="0" sz="2000" u="none">
              <a:solidFill>
                <a:schemeClr val="dk1"/>
              </a:solidFill>
              <a:latin typeface="Calibri"/>
              <a:ea typeface="Calibri"/>
              <a:cs typeface="Calibri"/>
              <a:sym typeface="Calibri"/>
            </a:endParaRPr>
          </a:p>
        </p:txBody>
      </p:sp>
      <p:sp>
        <p:nvSpPr>
          <p:cNvPr id="1698" name="Google Shape;1698;p223"/>
          <p:cNvSpPr txBox="1"/>
          <p:nvPr/>
        </p:nvSpPr>
        <p:spPr>
          <a:xfrm>
            <a:off x="3635375" y="2205037"/>
            <a:ext cx="17272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Luftintag</a:t>
            </a:r>
            <a:endParaRPr/>
          </a:p>
        </p:txBody>
      </p:sp>
      <p:sp>
        <p:nvSpPr>
          <p:cNvPr id="1699" name="Google Shape;1699;p223"/>
          <p:cNvSpPr txBox="1"/>
          <p:nvPr/>
        </p:nvSpPr>
        <p:spPr>
          <a:xfrm>
            <a:off x="250825" y="2565400"/>
            <a:ext cx="1223962" cy="3730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Förgasare</a:t>
            </a:r>
            <a:endParaRPr/>
          </a:p>
        </p:txBody>
      </p:sp>
      <p:sp>
        <p:nvSpPr>
          <p:cNvPr id="1700" name="Google Shape;1700;p223"/>
          <p:cNvSpPr txBox="1"/>
          <p:nvPr/>
        </p:nvSpPr>
        <p:spPr>
          <a:xfrm>
            <a:off x="323850" y="6165850"/>
            <a:ext cx="1655762" cy="3063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Tändstift</a:t>
            </a:r>
            <a:endParaRPr/>
          </a:p>
        </p:txBody>
      </p:sp>
      <p:sp>
        <p:nvSpPr>
          <p:cNvPr id="1701" name="Google Shape;1701;p223"/>
          <p:cNvSpPr txBox="1"/>
          <p:nvPr/>
        </p:nvSpPr>
        <p:spPr>
          <a:xfrm>
            <a:off x="1547812" y="5876925"/>
            <a:ext cx="2159000" cy="3730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Primär variator</a:t>
            </a:r>
            <a:endParaRPr/>
          </a:p>
        </p:txBody>
      </p:sp>
      <p:sp>
        <p:nvSpPr>
          <p:cNvPr id="1702" name="Google Shape;1702;p223"/>
          <p:cNvSpPr txBox="1"/>
          <p:nvPr/>
        </p:nvSpPr>
        <p:spPr>
          <a:xfrm>
            <a:off x="1979612" y="6308725"/>
            <a:ext cx="2520950" cy="3730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Sekundär variator</a:t>
            </a:r>
            <a:endParaRPr/>
          </a:p>
        </p:txBody>
      </p:sp>
      <p:cxnSp>
        <p:nvCxnSpPr>
          <p:cNvPr id="1703" name="Google Shape;1703;p223"/>
          <p:cNvCxnSpPr/>
          <p:nvPr/>
        </p:nvCxnSpPr>
        <p:spPr>
          <a:xfrm flipH="1">
            <a:off x="3779837" y="2492375"/>
            <a:ext cx="360362" cy="936625"/>
          </a:xfrm>
          <a:prstGeom prst="straightConnector1">
            <a:avLst/>
          </a:prstGeom>
          <a:noFill/>
          <a:ln cap="flat" cmpd="sng" w="19050">
            <a:solidFill>
              <a:srgbClr val="FF0000"/>
            </a:solidFill>
            <a:prstDash val="solid"/>
            <a:miter lim="800000"/>
            <a:headEnd len="med" w="med" type="none"/>
            <a:tailEnd len="med" w="med" type="stealth"/>
          </a:ln>
        </p:spPr>
      </p:cxnSp>
      <p:cxnSp>
        <p:nvCxnSpPr>
          <p:cNvPr id="1704" name="Google Shape;1704;p223"/>
          <p:cNvCxnSpPr/>
          <p:nvPr/>
        </p:nvCxnSpPr>
        <p:spPr>
          <a:xfrm>
            <a:off x="3132137" y="2276475"/>
            <a:ext cx="576262" cy="1008062"/>
          </a:xfrm>
          <a:prstGeom prst="straightConnector1">
            <a:avLst/>
          </a:prstGeom>
          <a:noFill/>
          <a:ln cap="flat" cmpd="sng" w="19050">
            <a:solidFill>
              <a:srgbClr val="FF0000"/>
            </a:solidFill>
            <a:prstDash val="solid"/>
            <a:miter lim="800000"/>
            <a:headEnd len="med" w="med" type="none"/>
            <a:tailEnd len="med" w="med" type="stealth"/>
          </a:ln>
        </p:spPr>
      </p:cxnSp>
      <p:cxnSp>
        <p:nvCxnSpPr>
          <p:cNvPr id="1705" name="Google Shape;1705;p223"/>
          <p:cNvCxnSpPr/>
          <p:nvPr/>
        </p:nvCxnSpPr>
        <p:spPr>
          <a:xfrm>
            <a:off x="1042987" y="2349500"/>
            <a:ext cx="1584325" cy="1150937"/>
          </a:xfrm>
          <a:prstGeom prst="straightConnector1">
            <a:avLst/>
          </a:prstGeom>
          <a:noFill/>
          <a:ln cap="flat" cmpd="sng" w="19050">
            <a:solidFill>
              <a:srgbClr val="FF0000"/>
            </a:solidFill>
            <a:prstDash val="solid"/>
            <a:miter lim="800000"/>
            <a:headEnd len="med" w="med" type="none"/>
            <a:tailEnd len="med" w="med" type="stealth"/>
          </a:ln>
        </p:spPr>
      </p:cxnSp>
      <p:cxnSp>
        <p:nvCxnSpPr>
          <p:cNvPr id="1706" name="Google Shape;1706;p223"/>
          <p:cNvCxnSpPr/>
          <p:nvPr/>
        </p:nvCxnSpPr>
        <p:spPr>
          <a:xfrm>
            <a:off x="863600" y="2938462"/>
            <a:ext cx="2339975" cy="1138237"/>
          </a:xfrm>
          <a:prstGeom prst="straightConnector1">
            <a:avLst/>
          </a:prstGeom>
          <a:noFill/>
          <a:ln cap="flat" cmpd="sng" w="19050">
            <a:solidFill>
              <a:srgbClr val="FF0000"/>
            </a:solidFill>
            <a:prstDash val="solid"/>
            <a:miter lim="800000"/>
            <a:headEnd len="med" w="med" type="none"/>
            <a:tailEnd len="med" w="med" type="stealth"/>
          </a:ln>
        </p:spPr>
      </p:cxnSp>
      <p:cxnSp>
        <p:nvCxnSpPr>
          <p:cNvPr id="1707" name="Google Shape;1707;p223"/>
          <p:cNvCxnSpPr/>
          <p:nvPr/>
        </p:nvCxnSpPr>
        <p:spPr>
          <a:xfrm flipH="1" rot="10800000">
            <a:off x="3635375" y="5013325"/>
            <a:ext cx="504825" cy="1439862"/>
          </a:xfrm>
          <a:prstGeom prst="straightConnector1">
            <a:avLst/>
          </a:prstGeom>
          <a:noFill/>
          <a:ln cap="flat" cmpd="sng" w="19050">
            <a:solidFill>
              <a:srgbClr val="FF0000"/>
            </a:solidFill>
            <a:prstDash val="solid"/>
            <a:miter lim="800000"/>
            <a:headEnd len="med" w="med" type="none"/>
            <a:tailEnd len="med" w="med" type="stealth"/>
          </a:ln>
        </p:spPr>
      </p:cxnSp>
      <p:cxnSp>
        <p:nvCxnSpPr>
          <p:cNvPr id="1708" name="Google Shape;1708;p223"/>
          <p:cNvCxnSpPr/>
          <p:nvPr/>
        </p:nvCxnSpPr>
        <p:spPr>
          <a:xfrm flipH="1" rot="10800000">
            <a:off x="2268537" y="5516562"/>
            <a:ext cx="1150937" cy="433387"/>
          </a:xfrm>
          <a:prstGeom prst="straightConnector1">
            <a:avLst/>
          </a:prstGeom>
          <a:noFill/>
          <a:ln cap="flat" cmpd="sng" w="19050">
            <a:solidFill>
              <a:srgbClr val="FF0000"/>
            </a:solidFill>
            <a:prstDash val="solid"/>
            <a:miter lim="800000"/>
            <a:headEnd len="med" w="med" type="none"/>
            <a:tailEnd len="med" w="med" type="stealth"/>
          </a:ln>
        </p:spPr>
      </p:cxnSp>
      <p:cxnSp>
        <p:nvCxnSpPr>
          <p:cNvPr id="1709" name="Google Shape;1709;p223"/>
          <p:cNvCxnSpPr/>
          <p:nvPr/>
        </p:nvCxnSpPr>
        <p:spPr>
          <a:xfrm flipH="1" rot="10800000">
            <a:off x="971550" y="4437062"/>
            <a:ext cx="1728787" cy="1800225"/>
          </a:xfrm>
          <a:prstGeom prst="straightConnector1">
            <a:avLst/>
          </a:prstGeom>
          <a:noFill/>
          <a:ln cap="flat" cmpd="sng" w="19050">
            <a:solidFill>
              <a:srgbClr val="FF0000"/>
            </a:solidFill>
            <a:prstDash val="solid"/>
            <a:miter lim="800000"/>
            <a:headEnd len="med" w="med" type="none"/>
            <a:tailEnd len="med" w="med" type="stealth"/>
          </a:ln>
        </p:spPr>
      </p:cxnSp>
      <p:pic>
        <p:nvPicPr>
          <p:cNvPr descr="Fyll på olja.jpg" id="1710" name="Google Shape;1710;p223"/>
          <p:cNvPicPr preferRelativeResize="0"/>
          <p:nvPr/>
        </p:nvPicPr>
        <p:blipFill rotWithShape="1">
          <a:blip r:embed="rId5">
            <a:alphaModFix/>
          </a:blip>
          <a:srcRect b="0" l="0" r="0" t="0"/>
          <a:stretch/>
        </p:blipFill>
        <p:spPr>
          <a:xfrm>
            <a:off x="7092950" y="4868862"/>
            <a:ext cx="1622425" cy="1158875"/>
          </a:xfrm>
          <a:prstGeom prst="rect">
            <a:avLst/>
          </a:prstGeom>
          <a:noFill/>
          <a:ln>
            <a:noFill/>
          </a:ln>
        </p:spPr>
      </p:pic>
      <p:pic>
        <p:nvPicPr>
          <p:cNvPr descr="Fyrtaktare.jpg" id="1711" name="Google Shape;1711;p223"/>
          <p:cNvPicPr preferRelativeResize="0"/>
          <p:nvPr/>
        </p:nvPicPr>
        <p:blipFill rotWithShape="1">
          <a:blip r:embed="rId6">
            <a:alphaModFix/>
          </a:blip>
          <a:srcRect b="0" l="0" r="0" t="0"/>
          <a:stretch/>
        </p:blipFill>
        <p:spPr>
          <a:xfrm>
            <a:off x="5003800" y="2133600"/>
            <a:ext cx="3627437" cy="2590800"/>
          </a:xfrm>
          <a:prstGeom prst="rect">
            <a:avLst/>
          </a:prstGeom>
          <a:noFill/>
          <a:ln>
            <a:noFill/>
          </a:ln>
        </p:spPr>
      </p:pic>
      <p:sp>
        <p:nvSpPr>
          <p:cNvPr id="1712" name="Google Shape;1712;p223"/>
          <p:cNvSpPr txBox="1"/>
          <p:nvPr/>
        </p:nvSpPr>
        <p:spPr>
          <a:xfrm>
            <a:off x="4859337" y="6092825"/>
            <a:ext cx="2089150" cy="3603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Tappa olja, byt filter</a:t>
            </a:r>
            <a:endParaRPr/>
          </a:p>
        </p:txBody>
      </p:sp>
      <p:sp>
        <p:nvSpPr>
          <p:cNvPr id="1713" name="Google Shape;1713;p223"/>
          <p:cNvSpPr txBox="1"/>
          <p:nvPr/>
        </p:nvSpPr>
        <p:spPr>
          <a:xfrm>
            <a:off x="7056437" y="6165850"/>
            <a:ext cx="2087562" cy="3587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Fyll på olja</a:t>
            </a:r>
            <a:endParaRPr/>
          </a:p>
        </p:txBody>
      </p:sp>
      <p:sp>
        <p:nvSpPr>
          <p:cNvPr id="1714" name="Google Shape;1714;p223"/>
          <p:cNvSpPr txBox="1"/>
          <p:nvPr/>
        </p:nvSpPr>
        <p:spPr>
          <a:xfrm>
            <a:off x="5003800" y="1628775"/>
            <a:ext cx="2089150" cy="3603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Calibri"/>
              <a:buNone/>
            </a:pPr>
            <a:r>
              <a:rPr b="1" i="0" lang="en-US" sz="2000" u="none">
                <a:solidFill>
                  <a:schemeClr val="dk1"/>
                </a:solidFill>
                <a:latin typeface="Calibri"/>
                <a:ea typeface="Calibri"/>
                <a:cs typeface="Calibri"/>
                <a:sym typeface="Calibri"/>
              </a:rPr>
              <a:t>Fyrtaktmotor</a:t>
            </a:r>
            <a:endParaRPr/>
          </a:p>
        </p:txBody>
      </p:sp>
      <p:sp>
        <p:nvSpPr>
          <p:cNvPr id="1715" name="Google Shape;1715;p223"/>
          <p:cNvSpPr txBox="1"/>
          <p:nvPr/>
        </p:nvSpPr>
        <p:spPr>
          <a:xfrm>
            <a:off x="107950" y="6453175"/>
            <a:ext cx="1091100" cy="60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Georgia"/>
                <a:ea typeface="Georgia"/>
                <a:cs typeface="Georgia"/>
                <a:sym typeface="Georgia"/>
              </a:rPr>
              <a:t>sid 24</a:t>
            </a:r>
            <a:endParaRPr>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96"/>
                                        </p:tgtEl>
                                        <p:attrNameLst>
                                          <p:attrName>style.visibility</p:attrName>
                                        </p:attrNameLst>
                                      </p:cBhvr>
                                      <p:to>
                                        <p:strVal val="visible"/>
                                      </p:to>
                                    </p:set>
                                    <p:anim calcmode="lin" valueType="num">
                                      <p:cBhvr additive="base">
                                        <p:cTn dur="500"/>
                                        <p:tgtEl>
                                          <p:spTgt spid="1696"/>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705"/>
                                        </p:tgtEl>
                                        <p:attrNameLst>
                                          <p:attrName>style.visibility</p:attrName>
                                        </p:attrNameLst>
                                      </p:cBhvr>
                                      <p:to>
                                        <p:strVal val="visible"/>
                                      </p:to>
                                    </p:set>
                                    <p:animEffect filter="fade" transition="in">
                                      <p:cBhvr>
                                        <p:cTn dur="500"/>
                                        <p:tgtEl>
                                          <p:spTgt spid="17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97"/>
                                        </p:tgtEl>
                                        <p:attrNameLst>
                                          <p:attrName>style.visibility</p:attrName>
                                        </p:attrNameLst>
                                      </p:cBhvr>
                                      <p:to>
                                        <p:strVal val="visible"/>
                                      </p:to>
                                    </p:set>
                                    <p:anim calcmode="lin" valueType="num">
                                      <p:cBhvr additive="base">
                                        <p:cTn dur="500"/>
                                        <p:tgtEl>
                                          <p:spTgt spid="1697"/>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704"/>
                                        </p:tgtEl>
                                        <p:attrNameLst>
                                          <p:attrName>style.visibility</p:attrName>
                                        </p:attrNameLst>
                                      </p:cBhvr>
                                      <p:to>
                                        <p:strVal val="visible"/>
                                      </p:to>
                                    </p:set>
                                    <p:animEffect filter="fade" transition="in">
                                      <p:cBhvr>
                                        <p:cTn dur="500"/>
                                        <p:tgtEl>
                                          <p:spTgt spid="17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698"/>
                                        </p:tgtEl>
                                        <p:attrNameLst>
                                          <p:attrName>style.visibility</p:attrName>
                                        </p:attrNameLst>
                                      </p:cBhvr>
                                      <p:to>
                                        <p:strVal val="visible"/>
                                      </p:to>
                                    </p:set>
                                    <p:anim calcmode="lin" valueType="num">
                                      <p:cBhvr additive="base">
                                        <p:cTn dur="500"/>
                                        <p:tgtEl>
                                          <p:spTgt spid="1698"/>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703"/>
                                        </p:tgtEl>
                                        <p:attrNameLst>
                                          <p:attrName>style.visibility</p:attrName>
                                        </p:attrNameLst>
                                      </p:cBhvr>
                                      <p:to>
                                        <p:strVal val="visible"/>
                                      </p:to>
                                    </p:set>
                                    <p:animEffect filter="fade" transition="in">
                                      <p:cBhvr>
                                        <p:cTn dur="500"/>
                                        <p:tgtEl>
                                          <p:spTgt spid="17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9"/>
                                        </p:tgtEl>
                                        <p:attrNameLst>
                                          <p:attrName>style.visibility</p:attrName>
                                        </p:attrNameLst>
                                      </p:cBhvr>
                                      <p:to>
                                        <p:strVal val="visible"/>
                                      </p:to>
                                    </p:set>
                                    <p:animEffect filter="fade" transition="in">
                                      <p:cBhvr>
                                        <p:cTn dur="500"/>
                                        <p:tgtEl>
                                          <p:spTgt spid="1699"/>
                                        </p:tgtEl>
                                      </p:cBhvr>
                                    </p:animEffect>
                                  </p:childTnLst>
                                </p:cTn>
                              </p:par>
                              <p:par>
                                <p:cTn fill="hold" nodeType="withEffect" presetClass="entr" presetID="10" presetSubtype="0">
                                  <p:stCondLst>
                                    <p:cond delay="0"/>
                                  </p:stCondLst>
                                  <p:childTnLst>
                                    <p:set>
                                      <p:cBhvr>
                                        <p:cTn dur="1" fill="hold">
                                          <p:stCondLst>
                                            <p:cond delay="0"/>
                                          </p:stCondLst>
                                        </p:cTn>
                                        <p:tgtEl>
                                          <p:spTgt spid="1706"/>
                                        </p:tgtEl>
                                        <p:attrNameLst>
                                          <p:attrName>style.visibility</p:attrName>
                                        </p:attrNameLst>
                                      </p:cBhvr>
                                      <p:to>
                                        <p:strVal val="visible"/>
                                      </p:to>
                                    </p:set>
                                    <p:animEffect filter="fade" transition="in">
                                      <p:cBhvr>
                                        <p:cTn dur="500"/>
                                        <p:tgtEl>
                                          <p:spTgt spid="17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0"/>
                                        </p:tgtEl>
                                        <p:attrNameLst>
                                          <p:attrName>style.visibility</p:attrName>
                                        </p:attrNameLst>
                                      </p:cBhvr>
                                      <p:to>
                                        <p:strVal val="visible"/>
                                      </p:to>
                                    </p:set>
                                    <p:anim calcmode="lin" valueType="num">
                                      <p:cBhvr additive="base">
                                        <p:cTn dur="500"/>
                                        <p:tgtEl>
                                          <p:spTgt spid="1700"/>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709"/>
                                        </p:tgtEl>
                                        <p:attrNameLst>
                                          <p:attrName>style.visibility</p:attrName>
                                        </p:attrNameLst>
                                      </p:cBhvr>
                                      <p:to>
                                        <p:strVal val="visible"/>
                                      </p:to>
                                    </p:set>
                                    <p:animEffect filter="fade" transition="in">
                                      <p:cBhvr>
                                        <p:cTn dur="500"/>
                                        <p:tgtEl>
                                          <p:spTgt spid="17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1"/>
                                        </p:tgtEl>
                                        <p:attrNameLst>
                                          <p:attrName>style.visibility</p:attrName>
                                        </p:attrNameLst>
                                      </p:cBhvr>
                                      <p:to>
                                        <p:strVal val="visible"/>
                                      </p:to>
                                    </p:set>
                                    <p:anim calcmode="lin" valueType="num">
                                      <p:cBhvr additive="base">
                                        <p:cTn dur="500"/>
                                        <p:tgtEl>
                                          <p:spTgt spid="1701"/>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708"/>
                                        </p:tgtEl>
                                        <p:attrNameLst>
                                          <p:attrName>style.visibility</p:attrName>
                                        </p:attrNameLst>
                                      </p:cBhvr>
                                      <p:to>
                                        <p:strVal val="visible"/>
                                      </p:to>
                                    </p:set>
                                    <p:animEffect filter="fade" transition="in">
                                      <p:cBhvr>
                                        <p:cTn dur="500"/>
                                        <p:tgtEl>
                                          <p:spTgt spid="17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02">
                                            <p:txEl>
                                              <p:pRg end="0" st="0"/>
                                            </p:txEl>
                                          </p:spTgt>
                                        </p:tgtEl>
                                        <p:attrNameLst>
                                          <p:attrName>style.visibility</p:attrName>
                                        </p:attrNameLst>
                                      </p:cBhvr>
                                      <p:to>
                                        <p:strVal val="visible"/>
                                      </p:to>
                                    </p:set>
                                    <p:anim calcmode="lin" valueType="num">
                                      <p:cBhvr additive="base">
                                        <p:cTn dur="500"/>
                                        <p:tgtEl>
                                          <p:spTgt spid="1702">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707"/>
                                        </p:tgtEl>
                                        <p:attrNameLst>
                                          <p:attrName>style.visibility</p:attrName>
                                        </p:attrNameLst>
                                      </p:cBhvr>
                                      <p:to>
                                        <p:strVal val="visible"/>
                                      </p:to>
                                    </p:set>
                                    <p:animEffect filter="fade" transition="in">
                                      <p:cBhvr>
                                        <p:cTn dur="500"/>
                                        <p:tgtEl>
                                          <p:spTgt spid="17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1"/>
                                        </p:tgtEl>
                                        <p:attrNameLst>
                                          <p:attrName>style.visibility</p:attrName>
                                        </p:attrNameLst>
                                      </p:cBhvr>
                                      <p:to>
                                        <p:strVal val="visible"/>
                                      </p:to>
                                    </p:set>
                                    <p:animEffect filter="fade" transition="in">
                                      <p:cBhvr>
                                        <p:cTn dur="500"/>
                                        <p:tgtEl>
                                          <p:spTgt spid="1711"/>
                                        </p:tgtEl>
                                      </p:cBhvr>
                                    </p:animEffect>
                                  </p:childTnLst>
                                </p:cTn>
                              </p:par>
                              <p:par>
                                <p:cTn fill="hold" nodeType="withEffect" presetClass="entr" presetID="10" presetSubtype="0">
                                  <p:stCondLst>
                                    <p:cond delay="0"/>
                                  </p:stCondLst>
                                  <p:childTnLst>
                                    <p:set>
                                      <p:cBhvr>
                                        <p:cTn dur="1" fill="hold">
                                          <p:stCondLst>
                                            <p:cond delay="0"/>
                                          </p:stCondLst>
                                        </p:cTn>
                                        <p:tgtEl>
                                          <p:spTgt spid="1714"/>
                                        </p:tgtEl>
                                        <p:attrNameLst>
                                          <p:attrName>style.visibility</p:attrName>
                                        </p:attrNameLst>
                                      </p:cBhvr>
                                      <p:to>
                                        <p:strVal val="visible"/>
                                      </p:to>
                                    </p:set>
                                    <p:animEffect filter="fade" transition="in">
                                      <p:cBhvr>
                                        <p:cTn dur="500"/>
                                        <p:tgtEl>
                                          <p:spTgt spid="17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0" name="Shape 1720"/>
        <p:cNvGrpSpPr/>
        <p:nvPr/>
      </p:nvGrpSpPr>
      <p:grpSpPr>
        <a:xfrm>
          <a:off x="0" y="0"/>
          <a:ext cx="0" cy="0"/>
          <a:chOff x="0" y="0"/>
          <a:chExt cx="0" cy="0"/>
        </a:xfrm>
      </p:grpSpPr>
      <p:sp>
        <p:nvSpPr>
          <p:cNvPr id="1721" name="Google Shape;1721;p224"/>
          <p:cNvSpPr txBox="1"/>
          <p:nvPr>
            <p:ph type="title"/>
          </p:nvPr>
        </p:nvSpPr>
        <p:spPr>
          <a:xfrm>
            <a:off x="457200" y="1143000"/>
            <a:ext cx="8229600" cy="10699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rebuchet MS"/>
              <a:buNone/>
            </a:pPr>
            <a:r>
              <a:rPr b="0" i="0" lang="en-US" sz="4000" u="none">
                <a:solidFill>
                  <a:schemeClr val="dk2"/>
                </a:solidFill>
                <a:latin typeface="Trebuchet MS"/>
                <a:ea typeface="Trebuchet MS"/>
                <a:cs typeface="Trebuchet MS"/>
                <a:sym typeface="Trebuchet MS"/>
              </a:rPr>
              <a:t>Variatorsystemet</a:t>
            </a:r>
            <a:endParaRPr/>
          </a:p>
        </p:txBody>
      </p:sp>
      <p:pic>
        <p:nvPicPr>
          <p:cNvPr descr="C:\Users\SSCO\Pictures\Variatorsystem.jpg" id="1722" name="Google Shape;1722;p224"/>
          <p:cNvPicPr preferRelativeResize="0"/>
          <p:nvPr/>
        </p:nvPicPr>
        <p:blipFill rotWithShape="1">
          <a:blip r:embed="rId3">
            <a:alphaModFix/>
          </a:blip>
          <a:srcRect b="0" l="0" r="0" t="0"/>
          <a:stretch/>
        </p:blipFill>
        <p:spPr>
          <a:xfrm>
            <a:off x="2222500" y="2060575"/>
            <a:ext cx="4770437" cy="3938587"/>
          </a:xfrm>
          <a:prstGeom prst="rect">
            <a:avLst/>
          </a:prstGeom>
          <a:noFill/>
          <a:ln>
            <a:noFill/>
          </a:ln>
        </p:spPr>
      </p:pic>
      <p:sp>
        <p:nvSpPr>
          <p:cNvPr id="1723" name="Google Shape;1723;p224"/>
          <p:cNvSpPr txBox="1"/>
          <p:nvPr/>
        </p:nvSpPr>
        <p:spPr>
          <a:xfrm>
            <a:off x="107950" y="2349500"/>
            <a:ext cx="2663825"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Primär variator</a:t>
            </a:r>
            <a:endParaRPr/>
          </a:p>
        </p:txBody>
      </p:sp>
      <p:sp>
        <p:nvSpPr>
          <p:cNvPr id="1724" name="Google Shape;1724;p224"/>
          <p:cNvSpPr txBox="1"/>
          <p:nvPr/>
        </p:nvSpPr>
        <p:spPr>
          <a:xfrm>
            <a:off x="6948487" y="2349500"/>
            <a:ext cx="2482850" cy="8302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Sekundär variator</a:t>
            </a:r>
            <a:endParaRPr/>
          </a:p>
        </p:txBody>
      </p:sp>
      <p:sp>
        <p:nvSpPr>
          <p:cNvPr id="1725" name="Google Shape;1725;p224"/>
          <p:cNvSpPr txBox="1"/>
          <p:nvPr/>
        </p:nvSpPr>
        <p:spPr>
          <a:xfrm>
            <a:off x="7164387" y="4581525"/>
            <a:ext cx="1765300"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Variatorrem</a:t>
            </a:r>
            <a:endParaRPr/>
          </a:p>
        </p:txBody>
      </p:sp>
      <p:cxnSp>
        <p:nvCxnSpPr>
          <p:cNvPr id="1726" name="Google Shape;1726;p224"/>
          <p:cNvCxnSpPr/>
          <p:nvPr/>
        </p:nvCxnSpPr>
        <p:spPr>
          <a:xfrm>
            <a:off x="1258887" y="2781300"/>
            <a:ext cx="2089150" cy="1943100"/>
          </a:xfrm>
          <a:prstGeom prst="straightConnector1">
            <a:avLst/>
          </a:prstGeom>
          <a:noFill/>
          <a:ln cap="flat" cmpd="sng" w="25400">
            <a:solidFill>
              <a:srgbClr val="FF0000"/>
            </a:solidFill>
            <a:prstDash val="solid"/>
            <a:miter lim="800000"/>
            <a:headEnd len="med" w="med" type="none"/>
            <a:tailEnd len="med" w="med" type="stealth"/>
          </a:ln>
        </p:spPr>
      </p:cxnSp>
      <p:cxnSp>
        <p:nvCxnSpPr>
          <p:cNvPr id="1727" name="Google Shape;1727;p224"/>
          <p:cNvCxnSpPr/>
          <p:nvPr/>
        </p:nvCxnSpPr>
        <p:spPr>
          <a:xfrm rot="10800000">
            <a:off x="5003800" y="4797425"/>
            <a:ext cx="2232025" cy="71437"/>
          </a:xfrm>
          <a:prstGeom prst="straightConnector1">
            <a:avLst/>
          </a:prstGeom>
          <a:noFill/>
          <a:ln cap="flat" cmpd="sng" w="25400">
            <a:solidFill>
              <a:srgbClr val="FF0000"/>
            </a:solidFill>
            <a:prstDash val="solid"/>
            <a:miter lim="800000"/>
            <a:headEnd len="med" w="med" type="none"/>
            <a:tailEnd len="med" w="med" type="stealth"/>
          </a:ln>
        </p:spPr>
      </p:cxnSp>
      <p:cxnSp>
        <p:nvCxnSpPr>
          <p:cNvPr id="1728" name="Google Shape;1728;p224"/>
          <p:cNvCxnSpPr/>
          <p:nvPr/>
        </p:nvCxnSpPr>
        <p:spPr>
          <a:xfrm flipH="1">
            <a:off x="6443662" y="3141662"/>
            <a:ext cx="865187" cy="71437"/>
          </a:xfrm>
          <a:prstGeom prst="straightConnector1">
            <a:avLst/>
          </a:prstGeom>
          <a:noFill/>
          <a:ln cap="flat" cmpd="sng" w="25400">
            <a:solidFill>
              <a:srgbClr val="FF0000"/>
            </a:solidFill>
            <a:prstDash val="solid"/>
            <a:miter lim="800000"/>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23"/>
                                        </p:tgtEl>
                                        <p:attrNameLst>
                                          <p:attrName>style.visibility</p:attrName>
                                        </p:attrNameLst>
                                      </p:cBhvr>
                                      <p:to>
                                        <p:strVal val="visible"/>
                                      </p:to>
                                    </p:set>
                                    <p:anim calcmode="lin" valueType="num">
                                      <p:cBhvr additive="base">
                                        <p:cTn dur="500"/>
                                        <p:tgtEl>
                                          <p:spTgt spid="1723"/>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726"/>
                                        </p:tgtEl>
                                        <p:attrNameLst>
                                          <p:attrName>style.visibility</p:attrName>
                                        </p:attrNameLst>
                                      </p:cBhvr>
                                      <p:to>
                                        <p:strVal val="visible"/>
                                      </p:to>
                                    </p:set>
                                    <p:animEffect filter="fade" transition="in">
                                      <p:cBhvr>
                                        <p:cTn dur="500"/>
                                        <p:tgtEl>
                                          <p:spTgt spid="17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724"/>
                                        </p:tgtEl>
                                        <p:attrNameLst>
                                          <p:attrName>style.visibility</p:attrName>
                                        </p:attrNameLst>
                                      </p:cBhvr>
                                      <p:to>
                                        <p:strVal val="visible"/>
                                      </p:to>
                                    </p:set>
                                    <p:anim calcmode="lin" valueType="num">
                                      <p:cBhvr additive="base">
                                        <p:cTn dur="500"/>
                                        <p:tgtEl>
                                          <p:spTgt spid="1724"/>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728"/>
                                        </p:tgtEl>
                                        <p:attrNameLst>
                                          <p:attrName>style.visibility</p:attrName>
                                        </p:attrNameLst>
                                      </p:cBhvr>
                                      <p:to>
                                        <p:strVal val="visible"/>
                                      </p:to>
                                    </p:set>
                                    <p:animEffect filter="fade" transition="in">
                                      <p:cBhvr>
                                        <p:cTn dur="500"/>
                                        <p:tgtEl>
                                          <p:spTgt spid="17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725"/>
                                        </p:tgtEl>
                                        <p:attrNameLst>
                                          <p:attrName>style.visibility</p:attrName>
                                        </p:attrNameLst>
                                      </p:cBhvr>
                                      <p:to>
                                        <p:strVal val="visible"/>
                                      </p:to>
                                    </p:set>
                                    <p:anim calcmode="lin" valueType="num">
                                      <p:cBhvr additive="base">
                                        <p:cTn dur="500"/>
                                        <p:tgtEl>
                                          <p:spTgt spid="1725"/>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1727"/>
                                        </p:tgtEl>
                                        <p:attrNameLst>
                                          <p:attrName>style.visibility</p:attrName>
                                        </p:attrNameLst>
                                      </p:cBhvr>
                                      <p:to>
                                        <p:strVal val="visible"/>
                                      </p:to>
                                    </p:set>
                                    <p:animEffect filter="fade" transition="in">
                                      <p:cBhvr>
                                        <p:cTn dur="500"/>
                                        <p:tgtEl>
                                          <p:spTgt spid="17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2" name="Shape 1732"/>
        <p:cNvGrpSpPr/>
        <p:nvPr/>
      </p:nvGrpSpPr>
      <p:grpSpPr>
        <a:xfrm>
          <a:off x="0" y="0"/>
          <a:ext cx="0" cy="0"/>
          <a:chOff x="0" y="0"/>
          <a:chExt cx="0" cy="0"/>
        </a:xfrm>
      </p:grpSpPr>
      <p:sp>
        <p:nvSpPr>
          <p:cNvPr id="1733" name="Google Shape;1733;p225"/>
          <p:cNvSpPr txBox="1"/>
          <p:nvPr>
            <p:ph type="title"/>
          </p:nvPr>
        </p:nvSpPr>
        <p:spPr>
          <a:xfrm>
            <a:off x="457200" y="1143000"/>
            <a:ext cx="8229600" cy="10699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rebuchet MS"/>
              <a:buNone/>
            </a:pPr>
            <a:r>
              <a:rPr b="0" i="0" lang="en-US" sz="4000" u="none">
                <a:solidFill>
                  <a:schemeClr val="dk2"/>
                </a:solidFill>
                <a:latin typeface="Trebuchet MS"/>
                <a:ea typeface="Trebuchet MS"/>
                <a:cs typeface="Trebuchet MS"/>
                <a:sym typeface="Trebuchet MS"/>
              </a:rPr>
              <a:t>Variatorsystemet</a:t>
            </a:r>
            <a:endParaRPr/>
          </a:p>
        </p:txBody>
      </p:sp>
      <p:pic>
        <p:nvPicPr>
          <p:cNvPr descr="variator 4.gif" id="1734" name="Google Shape;1734;p225"/>
          <p:cNvPicPr preferRelativeResize="0"/>
          <p:nvPr/>
        </p:nvPicPr>
        <p:blipFill rotWithShape="1">
          <a:blip r:embed="rId3">
            <a:alphaModFix/>
          </a:blip>
          <a:srcRect b="51220" l="0" r="0" t="17073"/>
          <a:stretch/>
        </p:blipFill>
        <p:spPr>
          <a:xfrm>
            <a:off x="179387" y="2565400"/>
            <a:ext cx="5014912" cy="935037"/>
          </a:xfrm>
          <a:prstGeom prst="rect">
            <a:avLst/>
          </a:prstGeom>
          <a:noFill/>
          <a:ln>
            <a:noFill/>
          </a:ln>
        </p:spPr>
      </p:pic>
      <p:pic>
        <p:nvPicPr>
          <p:cNvPr descr="variator.gif" id="1735" name="Google Shape;1735;p225"/>
          <p:cNvPicPr preferRelativeResize="0"/>
          <p:nvPr/>
        </p:nvPicPr>
        <p:blipFill rotWithShape="1">
          <a:blip r:embed="rId4">
            <a:alphaModFix/>
          </a:blip>
          <a:srcRect b="49665" l="0" r="0" t="0"/>
          <a:stretch/>
        </p:blipFill>
        <p:spPr>
          <a:xfrm>
            <a:off x="5724525" y="2565400"/>
            <a:ext cx="2411412" cy="1079500"/>
          </a:xfrm>
          <a:prstGeom prst="rect">
            <a:avLst/>
          </a:prstGeom>
          <a:noFill/>
          <a:ln>
            <a:noFill/>
          </a:ln>
        </p:spPr>
      </p:pic>
      <p:sp>
        <p:nvSpPr>
          <p:cNvPr id="1736" name="Google Shape;1736;p225"/>
          <p:cNvSpPr txBox="1"/>
          <p:nvPr/>
        </p:nvSpPr>
        <p:spPr>
          <a:xfrm>
            <a:off x="2195512" y="2060575"/>
            <a:ext cx="1008062"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Start</a:t>
            </a:r>
            <a:endParaRPr/>
          </a:p>
        </p:txBody>
      </p:sp>
      <p:sp>
        <p:nvSpPr>
          <p:cNvPr id="1737" name="Google Shape;1737;p225"/>
          <p:cNvSpPr txBox="1"/>
          <p:nvPr/>
        </p:nvSpPr>
        <p:spPr>
          <a:xfrm>
            <a:off x="684212" y="2205037"/>
            <a:ext cx="1295400"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Motor</a:t>
            </a:r>
            <a:endParaRPr/>
          </a:p>
        </p:txBody>
      </p:sp>
      <p:sp>
        <p:nvSpPr>
          <p:cNvPr id="1738" name="Google Shape;1738;p225"/>
          <p:cNvSpPr txBox="1"/>
          <p:nvPr/>
        </p:nvSpPr>
        <p:spPr>
          <a:xfrm>
            <a:off x="3348037" y="2205037"/>
            <a:ext cx="1800225"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Sekundär</a:t>
            </a:r>
            <a:endParaRPr/>
          </a:p>
        </p:txBody>
      </p:sp>
      <p:pic>
        <p:nvPicPr>
          <p:cNvPr descr="variator 4.gif" id="1739" name="Google Shape;1739;p225"/>
          <p:cNvPicPr preferRelativeResize="0"/>
          <p:nvPr/>
        </p:nvPicPr>
        <p:blipFill rotWithShape="1">
          <a:blip r:embed="rId3">
            <a:alphaModFix/>
          </a:blip>
          <a:srcRect b="0" l="0" r="0" t="67700"/>
          <a:stretch/>
        </p:blipFill>
        <p:spPr>
          <a:xfrm>
            <a:off x="179387" y="4652962"/>
            <a:ext cx="4968875" cy="944562"/>
          </a:xfrm>
          <a:prstGeom prst="rect">
            <a:avLst/>
          </a:prstGeom>
          <a:noFill/>
          <a:ln>
            <a:noFill/>
          </a:ln>
        </p:spPr>
      </p:pic>
      <p:sp>
        <p:nvSpPr>
          <p:cNvPr id="1740" name="Google Shape;1740;p225"/>
          <p:cNvSpPr txBox="1"/>
          <p:nvPr/>
        </p:nvSpPr>
        <p:spPr>
          <a:xfrm>
            <a:off x="1979612" y="4221162"/>
            <a:ext cx="2232025"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Arial"/>
                <a:ea typeface="Arial"/>
                <a:cs typeface="Arial"/>
                <a:sym typeface="Arial"/>
              </a:rPr>
              <a:t>Full fart</a:t>
            </a:r>
            <a:endParaRPr/>
          </a:p>
        </p:txBody>
      </p:sp>
      <p:pic>
        <p:nvPicPr>
          <p:cNvPr descr="variator.gif" id="1741" name="Google Shape;1741;p225"/>
          <p:cNvPicPr preferRelativeResize="0"/>
          <p:nvPr/>
        </p:nvPicPr>
        <p:blipFill rotWithShape="1">
          <a:blip r:embed="rId4">
            <a:alphaModFix/>
          </a:blip>
          <a:srcRect b="0" l="0" r="0" t="46717"/>
          <a:stretch/>
        </p:blipFill>
        <p:spPr>
          <a:xfrm>
            <a:off x="5724525" y="4437062"/>
            <a:ext cx="2511425" cy="1192212"/>
          </a:xfrm>
          <a:prstGeom prst="rect">
            <a:avLst/>
          </a:prstGeom>
          <a:noFill/>
          <a:ln>
            <a:noFill/>
          </a:ln>
        </p:spPr>
      </p:pic>
      <p:sp>
        <p:nvSpPr>
          <p:cNvPr id="1742" name="Google Shape;1742;p225"/>
          <p:cNvSpPr txBox="1"/>
          <p:nvPr/>
        </p:nvSpPr>
        <p:spPr>
          <a:xfrm>
            <a:off x="377025" y="5991675"/>
            <a:ext cx="4862100" cy="468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latin typeface="Georgia"/>
                <a:ea typeface="Georgia"/>
                <a:cs typeface="Georgia"/>
                <a:sym typeface="Georgia"/>
                <a:hlinkClick r:id="rId5"/>
              </a:rPr>
              <a:t>https://youtu.be/jUJBrP6cMHM?si=Ob18kYJ1RWbeTDqu</a:t>
            </a:r>
            <a:r>
              <a:rPr lang="en-US" sz="1000">
                <a:solidFill>
                  <a:schemeClr val="dk1"/>
                </a:solidFill>
                <a:latin typeface="Georgia"/>
                <a:ea typeface="Georgia"/>
                <a:cs typeface="Georgia"/>
                <a:sym typeface="Georgia"/>
              </a:rPr>
              <a:t> </a:t>
            </a:r>
            <a:endParaRPr sz="1000">
              <a:solidFill>
                <a:schemeClr val="dk1"/>
              </a:solidFill>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4"/>
                                        </p:tgtEl>
                                        <p:attrNameLst>
                                          <p:attrName>style.visibility</p:attrName>
                                        </p:attrNameLst>
                                      </p:cBhvr>
                                      <p:to>
                                        <p:strVal val="visible"/>
                                      </p:to>
                                    </p:set>
                                    <p:animEffect filter="fade" transition="in">
                                      <p:cBhvr>
                                        <p:cTn dur="500"/>
                                        <p:tgtEl>
                                          <p:spTgt spid="1734"/>
                                        </p:tgtEl>
                                      </p:cBhvr>
                                    </p:animEffect>
                                  </p:childTnLst>
                                </p:cTn>
                              </p:par>
                              <p:par>
                                <p:cTn fill="hold" nodeType="withEffect" presetClass="entr" presetID="2" presetSubtype="4">
                                  <p:stCondLst>
                                    <p:cond delay="0"/>
                                  </p:stCondLst>
                                  <p:childTnLst>
                                    <p:set>
                                      <p:cBhvr>
                                        <p:cTn dur="1" fill="hold">
                                          <p:stCondLst>
                                            <p:cond delay="0"/>
                                          </p:stCondLst>
                                        </p:cTn>
                                        <p:tgtEl>
                                          <p:spTgt spid="1736"/>
                                        </p:tgtEl>
                                        <p:attrNameLst>
                                          <p:attrName>style.visibility</p:attrName>
                                        </p:attrNameLst>
                                      </p:cBhvr>
                                      <p:to>
                                        <p:strVal val="visible"/>
                                      </p:to>
                                    </p:set>
                                    <p:anim calcmode="lin" valueType="num">
                                      <p:cBhvr additive="base">
                                        <p:cTn dur="500"/>
                                        <p:tgtEl>
                                          <p:spTgt spid="173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37">
                                            <p:txEl>
                                              <p:pRg end="0" st="0"/>
                                            </p:txEl>
                                          </p:spTgt>
                                        </p:tgtEl>
                                        <p:attrNameLst>
                                          <p:attrName>style.visibility</p:attrName>
                                        </p:attrNameLst>
                                      </p:cBhvr>
                                      <p:to>
                                        <p:strVal val="visible"/>
                                      </p:to>
                                    </p:set>
                                    <p:anim calcmode="lin" valueType="num">
                                      <p:cBhvr additive="base">
                                        <p:cTn dur="500"/>
                                        <p:tgtEl>
                                          <p:spTgt spid="1737">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738"/>
                                        </p:tgtEl>
                                        <p:attrNameLst>
                                          <p:attrName>style.visibility</p:attrName>
                                        </p:attrNameLst>
                                      </p:cBhvr>
                                      <p:to>
                                        <p:strVal val="visible"/>
                                      </p:to>
                                    </p:set>
                                    <p:anim calcmode="lin" valueType="num">
                                      <p:cBhvr additive="base">
                                        <p:cTn dur="500"/>
                                        <p:tgtEl>
                                          <p:spTgt spid="1738"/>
                                        </p:tgtEl>
                                        <p:attrNameLst>
                                          <p:attrName>ppt_y</p:attrName>
                                        </p:attrNameLst>
                                      </p:cBhvr>
                                      <p:tavLst>
                                        <p:tav fmla="" tm="0">
                                          <p:val>
                                            <p:strVal val="#ppt_y+1"/>
                                          </p:val>
                                        </p:tav>
                                        <p:tav fmla="" tm="100000">
                                          <p:val>
                                            <p:strVal val="#ppt_y"/>
                                          </p:val>
                                        </p:tav>
                                      </p:tavLst>
                                    </p:anim>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35"/>
                                        </p:tgtEl>
                                        <p:attrNameLst>
                                          <p:attrName>style.visibility</p:attrName>
                                        </p:attrNameLst>
                                      </p:cBhvr>
                                      <p:to>
                                        <p:strVal val="visible"/>
                                      </p:to>
                                    </p:set>
                                    <p:animEffect filter="fade" transition="in">
                                      <p:cBhvr>
                                        <p:cTn dur="1000"/>
                                        <p:tgtEl>
                                          <p:spTgt spid="17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9"/>
                                        </p:tgtEl>
                                        <p:attrNameLst>
                                          <p:attrName>style.visibility</p:attrName>
                                        </p:attrNameLst>
                                      </p:cBhvr>
                                      <p:to>
                                        <p:strVal val="visible"/>
                                      </p:to>
                                    </p:set>
                                    <p:animEffect filter="fade" transition="in">
                                      <p:cBhvr>
                                        <p:cTn dur="500"/>
                                        <p:tgtEl>
                                          <p:spTgt spid="1739"/>
                                        </p:tgtEl>
                                      </p:cBhvr>
                                    </p:animEffect>
                                  </p:childTnLst>
                                </p:cTn>
                              </p:par>
                              <p:par>
                                <p:cTn fill="hold" nodeType="withEffect" presetClass="entr" presetID="10" presetSubtype="0">
                                  <p:stCondLst>
                                    <p:cond delay="0"/>
                                  </p:stCondLst>
                                  <p:childTnLst>
                                    <p:set>
                                      <p:cBhvr>
                                        <p:cTn dur="1" fill="hold">
                                          <p:stCondLst>
                                            <p:cond delay="0"/>
                                          </p:stCondLst>
                                        </p:cTn>
                                        <p:tgtEl>
                                          <p:spTgt spid="1740"/>
                                        </p:tgtEl>
                                        <p:attrNameLst>
                                          <p:attrName>style.visibility</p:attrName>
                                        </p:attrNameLst>
                                      </p:cBhvr>
                                      <p:to>
                                        <p:strVal val="visible"/>
                                      </p:to>
                                    </p:set>
                                    <p:animEffect filter="fade" transition="in">
                                      <p:cBhvr>
                                        <p:cTn dur="500"/>
                                        <p:tgtEl>
                                          <p:spTgt spid="17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41"/>
                                        </p:tgtEl>
                                        <p:attrNameLst>
                                          <p:attrName>style.visibility</p:attrName>
                                        </p:attrNameLst>
                                      </p:cBhvr>
                                      <p:to>
                                        <p:strVal val="visible"/>
                                      </p:to>
                                    </p:set>
                                    <p:animEffect filter="fade" transition="in">
                                      <p:cBhvr>
                                        <p:cTn dur="600"/>
                                        <p:tgtEl>
                                          <p:spTgt spid="17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6" name="Shape 1746"/>
        <p:cNvGrpSpPr/>
        <p:nvPr/>
      </p:nvGrpSpPr>
      <p:grpSpPr>
        <a:xfrm>
          <a:off x="0" y="0"/>
          <a:ext cx="0" cy="0"/>
          <a:chOff x="0" y="0"/>
          <a:chExt cx="0" cy="0"/>
        </a:xfrm>
      </p:grpSpPr>
      <p:sp>
        <p:nvSpPr>
          <p:cNvPr id="1747" name="Google Shape;1747;p226"/>
          <p:cNvSpPr txBox="1"/>
          <p:nvPr>
            <p:ph idx="4294967295" type="title"/>
          </p:nvPr>
        </p:nvSpPr>
        <p:spPr>
          <a:xfrm>
            <a:off x="685800" y="1036638"/>
            <a:ext cx="7772400" cy="6080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90"/>
              <a:buFont typeface="Lucida Sans"/>
              <a:buNone/>
            </a:pPr>
            <a:r>
              <a:rPr b="1" i="0" lang="en-US" sz="3690" u="none" cap="none" strike="noStrike">
                <a:solidFill>
                  <a:schemeClr val="dk2"/>
                </a:solidFill>
                <a:latin typeface="Lucida Sans"/>
                <a:ea typeface="Lucida Sans"/>
                <a:cs typeface="Lucida Sans"/>
                <a:sym typeface="Lucida Sans"/>
              </a:rPr>
              <a:t>Fordonet, före start</a:t>
            </a:r>
            <a:endParaRPr/>
          </a:p>
        </p:txBody>
      </p:sp>
      <p:sp>
        <p:nvSpPr>
          <p:cNvPr id="1748" name="Google Shape;1748;p226"/>
          <p:cNvSpPr txBox="1"/>
          <p:nvPr>
            <p:ph idx="1" type="body"/>
          </p:nvPr>
        </p:nvSpPr>
        <p:spPr>
          <a:xfrm>
            <a:off x="685800" y="1981200"/>
            <a:ext cx="3808412" cy="4114800"/>
          </a:xfrm>
          <a:prstGeom prst="rect">
            <a:avLst/>
          </a:prstGeom>
          <a:noFill/>
          <a:ln>
            <a:noFill/>
          </a:ln>
        </p:spPr>
        <p:txBody>
          <a:bodyPr anchorCtr="0" anchor="t" bIns="45700" lIns="91425" spcFirstLastPara="1" rIns="91425" wrap="square" tIns="45700">
            <a:noAutofit/>
          </a:bodyPr>
          <a:lstStyle/>
          <a:p>
            <a:pPr indent="-255587" lvl="0" marL="365125" rtl="0" algn="l">
              <a:lnSpc>
                <a:spcPct val="100000"/>
              </a:lnSpc>
              <a:spcBef>
                <a:spcPts val="0"/>
              </a:spcBef>
              <a:spcAft>
                <a:spcPts val="0"/>
              </a:spcAft>
              <a:buClr>
                <a:schemeClr val="accent1"/>
              </a:buClr>
              <a:buSzPts val="1360"/>
              <a:buFont typeface="Noto Sans Symbols"/>
              <a:buChar char="🞂"/>
            </a:pPr>
            <a:r>
              <a:rPr b="0" i="0" lang="en-US" sz="2000" u="none">
                <a:solidFill>
                  <a:schemeClr val="dk1"/>
                </a:solidFill>
                <a:latin typeface="Lucida Sans"/>
                <a:ea typeface="Lucida Sans"/>
                <a:cs typeface="Lucida Sans"/>
                <a:sym typeface="Lucida Sans"/>
              </a:rPr>
              <a:t>Nödstoppslinan</a:t>
            </a:r>
            <a:endParaRPr/>
          </a:p>
          <a:p>
            <a:pPr indent="-255587" lvl="0" marL="365125" rtl="0" algn="l">
              <a:lnSpc>
                <a:spcPct val="100000"/>
              </a:lnSpc>
              <a:spcBef>
                <a:spcPts val="400"/>
              </a:spcBef>
              <a:spcAft>
                <a:spcPts val="0"/>
              </a:spcAft>
              <a:buClr>
                <a:schemeClr val="accent1"/>
              </a:buClr>
              <a:buSzPts val="1360"/>
              <a:buFont typeface="Noto Sans Symbols"/>
              <a:buChar char="🞂"/>
            </a:pPr>
            <a:r>
              <a:rPr b="0" i="0" lang="en-US" sz="2000" u="none">
                <a:solidFill>
                  <a:schemeClr val="dk1"/>
                </a:solidFill>
                <a:latin typeface="Lucida Sans"/>
                <a:ea typeface="Lucida Sans"/>
                <a:cs typeface="Lucida Sans"/>
                <a:sym typeface="Lucida Sans"/>
              </a:rPr>
              <a:t>Tändningsnyckeln</a:t>
            </a:r>
            <a:endParaRPr/>
          </a:p>
          <a:p>
            <a:pPr indent="-255588" lvl="0" marL="365125" rtl="0" algn="l">
              <a:lnSpc>
                <a:spcPct val="100000"/>
              </a:lnSpc>
              <a:spcBef>
                <a:spcPts val="400"/>
              </a:spcBef>
              <a:spcAft>
                <a:spcPts val="0"/>
              </a:spcAft>
              <a:buClr>
                <a:schemeClr val="accent1"/>
              </a:buClr>
              <a:buSzPts val="1360"/>
              <a:buFont typeface="Noto Sans Symbols"/>
              <a:buChar char="🞂"/>
            </a:pPr>
            <a:r>
              <a:rPr lang="en-US" sz="2000"/>
              <a:t>Kontrollera gasreglaget</a:t>
            </a:r>
            <a:endParaRPr sz="2000"/>
          </a:p>
          <a:p>
            <a:pPr indent="-255588" lvl="0" marL="365125" rtl="0" algn="l">
              <a:lnSpc>
                <a:spcPct val="100000"/>
              </a:lnSpc>
              <a:spcBef>
                <a:spcPts val="400"/>
              </a:spcBef>
              <a:spcAft>
                <a:spcPts val="0"/>
              </a:spcAft>
              <a:buClr>
                <a:schemeClr val="accent1"/>
              </a:buClr>
              <a:buSzPts val="1360"/>
              <a:buFont typeface="Noto Sans Symbols"/>
              <a:buChar char="🞂"/>
            </a:pPr>
            <a:r>
              <a:rPr b="0" i="0" lang="en-US" sz="2000" u="none">
                <a:solidFill>
                  <a:schemeClr val="dk1"/>
                </a:solidFill>
                <a:latin typeface="Lucida Sans"/>
                <a:ea typeface="Lucida Sans"/>
                <a:cs typeface="Lucida Sans"/>
                <a:sym typeface="Lucida Sans"/>
              </a:rPr>
              <a:t>Kall motor- choke/primer</a:t>
            </a:r>
            <a:endParaRPr sz="2000"/>
          </a:p>
          <a:p>
            <a:pPr indent="-255587" lvl="0" marL="365125" rtl="0" algn="l">
              <a:lnSpc>
                <a:spcPct val="100000"/>
              </a:lnSpc>
              <a:spcBef>
                <a:spcPts val="400"/>
              </a:spcBef>
              <a:spcAft>
                <a:spcPts val="0"/>
              </a:spcAft>
              <a:buClr>
                <a:schemeClr val="accent1"/>
              </a:buClr>
              <a:buSzPts val="1360"/>
              <a:buFont typeface="Noto Sans Symbols"/>
              <a:buChar char="🞂"/>
            </a:pPr>
            <a:r>
              <a:rPr b="0" i="0" lang="en-US" sz="2000" u="none">
                <a:solidFill>
                  <a:schemeClr val="dk1"/>
                </a:solidFill>
                <a:latin typeface="Lucida Sans"/>
                <a:ea typeface="Lucida Sans"/>
                <a:cs typeface="Lucida Sans"/>
                <a:sym typeface="Lucida Sans"/>
              </a:rPr>
              <a:t>Drag till motstånd</a:t>
            </a:r>
            <a:endParaRPr/>
          </a:p>
          <a:p>
            <a:pPr indent="-255587" lvl="0" marL="365125" rtl="0" algn="l">
              <a:lnSpc>
                <a:spcPct val="100000"/>
              </a:lnSpc>
              <a:spcBef>
                <a:spcPts val="400"/>
              </a:spcBef>
              <a:spcAft>
                <a:spcPts val="0"/>
              </a:spcAft>
              <a:buClr>
                <a:schemeClr val="accent1"/>
              </a:buClr>
              <a:buSzPts val="1360"/>
              <a:buFont typeface="Noto Sans Symbols"/>
              <a:buChar char="🞂"/>
            </a:pPr>
            <a:r>
              <a:rPr b="0" i="0" lang="en-US" sz="2000" u="none">
                <a:solidFill>
                  <a:schemeClr val="dk1"/>
                </a:solidFill>
                <a:latin typeface="Lucida Sans"/>
                <a:ea typeface="Lucida Sans"/>
                <a:cs typeface="Lucida Sans"/>
                <a:sym typeface="Lucida Sans"/>
              </a:rPr>
              <a:t>Bestämt drag</a:t>
            </a:r>
            <a:endParaRPr/>
          </a:p>
          <a:p>
            <a:pPr indent="-255587" lvl="0" marL="365125" rtl="0" algn="l">
              <a:lnSpc>
                <a:spcPct val="100000"/>
              </a:lnSpc>
              <a:spcBef>
                <a:spcPts val="400"/>
              </a:spcBef>
              <a:spcAft>
                <a:spcPts val="0"/>
              </a:spcAft>
              <a:buClr>
                <a:schemeClr val="accent1"/>
              </a:buClr>
              <a:buSzPts val="1360"/>
              <a:buFont typeface="Noto Sans Symbols"/>
              <a:buChar char="🞂"/>
            </a:pPr>
            <a:r>
              <a:rPr b="0" i="0" lang="en-US" sz="2000" u="none">
                <a:solidFill>
                  <a:schemeClr val="dk1"/>
                </a:solidFill>
                <a:latin typeface="Lucida Sans"/>
                <a:ea typeface="Lucida Sans"/>
                <a:cs typeface="Lucida Sans"/>
                <a:sym typeface="Lucida Sans"/>
              </a:rPr>
              <a:t>Åter försiktigt</a:t>
            </a:r>
            <a:endParaRPr/>
          </a:p>
          <a:p>
            <a:pPr indent="-255587" lvl="0" marL="365125" rtl="0" algn="l">
              <a:lnSpc>
                <a:spcPct val="100000"/>
              </a:lnSpc>
              <a:spcBef>
                <a:spcPts val="400"/>
              </a:spcBef>
              <a:spcAft>
                <a:spcPts val="0"/>
              </a:spcAft>
              <a:buClr>
                <a:schemeClr val="accent1"/>
              </a:buClr>
              <a:buSzPts val="1360"/>
              <a:buFont typeface="Noto Sans Symbols"/>
              <a:buChar char="🞂"/>
            </a:pPr>
            <a:r>
              <a:rPr b="0" i="0" lang="en-US" sz="2000" u="none">
                <a:solidFill>
                  <a:schemeClr val="dk1"/>
                </a:solidFill>
                <a:latin typeface="Lucida Sans"/>
                <a:ea typeface="Lucida Sans"/>
                <a:cs typeface="Lucida Sans"/>
                <a:sym typeface="Lucida Sans"/>
              </a:rPr>
              <a:t>Låt motorn bli varm</a:t>
            </a:r>
            <a:endParaRPr/>
          </a:p>
          <a:p>
            <a:pPr indent="-255588" lvl="0" marL="365125" rtl="0" algn="l">
              <a:lnSpc>
                <a:spcPct val="100000"/>
              </a:lnSpc>
              <a:spcBef>
                <a:spcPts val="400"/>
              </a:spcBef>
              <a:spcAft>
                <a:spcPts val="0"/>
              </a:spcAft>
              <a:buClr>
                <a:schemeClr val="accent1"/>
              </a:buClr>
              <a:buSzPts val="1360"/>
              <a:buFont typeface="Noto Sans Symbols"/>
              <a:buChar char="🞂"/>
            </a:pPr>
            <a:r>
              <a:rPr b="0" i="0" lang="en-US" sz="2000" u="none">
                <a:solidFill>
                  <a:schemeClr val="dk1"/>
                </a:solidFill>
                <a:latin typeface="Lucida Sans"/>
                <a:ea typeface="Lucida Sans"/>
                <a:cs typeface="Lucida Sans"/>
                <a:sym typeface="Lucida Sans"/>
              </a:rPr>
              <a:t>Prova nödstopp</a:t>
            </a:r>
            <a:endParaRPr/>
          </a:p>
          <a:p>
            <a:pPr indent="-255587" lvl="0" marL="365125" rtl="0" algn="l">
              <a:lnSpc>
                <a:spcPct val="100000"/>
              </a:lnSpc>
              <a:spcBef>
                <a:spcPts val="400"/>
              </a:spcBef>
              <a:spcAft>
                <a:spcPts val="0"/>
              </a:spcAft>
              <a:buClr>
                <a:schemeClr val="accent1"/>
              </a:buClr>
              <a:buSzPts val="1360"/>
              <a:buFont typeface="Noto Sans Symbols"/>
              <a:buChar char="🞂"/>
            </a:pPr>
            <a:r>
              <a:rPr b="0" i="0" lang="en-US" sz="2000" u="none">
                <a:solidFill>
                  <a:schemeClr val="dk1"/>
                </a:solidFill>
                <a:latin typeface="Lucida Sans"/>
                <a:ea typeface="Lucida Sans"/>
                <a:cs typeface="Lucida Sans"/>
                <a:sym typeface="Lucida Sans"/>
              </a:rPr>
              <a:t>Starta och kör</a:t>
            </a:r>
            <a:endParaRPr/>
          </a:p>
          <a:p>
            <a:pPr indent="-169228" lvl="0" marL="365125" rtl="0" algn="l">
              <a:spcBef>
                <a:spcPts val="400"/>
              </a:spcBef>
              <a:spcAft>
                <a:spcPts val="0"/>
              </a:spcAft>
              <a:buSzPts val="1360"/>
              <a:buNone/>
            </a:pPr>
            <a:r>
              <a:t/>
            </a:r>
            <a:endParaRPr b="0" i="0" sz="2000" u="none">
              <a:solidFill>
                <a:schemeClr val="dk1"/>
              </a:solidFill>
              <a:latin typeface="Lucida Sans"/>
              <a:ea typeface="Lucida Sans"/>
              <a:cs typeface="Lucida Sans"/>
              <a:sym typeface="Lucida Sans"/>
            </a:endParaRPr>
          </a:p>
        </p:txBody>
      </p:sp>
      <p:pic>
        <p:nvPicPr>
          <p:cNvPr descr="C:\Documents and Settings\janne\Mina dokument\Mina bilder\Powdwer buster.jpg" id="1749" name="Google Shape;1749;p226"/>
          <p:cNvPicPr preferRelativeResize="0"/>
          <p:nvPr/>
        </p:nvPicPr>
        <p:blipFill rotWithShape="1">
          <a:blip r:embed="rId3">
            <a:alphaModFix/>
          </a:blip>
          <a:srcRect b="0" l="0" r="0" t="0"/>
          <a:stretch/>
        </p:blipFill>
        <p:spPr>
          <a:xfrm>
            <a:off x="4572000" y="1981200"/>
            <a:ext cx="3886200" cy="37433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0" st="0"/>
                                            </p:txEl>
                                          </p:spTgt>
                                        </p:tgtEl>
                                        <p:attrNameLst>
                                          <p:attrName>style.visibility</p:attrName>
                                        </p:attrNameLst>
                                      </p:cBhvr>
                                      <p:to>
                                        <p:strVal val="visible"/>
                                      </p:to>
                                    </p:set>
                                    <p:animEffect filter="fade" transition="in">
                                      <p:cBhvr>
                                        <p:cTn dur="300"/>
                                        <p:tgtEl>
                                          <p:spTgt spid="174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1" st="1"/>
                                            </p:txEl>
                                          </p:spTgt>
                                        </p:tgtEl>
                                        <p:attrNameLst>
                                          <p:attrName>style.visibility</p:attrName>
                                        </p:attrNameLst>
                                      </p:cBhvr>
                                      <p:to>
                                        <p:strVal val="visible"/>
                                      </p:to>
                                    </p:set>
                                    <p:animEffect filter="fade" transition="in">
                                      <p:cBhvr>
                                        <p:cTn dur="300"/>
                                        <p:tgtEl>
                                          <p:spTgt spid="174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2" st="2"/>
                                            </p:txEl>
                                          </p:spTgt>
                                        </p:tgtEl>
                                        <p:attrNameLst>
                                          <p:attrName>style.visibility</p:attrName>
                                        </p:attrNameLst>
                                      </p:cBhvr>
                                      <p:to>
                                        <p:strVal val="visible"/>
                                      </p:to>
                                    </p:set>
                                    <p:animEffect filter="fade" transition="in">
                                      <p:cBhvr>
                                        <p:cTn dur="300"/>
                                        <p:tgtEl>
                                          <p:spTgt spid="174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3" st="3"/>
                                            </p:txEl>
                                          </p:spTgt>
                                        </p:tgtEl>
                                        <p:attrNameLst>
                                          <p:attrName>style.visibility</p:attrName>
                                        </p:attrNameLst>
                                      </p:cBhvr>
                                      <p:to>
                                        <p:strVal val="visible"/>
                                      </p:to>
                                    </p:set>
                                    <p:animEffect filter="fade" transition="in">
                                      <p:cBhvr>
                                        <p:cTn dur="300"/>
                                        <p:tgtEl>
                                          <p:spTgt spid="174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4" st="4"/>
                                            </p:txEl>
                                          </p:spTgt>
                                        </p:tgtEl>
                                        <p:attrNameLst>
                                          <p:attrName>style.visibility</p:attrName>
                                        </p:attrNameLst>
                                      </p:cBhvr>
                                      <p:to>
                                        <p:strVal val="visible"/>
                                      </p:to>
                                    </p:set>
                                    <p:animEffect filter="fade" transition="in">
                                      <p:cBhvr>
                                        <p:cTn dur="300"/>
                                        <p:tgtEl>
                                          <p:spTgt spid="174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5" st="5"/>
                                            </p:txEl>
                                          </p:spTgt>
                                        </p:tgtEl>
                                        <p:attrNameLst>
                                          <p:attrName>style.visibility</p:attrName>
                                        </p:attrNameLst>
                                      </p:cBhvr>
                                      <p:to>
                                        <p:strVal val="visible"/>
                                      </p:to>
                                    </p:set>
                                    <p:animEffect filter="fade" transition="in">
                                      <p:cBhvr>
                                        <p:cTn dur="300"/>
                                        <p:tgtEl>
                                          <p:spTgt spid="174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6" st="6"/>
                                            </p:txEl>
                                          </p:spTgt>
                                        </p:tgtEl>
                                        <p:attrNameLst>
                                          <p:attrName>style.visibility</p:attrName>
                                        </p:attrNameLst>
                                      </p:cBhvr>
                                      <p:to>
                                        <p:strVal val="visible"/>
                                      </p:to>
                                    </p:set>
                                    <p:animEffect filter="fade" transition="in">
                                      <p:cBhvr>
                                        <p:cTn dur="300"/>
                                        <p:tgtEl>
                                          <p:spTgt spid="174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7" st="7"/>
                                            </p:txEl>
                                          </p:spTgt>
                                        </p:tgtEl>
                                        <p:attrNameLst>
                                          <p:attrName>style.visibility</p:attrName>
                                        </p:attrNameLst>
                                      </p:cBhvr>
                                      <p:to>
                                        <p:strVal val="visible"/>
                                      </p:to>
                                    </p:set>
                                    <p:animEffect filter="fade" transition="in">
                                      <p:cBhvr>
                                        <p:cTn dur="300"/>
                                        <p:tgtEl>
                                          <p:spTgt spid="174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8" st="8"/>
                                            </p:txEl>
                                          </p:spTgt>
                                        </p:tgtEl>
                                        <p:attrNameLst>
                                          <p:attrName>style.visibility</p:attrName>
                                        </p:attrNameLst>
                                      </p:cBhvr>
                                      <p:to>
                                        <p:strVal val="visible"/>
                                      </p:to>
                                    </p:set>
                                    <p:animEffect filter="fade" transition="in">
                                      <p:cBhvr>
                                        <p:cTn dur="300"/>
                                        <p:tgtEl>
                                          <p:spTgt spid="174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9" st="9"/>
                                            </p:txEl>
                                          </p:spTgt>
                                        </p:tgtEl>
                                        <p:attrNameLst>
                                          <p:attrName>style.visibility</p:attrName>
                                        </p:attrNameLst>
                                      </p:cBhvr>
                                      <p:to>
                                        <p:strVal val="visible"/>
                                      </p:to>
                                    </p:set>
                                    <p:animEffect filter="fade" transition="in">
                                      <p:cBhvr>
                                        <p:cTn dur="300"/>
                                        <p:tgtEl>
                                          <p:spTgt spid="174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8">
                                            <p:txEl>
                                              <p:pRg end="10" st="10"/>
                                            </p:txEl>
                                          </p:spTgt>
                                        </p:tgtEl>
                                        <p:attrNameLst>
                                          <p:attrName>style.visibility</p:attrName>
                                        </p:attrNameLst>
                                      </p:cBhvr>
                                      <p:to>
                                        <p:strVal val="visible"/>
                                      </p:to>
                                    </p:set>
                                    <p:animEffect filter="fade" transition="in">
                                      <p:cBhvr>
                                        <p:cTn dur="300"/>
                                        <p:tgtEl>
                                          <p:spTgt spid="174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227"/>
          <p:cNvSpPr txBox="1"/>
          <p:nvPr>
            <p:ph type="title"/>
          </p:nvPr>
        </p:nvSpPr>
        <p:spPr>
          <a:xfrm>
            <a:off x="755650" y="333375"/>
            <a:ext cx="7772400" cy="6794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Kolla gasreglaget</a:t>
            </a:r>
            <a:endParaRPr/>
          </a:p>
        </p:txBody>
      </p:sp>
      <p:pic>
        <p:nvPicPr>
          <p:cNvPr descr="C:\Documents and Settings\Anders\Mina dokument\ÖSSK\Förarb. Snöskoter\Fruset gasreglage.JPG" id="1755" name="Google Shape;1755;p227"/>
          <p:cNvPicPr preferRelativeResize="0"/>
          <p:nvPr/>
        </p:nvPicPr>
        <p:blipFill rotWithShape="1">
          <a:blip r:embed="rId3">
            <a:alphaModFix/>
          </a:blip>
          <a:srcRect b="0" l="0" r="0" t="0"/>
          <a:stretch/>
        </p:blipFill>
        <p:spPr>
          <a:xfrm>
            <a:off x="228600" y="1219200"/>
            <a:ext cx="8686800" cy="4840287"/>
          </a:xfrm>
          <a:prstGeom prst="rect">
            <a:avLst/>
          </a:prstGeom>
          <a:noFill/>
          <a:ln>
            <a:noFill/>
          </a:ln>
        </p:spPr>
      </p:pic>
      <p:sp>
        <p:nvSpPr>
          <p:cNvPr id="1756" name="Google Shape;1756;p227"/>
          <p:cNvSpPr txBox="1"/>
          <p:nvPr/>
        </p:nvSpPr>
        <p:spPr>
          <a:xfrm>
            <a:off x="323200" y="62318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wentieth Century"/>
                <a:ea typeface="Twentieth Century"/>
                <a:cs typeface="Twentieth Century"/>
                <a:sym typeface="Twentieth Century"/>
              </a:rPr>
              <a:t>sid 26</a:t>
            </a:r>
            <a:endParaRPr>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755"/>
                                        </p:tgtEl>
                                        <p:attrNameLst>
                                          <p:attrName>style.visibility</p:attrName>
                                        </p:attrNameLst>
                                      </p:cBhvr>
                                      <p:to>
                                        <p:strVal val="visible"/>
                                      </p:to>
                                    </p:set>
                                    <p:anim calcmode="lin" valueType="num">
                                      <p:cBhvr additive="base">
                                        <p:cTn dur="500"/>
                                        <p:tgtEl>
                                          <p:spTgt spid="175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0" name="Shape 1760"/>
        <p:cNvGrpSpPr/>
        <p:nvPr/>
      </p:nvGrpSpPr>
      <p:grpSpPr>
        <a:xfrm>
          <a:off x="0" y="0"/>
          <a:ext cx="0" cy="0"/>
          <a:chOff x="0" y="0"/>
          <a:chExt cx="0" cy="0"/>
        </a:xfrm>
      </p:grpSpPr>
      <p:sp>
        <p:nvSpPr>
          <p:cNvPr id="1761" name="Google Shape;1761;p228"/>
          <p:cNvSpPr txBox="1"/>
          <p:nvPr>
            <p:ph idx="4294967295" type="title"/>
          </p:nvPr>
        </p:nvSpPr>
        <p:spPr>
          <a:xfrm>
            <a:off x="683575" y="188646"/>
            <a:ext cx="7772400" cy="73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240"/>
              <a:buFont typeface="Libre Franklin Medium"/>
              <a:buNone/>
            </a:pPr>
            <a:r>
              <a:rPr b="0" i="0" lang="en-US" sz="3240" u="none" cap="none" strike="noStrike">
                <a:solidFill>
                  <a:schemeClr val="dk2"/>
                </a:solidFill>
                <a:latin typeface="Libre Franklin Medium"/>
                <a:ea typeface="Libre Franklin Medium"/>
                <a:cs typeface="Libre Franklin Medium"/>
                <a:sym typeface="Libre Franklin Medium"/>
              </a:rPr>
              <a:t>MÄNNISKANS BEGRÄNSADE FÖRMÅGA</a:t>
            </a:r>
            <a:endParaRPr/>
          </a:p>
        </p:txBody>
      </p:sp>
      <p:sp>
        <p:nvSpPr>
          <p:cNvPr id="1762" name="Google Shape;1762;p228"/>
          <p:cNvSpPr txBox="1"/>
          <p:nvPr>
            <p:ph idx="1" type="body"/>
          </p:nvPr>
        </p:nvSpPr>
        <p:spPr>
          <a:xfrm>
            <a:off x="684212" y="1989137"/>
            <a:ext cx="8001000" cy="3886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accent1"/>
              </a:buClr>
              <a:buSzPts val="2240"/>
              <a:buFont typeface="Noto Sans Symbols"/>
              <a:buChar char="🞭"/>
            </a:pPr>
            <a:r>
              <a:rPr b="0" i="0" lang="en-US" sz="3200" u="none" cap="none" strike="noStrike">
                <a:solidFill>
                  <a:schemeClr val="dk2"/>
                </a:solidFill>
                <a:latin typeface="Libre Franklin"/>
                <a:ea typeface="Libre Franklin"/>
                <a:cs typeface="Libre Franklin"/>
                <a:sym typeface="Libre Franklin"/>
              </a:rPr>
              <a:t>Övertro, överskattning av egen förmåga.</a:t>
            </a:r>
            <a:endParaRPr/>
          </a:p>
          <a:p>
            <a:pPr indent="-342900" lvl="0" marL="342900" marR="0" rtl="0" algn="l">
              <a:lnSpc>
                <a:spcPct val="100000"/>
              </a:lnSpc>
              <a:spcBef>
                <a:spcPts val="640"/>
              </a:spcBef>
              <a:spcAft>
                <a:spcPts val="0"/>
              </a:spcAft>
              <a:buClr>
                <a:schemeClr val="accent1"/>
              </a:buClr>
              <a:buSzPts val="2240"/>
              <a:buFont typeface="Noto Sans Symbols"/>
              <a:buChar char="🞭"/>
            </a:pPr>
            <a:r>
              <a:rPr b="0" i="0" lang="en-US" sz="3200" u="none" cap="none" strike="noStrike">
                <a:solidFill>
                  <a:schemeClr val="dk2"/>
                </a:solidFill>
                <a:latin typeface="Libre Franklin"/>
                <a:ea typeface="Libre Franklin"/>
                <a:cs typeface="Libre Franklin"/>
                <a:sym typeface="Libre Franklin"/>
              </a:rPr>
              <a:t>Snö och kyla, trötthet.</a:t>
            </a:r>
            <a:endParaRPr/>
          </a:p>
          <a:p>
            <a:pPr indent="-342900" lvl="0" marL="342900" marR="0" rtl="0" algn="l">
              <a:lnSpc>
                <a:spcPct val="100000"/>
              </a:lnSpc>
              <a:spcBef>
                <a:spcPts val="640"/>
              </a:spcBef>
              <a:spcAft>
                <a:spcPts val="0"/>
              </a:spcAft>
              <a:buClr>
                <a:schemeClr val="accent1"/>
              </a:buClr>
              <a:buSzPts val="2240"/>
              <a:buFont typeface="Noto Sans Symbols"/>
              <a:buChar char="🞭"/>
            </a:pPr>
            <a:r>
              <a:rPr b="0" i="0" lang="en-US" sz="3200" u="none" cap="none" strike="noStrike">
                <a:solidFill>
                  <a:schemeClr val="dk2"/>
                </a:solidFill>
                <a:latin typeface="Libre Franklin"/>
                <a:ea typeface="Libre Franklin"/>
                <a:cs typeface="Libre Franklin"/>
                <a:sym typeface="Libre Franklin"/>
              </a:rPr>
              <a:t>Ovana, orutin.</a:t>
            </a:r>
            <a:endParaRPr/>
          </a:p>
          <a:p>
            <a:pPr indent="-342900" lvl="0" marL="342900" marR="0" rtl="0" algn="l">
              <a:lnSpc>
                <a:spcPct val="100000"/>
              </a:lnSpc>
              <a:spcBef>
                <a:spcPts val="640"/>
              </a:spcBef>
              <a:spcAft>
                <a:spcPts val="0"/>
              </a:spcAft>
              <a:buClr>
                <a:schemeClr val="accent1"/>
              </a:buClr>
              <a:buSzPts val="2240"/>
              <a:buFont typeface="Noto Sans Symbols"/>
              <a:buChar char="🞭"/>
            </a:pPr>
            <a:r>
              <a:rPr b="0" i="0" lang="en-US" sz="3200" u="none" cap="none" strike="noStrike">
                <a:solidFill>
                  <a:schemeClr val="dk2"/>
                </a:solidFill>
                <a:latin typeface="Libre Franklin"/>
                <a:ea typeface="Libre Franklin"/>
                <a:cs typeface="Libre Franklin"/>
                <a:sym typeface="Libre Franklin"/>
              </a:rPr>
              <a:t>Olika kunskapsnivåer.</a:t>
            </a:r>
            <a:endParaRPr/>
          </a:p>
          <a:p>
            <a:pPr indent="-342900" lvl="0" marL="342900" marR="0" rtl="0" algn="l">
              <a:lnSpc>
                <a:spcPct val="100000"/>
              </a:lnSpc>
              <a:spcBef>
                <a:spcPts val="640"/>
              </a:spcBef>
              <a:spcAft>
                <a:spcPts val="0"/>
              </a:spcAft>
              <a:buClr>
                <a:schemeClr val="accent1"/>
              </a:buClr>
              <a:buSzPts val="2240"/>
              <a:buFont typeface="Noto Sans Symbols"/>
              <a:buChar char="🞭"/>
            </a:pPr>
            <a:r>
              <a:rPr b="0" i="0" lang="en-US" sz="3200" u="none" cap="none" strike="noStrike">
                <a:solidFill>
                  <a:schemeClr val="dk2"/>
                </a:solidFill>
                <a:latin typeface="Libre Franklin"/>
                <a:ea typeface="Libre Franklin"/>
                <a:cs typeface="Libre Franklin"/>
                <a:sym typeface="Libre Franklin"/>
              </a:rPr>
              <a:t>Öva – öva – öva </a:t>
            </a:r>
            <a:endParaRPr/>
          </a:p>
        </p:txBody>
      </p:sp>
      <p:sp>
        <p:nvSpPr>
          <p:cNvPr id="1763" name="Google Shape;1763;p228"/>
          <p:cNvSpPr txBox="1"/>
          <p:nvPr/>
        </p:nvSpPr>
        <p:spPr>
          <a:xfrm>
            <a:off x="484800" y="63025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ibre Franklin"/>
                <a:ea typeface="Libre Franklin"/>
                <a:cs typeface="Libre Franklin"/>
                <a:sym typeface="Libre Franklin"/>
              </a:rPr>
              <a:t>sid 27</a:t>
            </a:r>
            <a:endParaRPr>
              <a:latin typeface="Libre Franklin"/>
              <a:ea typeface="Libre Franklin"/>
              <a:cs typeface="Libre Franklin"/>
              <a:sym typeface="Libre Frankli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62">
                                            <p:txEl>
                                              <p:pRg end="0" st="0"/>
                                            </p:txEl>
                                          </p:spTgt>
                                        </p:tgtEl>
                                        <p:attrNameLst>
                                          <p:attrName>style.visibility</p:attrName>
                                        </p:attrNameLst>
                                      </p:cBhvr>
                                      <p:to>
                                        <p:strVal val="visible"/>
                                      </p:to>
                                    </p:set>
                                    <p:anim calcmode="lin" valueType="num">
                                      <p:cBhvr additive="base">
                                        <p:cTn dur="300"/>
                                        <p:tgtEl>
                                          <p:spTgt spid="176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62">
                                            <p:txEl>
                                              <p:pRg end="1" st="1"/>
                                            </p:txEl>
                                          </p:spTgt>
                                        </p:tgtEl>
                                        <p:attrNameLst>
                                          <p:attrName>style.visibility</p:attrName>
                                        </p:attrNameLst>
                                      </p:cBhvr>
                                      <p:to>
                                        <p:strVal val="visible"/>
                                      </p:to>
                                    </p:set>
                                    <p:anim calcmode="lin" valueType="num">
                                      <p:cBhvr additive="base">
                                        <p:cTn dur="300"/>
                                        <p:tgtEl>
                                          <p:spTgt spid="176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62">
                                            <p:txEl>
                                              <p:pRg end="2" st="2"/>
                                            </p:txEl>
                                          </p:spTgt>
                                        </p:tgtEl>
                                        <p:attrNameLst>
                                          <p:attrName>style.visibility</p:attrName>
                                        </p:attrNameLst>
                                      </p:cBhvr>
                                      <p:to>
                                        <p:strVal val="visible"/>
                                      </p:to>
                                    </p:set>
                                    <p:anim calcmode="lin" valueType="num">
                                      <p:cBhvr additive="base">
                                        <p:cTn dur="300"/>
                                        <p:tgtEl>
                                          <p:spTgt spid="176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62">
                                            <p:txEl>
                                              <p:pRg end="3" st="3"/>
                                            </p:txEl>
                                          </p:spTgt>
                                        </p:tgtEl>
                                        <p:attrNameLst>
                                          <p:attrName>style.visibility</p:attrName>
                                        </p:attrNameLst>
                                      </p:cBhvr>
                                      <p:to>
                                        <p:strVal val="visible"/>
                                      </p:to>
                                    </p:set>
                                    <p:anim calcmode="lin" valueType="num">
                                      <p:cBhvr additive="base">
                                        <p:cTn dur="300"/>
                                        <p:tgtEl>
                                          <p:spTgt spid="176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62">
                                            <p:txEl>
                                              <p:pRg end="4" st="4"/>
                                            </p:txEl>
                                          </p:spTgt>
                                        </p:tgtEl>
                                        <p:attrNameLst>
                                          <p:attrName>style.visibility</p:attrName>
                                        </p:attrNameLst>
                                      </p:cBhvr>
                                      <p:to>
                                        <p:strVal val="visible"/>
                                      </p:to>
                                    </p:set>
                                    <p:anim calcmode="lin" valueType="num">
                                      <p:cBhvr additive="base">
                                        <p:cTn dur="300"/>
                                        <p:tgtEl>
                                          <p:spTgt spid="176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8" name="Shape 1768"/>
        <p:cNvGrpSpPr/>
        <p:nvPr/>
      </p:nvGrpSpPr>
      <p:grpSpPr>
        <a:xfrm>
          <a:off x="0" y="0"/>
          <a:ext cx="0" cy="0"/>
          <a:chOff x="0" y="0"/>
          <a:chExt cx="0" cy="0"/>
        </a:xfrm>
      </p:grpSpPr>
      <p:sp>
        <p:nvSpPr>
          <p:cNvPr id="1769" name="Google Shape;1769;p229"/>
          <p:cNvSpPr txBox="1"/>
          <p:nvPr>
            <p:ph idx="4294967295"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7373"/>
              </a:buClr>
              <a:buSzPts val="3690"/>
              <a:buFont typeface="Lucida Sans"/>
              <a:buNone/>
            </a:pPr>
            <a:r>
              <a:rPr b="1" i="0" lang="en-US" sz="3690" u="none" cap="none" strike="noStrike">
                <a:solidFill>
                  <a:srgbClr val="FF7373"/>
                </a:solidFill>
                <a:latin typeface="Lucida Sans"/>
                <a:ea typeface="Lucida Sans"/>
                <a:cs typeface="Lucida Sans"/>
                <a:sym typeface="Lucida Sans"/>
              </a:rPr>
              <a:t>Alkohol, droger och mediciner.</a:t>
            </a:r>
            <a:endParaRPr/>
          </a:p>
        </p:txBody>
      </p:sp>
      <p:sp>
        <p:nvSpPr>
          <p:cNvPr id="1770" name="Google Shape;1770;p229"/>
          <p:cNvSpPr txBox="1"/>
          <p:nvPr>
            <p:ph idx="1" type="body"/>
          </p:nvPr>
        </p:nvSpPr>
        <p:spPr>
          <a:xfrm>
            <a:off x="684212" y="1916112"/>
            <a:ext cx="7772400" cy="4114800"/>
          </a:xfrm>
          <a:prstGeom prst="rect">
            <a:avLst/>
          </a:prstGeom>
          <a:noFill/>
          <a:ln>
            <a:noFill/>
          </a:ln>
        </p:spPr>
        <p:txBody>
          <a:bodyPr anchorCtr="0" anchor="t" bIns="45700" lIns="91425" spcFirstLastPara="1" rIns="91425" wrap="square" tIns="45700">
            <a:noAutofit/>
          </a:bodyPr>
          <a:lstStyle/>
          <a:p>
            <a:pPr indent="-295592" lvl="0" marL="547687" marR="0" rtl="0" algn="l">
              <a:lnSpc>
                <a:spcPct val="100000"/>
              </a:lnSpc>
              <a:spcBef>
                <a:spcPts val="0"/>
              </a:spcBef>
              <a:spcAft>
                <a:spcPts val="0"/>
              </a:spcAft>
              <a:buClr>
                <a:srgbClr val="F9F9F9"/>
              </a:buClr>
              <a:buSzPts val="1820"/>
              <a:buFont typeface="Noto Sans Symbols"/>
              <a:buNone/>
            </a:pPr>
            <a:r>
              <a:t/>
            </a:r>
            <a:endParaRPr b="0" i="0" sz="2800" u="none" cap="none" strike="noStrike">
              <a:solidFill>
                <a:schemeClr val="lt1"/>
              </a:solidFill>
              <a:latin typeface="Book Antiqua"/>
              <a:ea typeface="Book Antiqua"/>
              <a:cs typeface="Book Antiqua"/>
              <a:sym typeface="Book Antiqua"/>
            </a:endParaRPr>
          </a:p>
          <a:p>
            <a:pPr indent="-411162" lvl="0" marL="547687" marR="0" rtl="0" algn="l">
              <a:lnSpc>
                <a:spcPct val="100000"/>
              </a:lnSpc>
              <a:spcBef>
                <a:spcPts val="560"/>
              </a:spcBef>
              <a:spcAft>
                <a:spcPts val="0"/>
              </a:spcAft>
              <a:buClr>
                <a:srgbClr val="F9F9F9"/>
              </a:buClr>
              <a:buSzPts val="1820"/>
              <a:buFont typeface="Noto Sans Symbols"/>
              <a:buChar char="▣"/>
            </a:pPr>
            <a:r>
              <a:rPr b="0" i="0" lang="en-US" sz="2800" u="none" cap="none" strike="noStrike">
                <a:solidFill>
                  <a:schemeClr val="lt1"/>
                </a:solidFill>
                <a:latin typeface="Book Antiqua"/>
                <a:ea typeface="Book Antiqua"/>
                <a:cs typeface="Book Antiqua"/>
                <a:sym typeface="Book Antiqua"/>
              </a:rPr>
              <a:t>Alkohol – 24 tim</a:t>
            </a:r>
            <a:endParaRPr/>
          </a:p>
          <a:p>
            <a:pPr indent="-411162" lvl="0" marL="547687" marR="0" rtl="0" algn="l">
              <a:lnSpc>
                <a:spcPct val="100000"/>
              </a:lnSpc>
              <a:spcBef>
                <a:spcPts val="560"/>
              </a:spcBef>
              <a:spcAft>
                <a:spcPts val="0"/>
              </a:spcAft>
              <a:buClr>
                <a:srgbClr val="F9F9F9"/>
              </a:buClr>
              <a:buSzPts val="1820"/>
              <a:buFont typeface="Noto Sans Symbols"/>
              <a:buChar char="▣"/>
            </a:pPr>
            <a:r>
              <a:rPr b="0" i="0" lang="en-US" sz="2800" u="none" cap="none" strike="noStrike">
                <a:solidFill>
                  <a:schemeClr val="lt1"/>
                </a:solidFill>
                <a:latin typeface="Book Antiqua"/>
                <a:ea typeface="Book Antiqua"/>
                <a:cs typeface="Book Antiqua"/>
                <a:sym typeface="Book Antiqua"/>
              </a:rPr>
              <a:t>Droger – 30-36 dygn</a:t>
            </a:r>
            <a:endParaRPr/>
          </a:p>
          <a:p>
            <a:pPr indent="-411162" lvl="0" marL="547687" marR="0" rtl="0" algn="l">
              <a:lnSpc>
                <a:spcPct val="100000"/>
              </a:lnSpc>
              <a:spcBef>
                <a:spcPts val="560"/>
              </a:spcBef>
              <a:spcAft>
                <a:spcPts val="0"/>
              </a:spcAft>
              <a:buClr>
                <a:srgbClr val="F9F9F9"/>
              </a:buClr>
              <a:buSzPts val="1820"/>
              <a:buFont typeface="Noto Sans Symbols"/>
              <a:buChar char="▣"/>
            </a:pPr>
            <a:r>
              <a:rPr b="0" i="0" lang="en-US" sz="2800" u="none" cap="none" strike="noStrike">
                <a:solidFill>
                  <a:schemeClr val="lt1"/>
                </a:solidFill>
                <a:latin typeface="Book Antiqua"/>
                <a:ea typeface="Book Antiqua"/>
                <a:cs typeface="Book Antiqua"/>
                <a:sym typeface="Book Antiqua"/>
              </a:rPr>
              <a:t>Sömnmedel 20 – 30 timmar</a:t>
            </a:r>
            <a:endParaRPr/>
          </a:p>
          <a:p>
            <a:pPr indent="-411162" lvl="0" marL="547687" marR="0" rtl="0" algn="l">
              <a:lnSpc>
                <a:spcPct val="100000"/>
              </a:lnSpc>
              <a:spcBef>
                <a:spcPts val="560"/>
              </a:spcBef>
              <a:spcAft>
                <a:spcPts val="0"/>
              </a:spcAft>
              <a:buClr>
                <a:srgbClr val="F9F9F9"/>
              </a:buClr>
              <a:buSzPts val="1820"/>
              <a:buFont typeface="Noto Sans Symbols"/>
              <a:buChar char="▣"/>
            </a:pPr>
            <a:r>
              <a:rPr b="0" i="0" lang="en-US" sz="2800" u="none" cap="none" strike="noStrike">
                <a:solidFill>
                  <a:schemeClr val="lt1"/>
                </a:solidFill>
                <a:latin typeface="Book Antiqua"/>
                <a:ea typeface="Book Antiqua"/>
                <a:cs typeface="Book Antiqua"/>
                <a:sym typeface="Book Antiqua"/>
              </a:rPr>
              <a:t>Rådfråga din läkare.</a:t>
            </a:r>
            <a:endParaRPr/>
          </a:p>
        </p:txBody>
      </p:sp>
      <p:sp>
        <p:nvSpPr>
          <p:cNvPr id="1771" name="Google Shape;1771;p229"/>
          <p:cNvSpPr txBox="1"/>
          <p:nvPr/>
        </p:nvSpPr>
        <p:spPr>
          <a:xfrm>
            <a:off x="858525" y="60197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solidFill>
                  <a:srgbClr val="FFFFFF"/>
                </a:solidFill>
                <a:latin typeface="Book Antiqua"/>
                <a:ea typeface="Book Antiqua"/>
                <a:cs typeface="Book Antiqua"/>
                <a:sym typeface="Book Antiqua"/>
              </a:rPr>
              <a:t>sid 28</a:t>
            </a:r>
            <a:endParaRPr>
              <a:solidFill>
                <a:srgbClr val="FFFFFF"/>
              </a:solidFill>
              <a:latin typeface="Book Antiqua"/>
              <a:ea typeface="Book Antiqua"/>
              <a:cs typeface="Book Antiqua"/>
              <a:sym typeface="Book Antiqua"/>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5" name="Shape 1775"/>
        <p:cNvGrpSpPr/>
        <p:nvPr/>
      </p:nvGrpSpPr>
      <p:grpSpPr>
        <a:xfrm>
          <a:off x="0" y="0"/>
          <a:ext cx="0" cy="0"/>
          <a:chOff x="0" y="0"/>
          <a:chExt cx="0" cy="0"/>
        </a:xfrm>
      </p:grpSpPr>
      <p:sp>
        <p:nvSpPr>
          <p:cNvPr id="1776" name="Google Shape;1776;p230"/>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rebuchet MS"/>
              <a:buNone/>
            </a:pPr>
            <a:r>
              <a:rPr b="0" i="0" lang="en-US" sz="4000" u="none">
                <a:solidFill>
                  <a:schemeClr val="dk2"/>
                </a:solidFill>
                <a:latin typeface="Trebuchet MS"/>
                <a:ea typeface="Trebuchet MS"/>
                <a:cs typeface="Trebuchet MS"/>
                <a:sym typeface="Trebuchet MS"/>
              </a:rPr>
              <a:t>Bestämmelserna om rattfylleri.</a:t>
            </a:r>
            <a:endParaRPr/>
          </a:p>
        </p:txBody>
      </p:sp>
      <p:sp>
        <p:nvSpPr>
          <p:cNvPr id="1777" name="Google Shape;1777;p230"/>
          <p:cNvSpPr txBox="1"/>
          <p:nvPr>
            <p:ph idx="1" type="body"/>
          </p:nvPr>
        </p:nvSpPr>
        <p:spPr>
          <a:xfrm>
            <a:off x="685800" y="1981200"/>
            <a:ext cx="8029575" cy="1981200"/>
          </a:xfrm>
          <a:prstGeom prst="rect">
            <a:avLst/>
          </a:prstGeom>
          <a:noFill/>
          <a:ln>
            <a:noFill/>
          </a:ln>
        </p:spPr>
        <p:txBody>
          <a:bodyPr anchorCtr="0" anchor="t" bIns="45700" lIns="91425" spcFirstLastPara="1" rIns="91425" wrap="square" tIns="45700">
            <a:noAutofit/>
          </a:bodyPr>
          <a:lstStyle/>
          <a:p>
            <a:pPr indent="-255587" lvl="0" marL="365125" rtl="0" algn="l">
              <a:lnSpc>
                <a:spcPct val="100000"/>
              </a:lnSpc>
              <a:spcBef>
                <a:spcPts val="0"/>
              </a:spcBef>
              <a:spcAft>
                <a:spcPts val="0"/>
              </a:spcAft>
              <a:buClr>
                <a:srgbClr val="FFFF00"/>
              </a:buClr>
              <a:buSzPts val="2800"/>
              <a:buFont typeface="Georgia"/>
              <a:buChar char="•"/>
            </a:pPr>
            <a:r>
              <a:rPr b="0" i="0" lang="en-US" sz="2800" u="none">
                <a:solidFill>
                  <a:schemeClr val="dk1"/>
                </a:solidFill>
                <a:latin typeface="Georgia"/>
                <a:ea typeface="Georgia"/>
                <a:cs typeface="Georgia"/>
                <a:sym typeface="Georgia"/>
              </a:rPr>
              <a:t>0,2 promille alkohol i blodet.</a:t>
            </a:r>
            <a:endParaRPr/>
          </a:p>
          <a:p>
            <a:pPr indent="-255587" lvl="0" marL="365125" rtl="0" algn="l">
              <a:lnSpc>
                <a:spcPct val="100000"/>
              </a:lnSpc>
              <a:spcBef>
                <a:spcPts val="300"/>
              </a:spcBef>
              <a:spcAft>
                <a:spcPts val="0"/>
              </a:spcAft>
              <a:buClr>
                <a:srgbClr val="FFFF00"/>
              </a:buClr>
              <a:buSzPts val="2800"/>
              <a:buFont typeface="Georgia"/>
              <a:buChar char="•"/>
            </a:pPr>
            <a:r>
              <a:rPr b="0" i="0" lang="en-US" sz="2800" u="none">
                <a:solidFill>
                  <a:schemeClr val="dk1"/>
                </a:solidFill>
                <a:latin typeface="Georgia"/>
                <a:ea typeface="Georgia"/>
                <a:cs typeface="Georgia"/>
                <a:sym typeface="Georgia"/>
              </a:rPr>
              <a:t>SSCO har nolltolerans mot droger och alkohol.</a:t>
            </a:r>
            <a:endParaRPr/>
          </a:p>
          <a:p>
            <a:pPr indent="-255587" lvl="0" marL="365125" rtl="0" algn="l">
              <a:lnSpc>
                <a:spcPct val="100000"/>
              </a:lnSpc>
              <a:spcBef>
                <a:spcPts val="300"/>
              </a:spcBef>
              <a:spcAft>
                <a:spcPts val="0"/>
              </a:spcAft>
              <a:buClr>
                <a:srgbClr val="FFFF00"/>
              </a:buClr>
              <a:buSzPts val="2800"/>
              <a:buFont typeface="Georgia"/>
              <a:buChar char="•"/>
            </a:pPr>
            <a:r>
              <a:rPr b="0" i="0" lang="en-US" sz="2800" u="none">
                <a:solidFill>
                  <a:schemeClr val="dk1"/>
                </a:solidFill>
                <a:latin typeface="Georgia"/>
                <a:ea typeface="Georgia"/>
                <a:cs typeface="Georgia"/>
                <a:sym typeface="Georgia"/>
              </a:rPr>
              <a:t>SVEMO rekommenderar 0,0 promille.</a:t>
            </a:r>
            <a:endParaRPr/>
          </a:p>
          <a:p>
            <a:pPr indent="-77788" lvl="0" marL="365125" rtl="0" algn="l">
              <a:spcBef>
                <a:spcPts val="300"/>
              </a:spcBef>
              <a:spcAft>
                <a:spcPts val="0"/>
              </a:spcAft>
              <a:buSzPts val="2800"/>
              <a:buNone/>
            </a:pPr>
            <a:r>
              <a:t/>
            </a:r>
            <a:endParaRPr b="0" i="0" sz="2800" u="none">
              <a:solidFill>
                <a:schemeClr val="dk1"/>
              </a:solidFill>
              <a:latin typeface="Georgia"/>
              <a:ea typeface="Georgia"/>
              <a:cs typeface="Georgia"/>
              <a:sym typeface="Georgia"/>
            </a:endParaRPr>
          </a:p>
        </p:txBody>
      </p:sp>
      <p:pic>
        <p:nvPicPr>
          <p:cNvPr descr="C:\Documents and Settings\Anders\Mina dokument\ÖSSK\Förarb. Snöskoter\Alkotest.JPG" id="1778" name="Google Shape;1778;p230"/>
          <p:cNvPicPr preferRelativeResize="0"/>
          <p:nvPr>
            <p:ph idx="1" type="body"/>
          </p:nvPr>
        </p:nvPicPr>
        <p:blipFill rotWithShape="1">
          <a:blip r:embed="rId3">
            <a:alphaModFix/>
          </a:blip>
          <a:srcRect b="0" l="0" r="0" t="0"/>
          <a:stretch/>
        </p:blipFill>
        <p:spPr>
          <a:xfrm>
            <a:off x="4859337" y="3573462"/>
            <a:ext cx="4011612" cy="3008312"/>
          </a:xfrm>
          <a:prstGeom prst="rect">
            <a:avLst/>
          </a:prstGeom>
          <a:noFill/>
          <a:ln>
            <a:noFill/>
          </a:ln>
        </p:spPr>
      </p:pic>
      <p:pic>
        <p:nvPicPr>
          <p:cNvPr descr="IMG_4534.JPG" id="1779" name="Google Shape;1779;p230"/>
          <p:cNvPicPr preferRelativeResize="0"/>
          <p:nvPr/>
        </p:nvPicPr>
        <p:blipFill rotWithShape="1">
          <a:blip r:embed="rId4">
            <a:alphaModFix/>
          </a:blip>
          <a:srcRect b="0" l="0" r="0" t="0"/>
          <a:stretch/>
        </p:blipFill>
        <p:spPr>
          <a:xfrm>
            <a:off x="611187" y="3573462"/>
            <a:ext cx="3995737" cy="299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77">
                                            <p:txEl>
                                              <p:pRg end="0" st="0"/>
                                            </p:txEl>
                                          </p:spTgt>
                                        </p:tgtEl>
                                        <p:attrNameLst>
                                          <p:attrName>style.visibility</p:attrName>
                                        </p:attrNameLst>
                                      </p:cBhvr>
                                      <p:to>
                                        <p:strVal val="visible"/>
                                      </p:to>
                                    </p:set>
                                    <p:anim calcmode="lin" valueType="num">
                                      <p:cBhvr additive="base">
                                        <p:cTn dur="300"/>
                                        <p:tgtEl>
                                          <p:spTgt spid="17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77">
                                            <p:txEl>
                                              <p:pRg end="1" st="1"/>
                                            </p:txEl>
                                          </p:spTgt>
                                        </p:tgtEl>
                                        <p:attrNameLst>
                                          <p:attrName>style.visibility</p:attrName>
                                        </p:attrNameLst>
                                      </p:cBhvr>
                                      <p:to>
                                        <p:strVal val="visible"/>
                                      </p:to>
                                    </p:set>
                                    <p:anim calcmode="lin" valueType="num">
                                      <p:cBhvr additive="base">
                                        <p:cTn dur="300"/>
                                        <p:tgtEl>
                                          <p:spTgt spid="177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77">
                                            <p:txEl>
                                              <p:pRg end="2" st="2"/>
                                            </p:txEl>
                                          </p:spTgt>
                                        </p:tgtEl>
                                        <p:attrNameLst>
                                          <p:attrName>style.visibility</p:attrName>
                                        </p:attrNameLst>
                                      </p:cBhvr>
                                      <p:to>
                                        <p:strVal val="visible"/>
                                      </p:to>
                                    </p:set>
                                    <p:anim calcmode="lin" valueType="num">
                                      <p:cBhvr additive="base">
                                        <p:cTn dur="300"/>
                                        <p:tgtEl>
                                          <p:spTgt spid="177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777">
                                            <p:txEl>
                                              <p:pRg end="3" st="3"/>
                                            </p:txEl>
                                          </p:spTgt>
                                        </p:tgtEl>
                                        <p:attrNameLst>
                                          <p:attrName>style.visibility</p:attrName>
                                        </p:attrNameLst>
                                      </p:cBhvr>
                                      <p:to>
                                        <p:strVal val="visible"/>
                                      </p:to>
                                    </p:set>
                                    <p:anim calcmode="lin" valueType="num">
                                      <p:cBhvr additive="base">
                                        <p:cTn dur="300"/>
                                        <p:tgtEl>
                                          <p:spTgt spid="177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9"/>
                                        </p:tgtEl>
                                        <p:attrNameLst>
                                          <p:attrName>style.visibility</p:attrName>
                                        </p:attrNameLst>
                                      </p:cBhvr>
                                      <p:to>
                                        <p:strVal val="visible"/>
                                      </p:to>
                                    </p:set>
                                    <p:animEffect filter="fade" transition="in">
                                      <p:cBhvr>
                                        <p:cTn dur="500"/>
                                        <p:tgtEl>
                                          <p:spTgt spid="17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778"/>
                                        </p:tgtEl>
                                        <p:attrNameLst>
                                          <p:attrName>style.visibility</p:attrName>
                                        </p:attrNameLst>
                                      </p:cBhvr>
                                      <p:to>
                                        <p:strVal val="visible"/>
                                      </p:to>
                                    </p:set>
                                    <p:anim calcmode="lin" valueType="num">
                                      <p:cBhvr additive="base">
                                        <p:cTn dur="500"/>
                                        <p:tgtEl>
                                          <p:spTgt spid="1778"/>
                                        </p:tgtEl>
                                        <p:attrNameLst>
                                          <p:attrName>ppt_w</p:attrName>
                                        </p:attrNameLst>
                                      </p:cBhvr>
                                      <p:tavLst>
                                        <p:tav fmla="" tm="0">
                                          <p:val>
                                            <p:strVal val="0"/>
                                          </p:val>
                                        </p:tav>
                                        <p:tav fmla="" tm="100000">
                                          <p:val>
                                            <p:strVal val="#ppt_w"/>
                                          </p:val>
                                        </p:tav>
                                      </p:tavLst>
                                    </p:anim>
                                    <p:anim calcmode="lin" valueType="num">
                                      <p:cBhvr additive="base">
                                        <p:cTn dur="500"/>
                                        <p:tgtEl>
                                          <p:spTgt spid="177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4" name="Shape 1784"/>
        <p:cNvGrpSpPr/>
        <p:nvPr/>
      </p:nvGrpSpPr>
      <p:grpSpPr>
        <a:xfrm>
          <a:off x="0" y="0"/>
          <a:ext cx="0" cy="0"/>
          <a:chOff x="0" y="0"/>
          <a:chExt cx="0" cy="0"/>
        </a:xfrm>
      </p:grpSpPr>
      <p:sp>
        <p:nvSpPr>
          <p:cNvPr id="1785" name="Google Shape;1785;p231"/>
          <p:cNvSpPr txBox="1"/>
          <p:nvPr>
            <p:ph idx="4294967295"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b="1" i="0" lang="en-US" sz="4100" u="none" cap="none" strike="noStrike">
                <a:solidFill>
                  <a:schemeClr val="dk2"/>
                </a:solidFill>
                <a:latin typeface="Lucida Sans"/>
                <a:ea typeface="Lucida Sans"/>
                <a:cs typeface="Lucida Sans"/>
                <a:sym typeface="Lucida Sans"/>
              </a:rPr>
              <a:t>Olika underlag.</a:t>
            </a:r>
            <a:endParaRPr/>
          </a:p>
        </p:txBody>
      </p:sp>
      <p:sp>
        <p:nvSpPr>
          <p:cNvPr id="1786" name="Google Shape;1786;p231"/>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p>
            <a:pPr indent="-255587" lvl="0" marL="365125" rtl="0" algn="l">
              <a:lnSpc>
                <a:spcPct val="100000"/>
              </a:lnSpc>
              <a:spcBef>
                <a:spcPts val="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Preparerade leder</a:t>
            </a:r>
            <a:endParaRPr/>
          </a:p>
          <a:p>
            <a:pPr indent="-255587" lvl="0" marL="365125" rtl="0" algn="l">
              <a:lnSpc>
                <a:spcPct val="10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Opreparerade spår</a:t>
            </a:r>
            <a:endParaRPr/>
          </a:p>
          <a:p>
            <a:pPr indent="-255587" lvl="0" marL="365125" rtl="0" algn="l">
              <a:lnSpc>
                <a:spcPct val="10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Hårdpackad snö</a:t>
            </a:r>
            <a:endParaRPr/>
          </a:p>
          <a:p>
            <a:pPr indent="-255587" lvl="0" marL="365125" rtl="0" algn="l">
              <a:lnSpc>
                <a:spcPct val="10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Skare</a:t>
            </a:r>
            <a:endParaRPr/>
          </a:p>
          <a:p>
            <a:pPr indent="-255587" lvl="0" marL="365125" rtl="0" algn="l">
              <a:lnSpc>
                <a:spcPct val="10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Lössnö</a:t>
            </a:r>
            <a:endParaRPr/>
          </a:p>
          <a:p>
            <a:pPr indent="-255587" lvl="0" marL="365125" rtl="0" algn="l">
              <a:lnSpc>
                <a:spcPct val="10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Is (blankis)</a:t>
            </a:r>
            <a:endParaRPr/>
          </a:p>
        </p:txBody>
      </p:sp>
      <p:pic>
        <p:nvPicPr>
          <p:cNvPr descr="C:\Documents and Settings\Janne\Mina dokument\Mina bilder\snowmobiletrackslrg.jpg" id="1787" name="Google Shape;1787;p231"/>
          <p:cNvPicPr preferRelativeResize="0"/>
          <p:nvPr>
            <p:ph idx="2" type="clipArt"/>
          </p:nvPr>
        </p:nvPicPr>
        <p:blipFill rotWithShape="1">
          <a:blip r:embed="rId3">
            <a:alphaModFix/>
          </a:blip>
          <a:srcRect b="0" l="0" r="0" t="0"/>
          <a:stretch/>
        </p:blipFill>
        <p:spPr>
          <a:xfrm>
            <a:off x="4419600" y="2057400"/>
            <a:ext cx="4267200" cy="3581400"/>
          </a:xfrm>
          <a:prstGeom prst="rect">
            <a:avLst/>
          </a:prstGeom>
          <a:noFill/>
          <a:ln>
            <a:noFill/>
          </a:ln>
        </p:spPr>
      </p:pic>
      <p:sp>
        <p:nvSpPr>
          <p:cNvPr id="1788" name="Google Shape;1788;p231"/>
          <p:cNvSpPr txBox="1"/>
          <p:nvPr/>
        </p:nvSpPr>
        <p:spPr>
          <a:xfrm>
            <a:off x="616100" y="65247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29</a:t>
            </a:r>
            <a:endParaRPr>
              <a:latin typeface="Lucida Sans"/>
              <a:ea typeface="Lucida Sans"/>
              <a:cs typeface="Lucida Sans"/>
              <a:sym typeface="Lucida Sans"/>
            </a:endParaRPr>
          </a:p>
        </p:txBody>
      </p:sp>
      <p:sp>
        <p:nvSpPr>
          <p:cNvPr id="1789" name="Google Shape;1789;p231"/>
          <p:cNvSpPr txBox="1"/>
          <p:nvPr/>
        </p:nvSpPr>
        <p:spPr>
          <a:xfrm>
            <a:off x="5143500" y="624240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https://youtu.be/YQCZYkb_blk?si=NCt-QDQfypXODyvK</a:t>
            </a: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86">
                                            <p:txEl>
                                              <p:pRg end="0" st="0"/>
                                            </p:txEl>
                                          </p:spTgt>
                                        </p:tgtEl>
                                        <p:attrNameLst>
                                          <p:attrName>style.visibility</p:attrName>
                                        </p:attrNameLst>
                                      </p:cBhvr>
                                      <p:to>
                                        <p:strVal val="visible"/>
                                      </p:to>
                                    </p:set>
                                    <p:anim calcmode="lin" valueType="num">
                                      <p:cBhvr additive="base">
                                        <p:cTn dur="300"/>
                                        <p:tgtEl>
                                          <p:spTgt spid="1786">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86">
                                            <p:txEl>
                                              <p:pRg end="1" st="1"/>
                                            </p:txEl>
                                          </p:spTgt>
                                        </p:tgtEl>
                                        <p:attrNameLst>
                                          <p:attrName>style.visibility</p:attrName>
                                        </p:attrNameLst>
                                      </p:cBhvr>
                                      <p:to>
                                        <p:strVal val="visible"/>
                                      </p:to>
                                    </p:set>
                                    <p:anim calcmode="lin" valueType="num">
                                      <p:cBhvr additive="base">
                                        <p:cTn dur="300"/>
                                        <p:tgtEl>
                                          <p:spTgt spid="1786">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86">
                                            <p:txEl>
                                              <p:pRg end="2" st="2"/>
                                            </p:txEl>
                                          </p:spTgt>
                                        </p:tgtEl>
                                        <p:attrNameLst>
                                          <p:attrName>style.visibility</p:attrName>
                                        </p:attrNameLst>
                                      </p:cBhvr>
                                      <p:to>
                                        <p:strVal val="visible"/>
                                      </p:to>
                                    </p:set>
                                    <p:anim calcmode="lin" valueType="num">
                                      <p:cBhvr additive="base">
                                        <p:cTn dur="300"/>
                                        <p:tgtEl>
                                          <p:spTgt spid="1786">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86">
                                            <p:txEl>
                                              <p:pRg end="3" st="3"/>
                                            </p:txEl>
                                          </p:spTgt>
                                        </p:tgtEl>
                                        <p:attrNameLst>
                                          <p:attrName>style.visibility</p:attrName>
                                        </p:attrNameLst>
                                      </p:cBhvr>
                                      <p:to>
                                        <p:strVal val="visible"/>
                                      </p:to>
                                    </p:set>
                                    <p:anim calcmode="lin" valueType="num">
                                      <p:cBhvr additive="base">
                                        <p:cTn dur="300"/>
                                        <p:tgtEl>
                                          <p:spTgt spid="1786">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86">
                                            <p:txEl>
                                              <p:pRg end="4" st="4"/>
                                            </p:txEl>
                                          </p:spTgt>
                                        </p:tgtEl>
                                        <p:attrNameLst>
                                          <p:attrName>style.visibility</p:attrName>
                                        </p:attrNameLst>
                                      </p:cBhvr>
                                      <p:to>
                                        <p:strVal val="visible"/>
                                      </p:to>
                                    </p:set>
                                    <p:anim calcmode="lin" valueType="num">
                                      <p:cBhvr additive="base">
                                        <p:cTn dur="300"/>
                                        <p:tgtEl>
                                          <p:spTgt spid="1786">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86">
                                            <p:txEl>
                                              <p:pRg end="5" st="5"/>
                                            </p:txEl>
                                          </p:spTgt>
                                        </p:tgtEl>
                                        <p:attrNameLst>
                                          <p:attrName>style.visibility</p:attrName>
                                        </p:attrNameLst>
                                      </p:cBhvr>
                                      <p:to>
                                        <p:strVal val="visible"/>
                                      </p:to>
                                    </p:set>
                                    <p:anim calcmode="lin" valueType="num">
                                      <p:cBhvr additive="base">
                                        <p:cTn dur="300"/>
                                        <p:tgtEl>
                                          <p:spTgt spid="1786">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3" name="Shape 1793"/>
        <p:cNvGrpSpPr/>
        <p:nvPr/>
      </p:nvGrpSpPr>
      <p:grpSpPr>
        <a:xfrm>
          <a:off x="0" y="0"/>
          <a:ext cx="0" cy="0"/>
          <a:chOff x="0" y="0"/>
          <a:chExt cx="0" cy="0"/>
        </a:xfrm>
      </p:grpSpPr>
      <p:sp>
        <p:nvSpPr>
          <p:cNvPr id="1794" name="Google Shape;1794;p232"/>
          <p:cNvSpPr txBox="1"/>
          <p:nvPr>
            <p:ph idx="4294967295"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b="1" i="0" lang="en-US" sz="4100" u="none" cap="none" strike="noStrike">
                <a:solidFill>
                  <a:schemeClr val="dk2"/>
                </a:solidFill>
                <a:latin typeface="Lucida Sans"/>
                <a:ea typeface="Lucida Sans"/>
                <a:cs typeface="Lucida Sans"/>
                <a:sym typeface="Lucida Sans"/>
              </a:rPr>
              <a:t>Olika terräng.</a:t>
            </a:r>
            <a:endParaRPr/>
          </a:p>
        </p:txBody>
      </p:sp>
      <p:sp>
        <p:nvSpPr>
          <p:cNvPr id="1795" name="Google Shape;1795;p232"/>
          <p:cNvSpPr txBox="1"/>
          <p:nvPr>
            <p:ph idx="1" type="body"/>
          </p:nvPr>
        </p:nvSpPr>
        <p:spPr>
          <a:xfrm>
            <a:off x="611187" y="1916112"/>
            <a:ext cx="3810000" cy="4114800"/>
          </a:xfrm>
          <a:prstGeom prst="rect">
            <a:avLst/>
          </a:prstGeom>
          <a:noFill/>
          <a:ln>
            <a:noFill/>
          </a:ln>
        </p:spPr>
        <p:txBody>
          <a:bodyPr anchorCtr="0" anchor="t" bIns="45700" lIns="91425" spcFirstLastPara="1" rIns="91425" wrap="square" tIns="45700">
            <a:noAutofit/>
          </a:bodyPr>
          <a:lstStyle/>
          <a:p>
            <a:pPr indent="-255587" lvl="0" marL="365125" rtl="0" algn="l">
              <a:lnSpc>
                <a:spcPct val="150000"/>
              </a:lnSpc>
              <a:spcBef>
                <a:spcPts val="0"/>
              </a:spcBef>
              <a:spcAft>
                <a:spcPts val="0"/>
              </a:spcAft>
              <a:buClr>
                <a:schemeClr val="accent1"/>
              </a:buClr>
              <a:buSzPts val="1632"/>
              <a:buFont typeface="Noto Sans Symbols"/>
              <a:buChar char="🞂"/>
            </a:pPr>
            <a:r>
              <a:rPr b="0" i="0" lang="en-US" sz="2400" u="none">
                <a:solidFill>
                  <a:schemeClr val="dk1"/>
                </a:solidFill>
                <a:latin typeface="Lucida Sans"/>
                <a:ea typeface="Lucida Sans"/>
                <a:cs typeface="Lucida Sans"/>
                <a:sym typeface="Lucida Sans"/>
              </a:rPr>
              <a:t>Ledkörning</a:t>
            </a:r>
            <a:endParaRPr/>
          </a:p>
          <a:p>
            <a:pPr indent="-255587" lvl="0" marL="365125" rtl="0" algn="l">
              <a:lnSpc>
                <a:spcPct val="150000"/>
              </a:lnSpc>
              <a:spcBef>
                <a:spcPts val="400"/>
              </a:spcBef>
              <a:spcAft>
                <a:spcPts val="0"/>
              </a:spcAft>
              <a:buClr>
                <a:schemeClr val="accent1"/>
              </a:buClr>
              <a:buSzPts val="1632"/>
              <a:buFont typeface="Noto Sans Symbols"/>
              <a:buChar char="🞂"/>
            </a:pPr>
            <a:r>
              <a:rPr b="0" i="0" lang="en-US" sz="2400" u="none">
                <a:solidFill>
                  <a:schemeClr val="dk1"/>
                </a:solidFill>
                <a:latin typeface="Lucida Sans"/>
                <a:ea typeface="Lucida Sans"/>
                <a:cs typeface="Lucida Sans"/>
                <a:sym typeface="Lucida Sans"/>
              </a:rPr>
              <a:t>Uppförsbacke</a:t>
            </a:r>
            <a:endParaRPr/>
          </a:p>
          <a:p>
            <a:pPr indent="-255587" lvl="0" marL="365125" rtl="0" algn="l">
              <a:lnSpc>
                <a:spcPct val="150000"/>
              </a:lnSpc>
              <a:spcBef>
                <a:spcPts val="400"/>
              </a:spcBef>
              <a:spcAft>
                <a:spcPts val="0"/>
              </a:spcAft>
              <a:buClr>
                <a:schemeClr val="accent1"/>
              </a:buClr>
              <a:buSzPts val="1632"/>
              <a:buFont typeface="Noto Sans Symbols"/>
              <a:buChar char="🞂"/>
            </a:pPr>
            <a:r>
              <a:rPr b="0" i="0" lang="en-US" sz="2400" u="none">
                <a:solidFill>
                  <a:schemeClr val="dk1"/>
                </a:solidFill>
                <a:latin typeface="Lucida Sans"/>
                <a:ea typeface="Lucida Sans"/>
                <a:cs typeface="Lucida Sans"/>
                <a:sym typeface="Lucida Sans"/>
              </a:rPr>
              <a:t>Passera väg</a:t>
            </a:r>
            <a:endParaRPr/>
          </a:p>
          <a:p>
            <a:pPr indent="-255587" lvl="0" marL="365125" rtl="0" algn="l">
              <a:lnSpc>
                <a:spcPct val="150000"/>
              </a:lnSpc>
              <a:spcBef>
                <a:spcPts val="400"/>
              </a:spcBef>
              <a:spcAft>
                <a:spcPts val="0"/>
              </a:spcAft>
              <a:buClr>
                <a:schemeClr val="accent1"/>
              </a:buClr>
              <a:buSzPts val="1632"/>
              <a:buFont typeface="Noto Sans Symbols"/>
              <a:buChar char="🞂"/>
            </a:pPr>
            <a:r>
              <a:rPr b="0" i="0" lang="en-US" sz="2400" u="none">
                <a:solidFill>
                  <a:schemeClr val="dk1"/>
                </a:solidFill>
                <a:latin typeface="Lucida Sans"/>
                <a:ea typeface="Lucida Sans"/>
                <a:cs typeface="Lucida Sans"/>
                <a:sym typeface="Lucida Sans"/>
              </a:rPr>
              <a:t>Passering av järnväg.</a:t>
            </a:r>
            <a:endParaRPr/>
          </a:p>
          <a:p>
            <a:pPr indent="-255587" lvl="0" marL="365125" rtl="0" algn="l">
              <a:lnSpc>
                <a:spcPct val="150000"/>
              </a:lnSpc>
              <a:spcBef>
                <a:spcPts val="400"/>
              </a:spcBef>
              <a:spcAft>
                <a:spcPts val="0"/>
              </a:spcAft>
              <a:buClr>
                <a:schemeClr val="accent1"/>
              </a:buClr>
              <a:buSzPts val="1632"/>
              <a:buFont typeface="Noto Sans Symbols"/>
              <a:buChar char="🞂"/>
            </a:pPr>
            <a:r>
              <a:rPr b="0" i="0" lang="en-US" sz="2400" u="none">
                <a:solidFill>
                  <a:schemeClr val="dk1"/>
                </a:solidFill>
                <a:latin typeface="Lucida Sans"/>
                <a:ea typeface="Lucida Sans"/>
                <a:cs typeface="Lucida Sans"/>
                <a:sym typeface="Lucida Sans"/>
              </a:rPr>
              <a:t>Nedförsbacke</a:t>
            </a:r>
            <a:endParaRPr/>
          </a:p>
          <a:p>
            <a:pPr indent="-255587" lvl="0" marL="365125" rtl="0" algn="l">
              <a:lnSpc>
                <a:spcPct val="150000"/>
              </a:lnSpc>
              <a:spcBef>
                <a:spcPts val="400"/>
              </a:spcBef>
              <a:spcAft>
                <a:spcPts val="0"/>
              </a:spcAft>
              <a:buClr>
                <a:schemeClr val="accent1"/>
              </a:buClr>
              <a:buSzPts val="1632"/>
              <a:buFont typeface="Noto Sans Symbols"/>
              <a:buChar char="🞂"/>
            </a:pPr>
            <a:r>
              <a:rPr b="0" i="0" lang="en-US" sz="2400" u="none">
                <a:solidFill>
                  <a:schemeClr val="dk1"/>
                </a:solidFill>
                <a:latin typeface="Lucida Sans"/>
                <a:ea typeface="Lucida Sans"/>
                <a:cs typeface="Lucida Sans"/>
                <a:sym typeface="Lucida Sans"/>
              </a:rPr>
              <a:t>Sluttning, skrå</a:t>
            </a:r>
            <a:endParaRPr/>
          </a:p>
          <a:p>
            <a:pPr indent="-151956" lvl="0" marL="365125" rtl="0" algn="l">
              <a:spcBef>
                <a:spcPts val="400"/>
              </a:spcBef>
              <a:spcAft>
                <a:spcPts val="0"/>
              </a:spcAft>
              <a:buSzPts val="1632"/>
              <a:buNone/>
            </a:pPr>
            <a:r>
              <a:t/>
            </a:r>
            <a:endParaRPr b="0" i="0" sz="2400" u="none">
              <a:solidFill>
                <a:schemeClr val="dk1"/>
              </a:solidFill>
              <a:latin typeface="Lucida Sans"/>
              <a:ea typeface="Lucida Sans"/>
              <a:cs typeface="Lucida Sans"/>
              <a:sym typeface="Lucida Sans"/>
            </a:endParaRPr>
          </a:p>
        </p:txBody>
      </p:sp>
      <p:pic>
        <p:nvPicPr>
          <p:cNvPr descr="Sjörtjärn4" id="1796" name="Google Shape;1796;p232"/>
          <p:cNvPicPr preferRelativeResize="0"/>
          <p:nvPr>
            <p:ph idx="2" type="clipArt"/>
          </p:nvPr>
        </p:nvPicPr>
        <p:blipFill rotWithShape="1">
          <a:blip r:embed="rId3">
            <a:alphaModFix/>
          </a:blip>
          <a:srcRect b="0" l="0" r="0" t="0"/>
          <a:stretch/>
        </p:blipFill>
        <p:spPr>
          <a:xfrm>
            <a:off x="4235450" y="2133600"/>
            <a:ext cx="4510087" cy="3381375"/>
          </a:xfrm>
          <a:prstGeom prst="rect">
            <a:avLst/>
          </a:prstGeom>
          <a:noFill/>
          <a:ln>
            <a:noFill/>
          </a:ln>
        </p:spPr>
      </p:pic>
      <p:pic>
        <p:nvPicPr>
          <p:cNvPr descr="Sjörtjärn4" id="1797" name="Google Shape;1797;p232"/>
          <p:cNvPicPr preferRelativeResize="0"/>
          <p:nvPr/>
        </p:nvPicPr>
        <p:blipFill rotWithShape="1">
          <a:blip r:embed="rId4">
            <a:alphaModFix/>
          </a:blip>
          <a:srcRect b="0" l="0" r="0" t="0"/>
          <a:stretch/>
        </p:blipFill>
        <p:spPr>
          <a:xfrm>
            <a:off x="4235450" y="2133600"/>
            <a:ext cx="4513262" cy="3382962"/>
          </a:xfrm>
          <a:prstGeom prst="rect">
            <a:avLst/>
          </a:prstGeom>
          <a:noFill/>
          <a:ln>
            <a:noFill/>
          </a:ln>
        </p:spPr>
      </p:pic>
      <p:sp>
        <p:nvSpPr>
          <p:cNvPr id="1798" name="Google Shape;1798;p232"/>
          <p:cNvSpPr txBox="1"/>
          <p:nvPr/>
        </p:nvSpPr>
        <p:spPr>
          <a:xfrm>
            <a:off x="505000" y="64439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31</a:t>
            </a:r>
            <a:endParaRPr>
              <a:latin typeface="Lucida Sans"/>
              <a:ea typeface="Lucida Sans"/>
              <a:cs typeface="Lucida Sans"/>
              <a:sym typeface="Lucida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5">
                                            <p:txEl>
                                              <p:pRg end="0" st="0"/>
                                            </p:txEl>
                                          </p:spTgt>
                                        </p:tgtEl>
                                        <p:attrNameLst>
                                          <p:attrName>style.visibility</p:attrName>
                                        </p:attrNameLst>
                                      </p:cBhvr>
                                      <p:to>
                                        <p:strVal val="visible"/>
                                      </p:to>
                                    </p:set>
                                    <p:anim calcmode="lin" valueType="num">
                                      <p:cBhvr additive="base">
                                        <p:cTn dur="300"/>
                                        <p:tgtEl>
                                          <p:spTgt spid="179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5">
                                            <p:txEl>
                                              <p:pRg end="1" st="1"/>
                                            </p:txEl>
                                          </p:spTgt>
                                        </p:tgtEl>
                                        <p:attrNameLst>
                                          <p:attrName>style.visibility</p:attrName>
                                        </p:attrNameLst>
                                      </p:cBhvr>
                                      <p:to>
                                        <p:strVal val="visible"/>
                                      </p:to>
                                    </p:set>
                                    <p:anim calcmode="lin" valueType="num">
                                      <p:cBhvr additive="base">
                                        <p:cTn dur="300"/>
                                        <p:tgtEl>
                                          <p:spTgt spid="179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5">
                                            <p:txEl>
                                              <p:pRg end="2" st="2"/>
                                            </p:txEl>
                                          </p:spTgt>
                                        </p:tgtEl>
                                        <p:attrNameLst>
                                          <p:attrName>style.visibility</p:attrName>
                                        </p:attrNameLst>
                                      </p:cBhvr>
                                      <p:to>
                                        <p:strVal val="visible"/>
                                      </p:to>
                                    </p:set>
                                    <p:anim calcmode="lin" valueType="num">
                                      <p:cBhvr additive="base">
                                        <p:cTn dur="300"/>
                                        <p:tgtEl>
                                          <p:spTgt spid="179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5">
                                            <p:txEl>
                                              <p:pRg end="3" st="3"/>
                                            </p:txEl>
                                          </p:spTgt>
                                        </p:tgtEl>
                                        <p:attrNameLst>
                                          <p:attrName>style.visibility</p:attrName>
                                        </p:attrNameLst>
                                      </p:cBhvr>
                                      <p:to>
                                        <p:strVal val="visible"/>
                                      </p:to>
                                    </p:set>
                                    <p:anim calcmode="lin" valueType="num">
                                      <p:cBhvr additive="base">
                                        <p:cTn dur="300"/>
                                        <p:tgtEl>
                                          <p:spTgt spid="179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5">
                                            <p:txEl>
                                              <p:pRg end="4" st="4"/>
                                            </p:txEl>
                                          </p:spTgt>
                                        </p:tgtEl>
                                        <p:attrNameLst>
                                          <p:attrName>style.visibility</p:attrName>
                                        </p:attrNameLst>
                                      </p:cBhvr>
                                      <p:to>
                                        <p:strVal val="visible"/>
                                      </p:to>
                                    </p:set>
                                    <p:anim calcmode="lin" valueType="num">
                                      <p:cBhvr additive="base">
                                        <p:cTn dur="300"/>
                                        <p:tgtEl>
                                          <p:spTgt spid="1795">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5">
                                            <p:txEl>
                                              <p:pRg end="5" st="5"/>
                                            </p:txEl>
                                          </p:spTgt>
                                        </p:tgtEl>
                                        <p:attrNameLst>
                                          <p:attrName>style.visibility</p:attrName>
                                        </p:attrNameLst>
                                      </p:cBhvr>
                                      <p:to>
                                        <p:strVal val="visible"/>
                                      </p:to>
                                    </p:set>
                                    <p:anim calcmode="lin" valueType="num">
                                      <p:cBhvr additive="base">
                                        <p:cTn dur="300"/>
                                        <p:tgtEl>
                                          <p:spTgt spid="1795">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795">
                                            <p:txEl>
                                              <p:pRg end="6" st="6"/>
                                            </p:txEl>
                                          </p:spTgt>
                                        </p:tgtEl>
                                        <p:attrNameLst>
                                          <p:attrName>style.visibility</p:attrName>
                                        </p:attrNameLst>
                                      </p:cBhvr>
                                      <p:to>
                                        <p:strVal val="visible"/>
                                      </p:to>
                                    </p:set>
                                    <p:anim calcmode="lin" valueType="num">
                                      <p:cBhvr additive="base">
                                        <p:cTn dur="300"/>
                                        <p:tgtEl>
                                          <p:spTgt spid="1795">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xit" presetID="2" presetSubtype="4">
                                  <p:stCondLst>
                                    <p:cond delay="0"/>
                                  </p:stCondLst>
                                  <p:childTnLst>
                                    <p:anim calcmode="lin" valueType="num">
                                      <p:cBhvr additive="base">
                                        <p:cTn dur="500"/>
                                        <p:tgtEl>
                                          <p:spTgt spid="1797"/>
                                        </p:tgtEl>
                                        <p:attrNameLst>
                                          <p:attrName>ppt_y</p:attrName>
                                        </p:attrNameLst>
                                      </p:cBhvr>
                                      <p:tavLst>
                                        <p:tav fmla="" tm="0">
                                          <p:val>
                                            <p:strVal val="#ppt_y"/>
                                          </p:val>
                                        </p:tav>
                                        <p:tav fmla="" tm="100000">
                                          <p:val>
                                            <p:strVal val="#ppt_y+1"/>
                                          </p:val>
                                        </p:tav>
                                      </p:tavLst>
                                    </p:anim>
                                    <p:set>
                                      <p:cBhvr>
                                        <p:cTn dur="1" fill="hold">
                                          <p:stCondLst>
                                            <p:cond delay="500"/>
                                          </p:stCondLst>
                                        </p:cTn>
                                        <p:tgtEl>
                                          <p:spTgt spid="179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3" name="Shape 1803"/>
        <p:cNvGrpSpPr/>
        <p:nvPr/>
      </p:nvGrpSpPr>
      <p:grpSpPr>
        <a:xfrm>
          <a:off x="0" y="0"/>
          <a:ext cx="0" cy="0"/>
          <a:chOff x="0" y="0"/>
          <a:chExt cx="0" cy="0"/>
        </a:xfrm>
      </p:grpSpPr>
      <p:sp>
        <p:nvSpPr>
          <p:cNvPr id="1804" name="Google Shape;1804;p233"/>
          <p:cNvSpPr txBox="1"/>
          <p:nvPr>
            <p:ph idx="4294967295" type="title"/>
          </p:nvPr>
        </p:nvSpPr>
        <p:spPr>
          <a:xfrm>
            <a:off x="685800" y="768350"/>
            <a:ext cx="7772400" cy="1143000"/>
          </a:xfrm>
          <a:prstGeom prst="rect">
            <a:avLst/>
          </a:prstGeom>
          <a:noFill/>
          <a:ln>
            <a:noFill/>
          </a:ln>
        </p:spPr>
        <p:txBody>
          <a:bodyPr anchorCtr="0" anchor="b" bIns="0" lIns="45700" spcFirstLastPara="1" rIns="45700" wrap="square" tIns="0">
            <a:noAutofit/>
          </a:bodyPr>
          <a:lstStyle/>
          <a:p>
            <a:pPr indent="0" lvl="0" marL="0" marR="0" rtl="0" algn="l">
              <a:lnSpc>
                <a:spcPct val="100000"/>
              </a:lnSpc>
              <a:spcBef>
                <a:spcPts val="0"/>
              </a:spcBef>
              <a:spcAft>
                <a:spcPts val="0"/>
              </a:spcAft>
              <a:buClr>
                <a:srgbClr val="FFEFEF"/>
              </a:buClr>
              <a:buSzPts val="3800"/>
              <a:buFont typeface="Trebuchet MS"/>
              <a:buNone/>
            </a:pPr>
            <a:r>
              <a:rPr b="1" i="0" lang="en-US" sz="3800" u="none" cap="none" strike="noStrike">
                <a:solidFill>
                  <a:srgbClr val="FFEFEF"/>
                </a:solidFill>
                <a:latin typeface="Trebuchet MS"/>
                <a:ea typeface="Trebuchet MS"/>
                <a:cs typeface="Trebuchet MS"/>
                <a:sym typeface="Trebuchet MS"/>
              </a:rPr>
              <a:t>MANÖVRERING</a:t>
            </a:r>
            <a:endParaRPr/>
          </a:p>
        </p:txBody>
      </p:sp>
      <p:sp>
        <p:nvSpPr>
          <p:cNvPr id="1805" name="Google Shape;1805;p233"/>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p>
            <a:pPr indent="-152527" lvl="0" marL="273050" rtl="0" algn="l">
              <a:lnSpc>
                <a:spcPct val="100000"/>
              </a:lnSpc>
              <a:spcBef>
                <a:spcPts val="0"/>
              </a:spcBef>
              <a:spcAft>
                <a:spcPts val="0"/>
              </a:spcAft>
              <a:buClr>
                <a:schemeClr val="dk2"/>
              </a:buClr>
              <a:buSzPts val="1898"/>
              <a:buFont typeface="Noto Sans Symbols"/>
              <a:buNone/>
            </a:pPr>
            <a:r>
              <a:t/>
            </a:r>
            <a:endParaRPr b="0" i="0" sz="2600" u="none">
              <a:solidFill>
                <a:schemeClr val="dk1"/>
              </a:solidFill>
              <a:latin typeface="Trebuchet MS"/>
              <a:ea typeface="Trebuchet MS"/>
              <a:cs typeface="Trebuchet MS"/>
              <a:sym typeface="Trebuchet MS"/>
            </a:endParaRPr>
          </a:p>
          <a:p>
            <a:pPr indent="-273050" lvl="0" marL="273050" rtl="0" algn="l">
              <a:lnSpc>
                <a:spcPct val="100000"/>
              </a:lnSpc>
              <a:spcBef>
                <a:spcPts val="600"/>
              </a:spcBef>
              <a:spcAft>
                <a:spcPts val="0"/>
              </a:spcAft>
              <a:buClr>
                <a:schemeClr val="dk2"/>
              </a:buClr>
              <a:buSzPts val="1898"/>
              <a:buFont typeface="Noto Sans Symbols"/>
              <a:buChar char="⦿"/>
            </a:pPr>
            <a:r>
              <a:rPr b="0" i="0" lang="en-US" sz="2600" u="none">
                <a:solidFill>
                  <a:schemeClr val="dk1"/>
                </a:solidFill>
                <a:latin typeface="Trebuchet MS"/>
                <a:ea typeface="Trebuchet MS"/>
                <a:cs typeface="Trebuchet MS"/>
                <a:sym typeface="Trebuchet MS"/>
              </a:rPr>
              <a:t>Styrning</a:t>
            </a:r>
            <a:endParaRPr/>
          </a:p>
          <a:p>
            <a:pPr indent="-273050" lvl="0" marL="273050" rtl="0" algn="l">
              <a:lnSpc>
                <a:spcPct val="100000"/>
              </a:lnSpc>
              <a:spcBef>
                <a:spcPts val="600"/>
              </a:spcBef>
              <a:spcAft>
                <a:spcPts val="0"/>
              </a:spcAft>
              <a:buClr>
                <a:schemeClr val="dk2"/>
              </a:buClr>
              <a:buSzPts val="1898"/>
              <a:buFont typeface="Noto Sans Symbols"/>
              <a:buChar char="⦿"/>
            </a:pPr>
            <a:r>
              <a:rPr b="0" i="0" lang="en-US" sz="2600" u="none">
                <a:solidFill>
                  <a:schemeClr val="dk1"/>
                </a:solidFill>
                <a:latin typeface="Trebuchet MS"/>
                <a:ea typeface="Trebuchet MS"/>
                <a:cs typeface="Trebuchet MS"/>
                <a:sym typeface="Trebuchet MS"/>
              </a:rPr>
              <a:t>Inte hålla ut foten.</a:t>
            </a:r>
            <a:endParaRPr/>
          </a:p>
          <a:p>
            <a:pPr indent="-273050" lvl="0" marL="273050" rtl="0" algn="l">
              <a:lnSpc>
                <a:spcPct val="100000"/>
              </a:lnSpc>
              <a:spcBef>
                <a:spcPts val="600"/>
              </a:spcBef>
              <a:spcAft>
                <a:spcPts val="0"/>
              </a:spcAft>
              <a:buClr>
                <a:schemeClr val="dk2"/>
              </a:buClr>
              <a:buSzPts val="1898"/>
              <a:buFont typeface="Noto Sans Symbols"/>
              <a:buChar char="⦿"/>
            </a:pPr>
            <a:r>
              <a:rPr b="0" i="0" lang="en-US" sz="2600" u="none">
                <a:solidFill>
                  <a:schemeClr val="dk1"/>
                </a:solidFill>
                <a:latin typeface="Trebuchet MS"/>
                <a:ea typeface="Trebuchet MS"/>
                <a:cs typeface="Trebuchet MS"/>
                <a:sym typeface="Trebuchet MS"/>
              </a:rPr>
              <a:t>Bromsning</a:t>
            </a:r>
            <a:endParaRPr/>
          </a:p>
          <a:p>
            <a:pPr indent="-273050" lvl="0" marL="273050" rtl="0" algn="l">
              <a:lnSpc>
                <a:spcPct val="100000"/>
              </a:lnSpc>
              <a:spcBef>
                <a:spcPts val="600"/>
              </a:spcBef>
              <a:spcAft>
                <a:spcPts val="0"/>
              </a:spcAft>
              <a:buClr>
                <a:schemeClr val="dk2"/>
              </a:buClr>
              <a:buSzPts val="1898"/>
              <a:buFont typeface="Noto Sans Symbols"/>
              <a:buChar char="⦿"/>
            </a:pPr>
            <a:r>
              <a:rPr b="0" i="0" lang="en-US" sz="2600" u="none">
                <a:solidFill>
                  <a:schemeClr val="dk1"/>
                </a:solidFill>
                <a:latin typeface="Trebuchet MS"/>
                <a:ea typeface="Trebuchet MS"/>
                <a:cs typeface="Trebuchet MS"/>
                <a:sym typeface="Trebuchet MS"/>
              </a:rPr>
              <a:t>Gashantering</a:t>
            </a:r>
            <a:endParaRPr/>
          </a:p>
          <a:p>
            <a:pPr indent="-273050" lvl="0" marL="273050" rtl="0" algn="l">
              <a:lnSpc>
                <a:spcPct val="100000"/>
              </a:lnSpc>
              <a:spcBef>
                <a:spcPts val="600"/>
              </a:spcBef>
              <a:spcAft>
                <a:spcPts val="0"/>
              </a:spcAft>
              <a:buClr>
                <a:schemeClr val="dk2"/>
              </a:buClr>
              <a:buSzPts val="1898"/>
              <a:buFont typeface="Noto Sans Symbols"/>
              <a:buChar char="⦿"/>
            </a:pPr>
            <a:r>
              <a:rPr b="0" i="0" lang="en-US" sz="2600" u="none">
                <a:solidFill>
                  <a:schemeClr val="dk1"/>
                </a:solidFill>
                <a:latin typeface="Trebuchet MS"/>
                <a:ea typeface="Trebuchet MS"/>
                <a:cs typeface="Trebuchet MS"/>
                <a:sym typeface="Trebuchet MS"/>
              </a:rPr>
              <a:t>Backning</a:t>
            </a:r>
            <a:endParaRPr b="0" i="0" sz="2600" u="none">
              <a:solidFill>
                <a:schemeClr val="dk1"/>
              </a:solidFill>
              <a:latin typeface="Trebuchet MS"/>
              <a:ea typeface="Trebuchet MS"/>
              <a:cs typeface="Trebuchet MS"/>
              <a:sym typeface="Trebuchet MS"/>
            </a:endParaRPr>
          </a:p>
          <a:p>
            <a:pPr indent="-235966" lvl="0" marL="273050" rtl="0" algn="l">
              <a:lnSpc>
                <a:spcPct val="100000"/>
              </a:lnSpc>
              <a:spcBef>
                <a:spcPts val="600"/>
              </a:spcBef>
              <a:spcAft>
                <a:spcPts val="0"/>
              </a:spcAft>
              <a:buSzPts val="1314"/>
              <a:buChar char="⦿"/>
            </a:pPr>
            <a:r>
              <a:rPr lang="en-US"/>
              <a:t>Fällkniv effekt</a:t>
            </a:r>
            <a:endParaRPr/>
          </a:p>
          <a:p>
            <a:pPr indent="-152527" lvl="0" marL="273050" rtl="0" algn="l">
              <a:spcBef>
                <a:spcPts val="600"/>
              </a:spcBef>
              <a:spcAft>
                <a:spcPts val="0"/>
              </a:spcAft>
              <a:buSzPts val="1898"/>
              <a:buNone/>
            </a:pPr>
            <a:r>
              <a:t/>
            </a:r>
            <a:endParaRPr b="0" i="0" sz="2600" u="none">
              <a:solidFill>
                <a:schemeClr val="dk1"/>
              </a:solidFill>
              <a:latin typeface="Trebuchet MS"/>
              <a:ea typeface="Trebuchet MS"/>
              <a:cs typeface="Trebuchet MS"/>
              <a:sym typeface="Trebuchet MS"/>
            </a:endParaRPr>
          </a:p>
        </p:txBody>
      </p:sp>
      <p:pic>
        <p:nvPicPr>
          <p:cNvPr descr="J:\Hemdator\Mina  bilder\Mina bilder\Rogers skoterillustrationer\Rogers skoterillustrationer 013.jpg" id="1806" name="Google Shape;1806;p233"/>
          <p:cNvPicPr preferRelativeResize="0"/>
          <p:nvPr/>
        </p:nvPicPr>
        <p:blipFill rotWithShape="1">
          <a:blip r:embed="rId3">
            <a:alphaModFix/>
          </a:blip>
          <a:srcRect b="9384" l="12818" r="22691" t="8715"/>
          <a:stretch/>
        </p:blipFill>
        <p:spPr>
          <a:xfrm>
            <a:off x="4427537" y="2492375"/>
            <a:ext cx="4278312" cy="3168650"/>
          </a:xfrm>
          <a:prstGeom prst="rect">
            <a:avLst/>
          </a:prstGeom>
          <a:noFill/>
          <a:ln>
            <a:noFill/>
          </a:ln>
        </p:spPr>
      </p:pic>
      <p:sp>
        <p:nvSpPr>
          <p:cNvPr id="1807" name="Google Shape;1807;p233"/>
          <p:cNvSpPr txBox="1"/>
          <p:nvPr/>
        </p:nvSpPr>
        <p:spPr>
          <a:xfrm>
            <a:off x="545400" y="61914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rebuchet MS"/>
                <a:ea typeface="Trebuchet MS"/>
                <a:cs typeface="Trebuchet MS"/>
                <a:sym typeface="Trebuchet MS"/>
              </a:rPr>
              <a:t>sid 32</a:t>
            </a:r>
            <a:endParaRPr>
              <a:latin typeface="Trebuchet MS"/>
              <a:ea typeface="Trebuchet MS"/>
              <a:cs typeface="Trebuchet MS"/>
              <a:sym typeface="Trebuchet M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1" name="Shape 1811"/>
        <p:cNvGrpSpPr/>
        <p:nvPr/>
      </p:nvGrpSpPr>
      <p:grpSpPr>
        <a:xfrm>
          <a:off x="0" y="0"/>
          <a:ext cx="0" cy="0"/>
          <a:chOff x="0" y="0"/>
          <a:chExt cx="0" cy="0"/>
        </a:xfrm>
      </p:grpSpPr>
      <p:sp>
        <p:nvSpPr>
          <p:cNvPr id="1812" name="Google Shape;1812;p234"/>
          <p:cNvSpPr txBox="1"/>
          <p:nvPr>
            <p:ph type="title"/>
          </p:nvPr>
        </p:nvSpPr>
        <p:spPr>
          <a:xfrm>
            <a:off x="684212" y="188912"/>
            <a:ext cx="7772400" cy="67945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7B9899"/>
              </a:buClr>
              <a:buSzPts val="3300"/>
              <a:buFont typeface="Georgia"/>
              <a:buNone/>
            </a:pPr>
            <a:r>
              <a:rPr b="0" i="0" lang="en-US" sz="3300" u="none">
                <a:solidFill>
                  <a:srgbClr val="7B9899"/>
                </a:solidFill>
                <a:latin typeface="Georgia"/>
                <a:ea typeface="Georgia"/>
                <a:cs typeface="Georgia"/>
                <a:sym typeface="Georgia"/>
              </a:rPr>
              <a:t>Körställning</a:t>
            </a:r>
            <a:endParaRPr/>
          </a:p>
        </p:txBody>
      </p:sp>
      <p:sp>
        <p:nvSpPr>
          <p:cNvPr id="1813" name="Google Shape;1813;p234"/>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Stående på knä</a:t>
            </a:r>
            <a:endParaRPr/>
          </a:p>
          <a:p>
            <a:pPr indent="-121920" lvl="0" marL="273050" rtl="0" algn="l">
              <a:lnSpc>
                <a:spcPct val="100000"/>
              </a:lnSpc>
              <a:spcBef>
                <a:spcPts val="560"/>
              </a:spcBef>
              <a:spcAft>
                <a:spcPts val="0"/>
              </a:spcAft>
              <a:buClr>
                <a:schemeClr val="accent1"/>
              </a:buClr>
              <a:buSzPts val="2380"/>
              <a:buFont typeface="Noto Sans Symbols"/>
              <a:buNone/>
            </a:pPr>
            <a:r>
              <a:t/>
            </a:r>
            <a:endParaRPr b="0" i="0" sz="2800" u="none">
              <a:solidFill>
                <a:schemeClr val="dk1"/>
              </a:solidFill>
              <a:latin typeface="Georgia"/>
              <a:ea typeface="Georgia"/>
              <a:cs typeface="Georgia"/>
              <a:sym typeface="Georgia"/>
            </a:endParaRPr>
          </a:p>
          <a:p>
            <a:pPr indent="-121920" lvl="0" marL="273050" rtl="0" algn="l">
              <a:lnSpc>
                <a:spcPct val="100000"/>
              </a:lnSpc>
              <a:spcBef>
                <a:spcPts val="560"/>
              </a:spcBef>
              <a:spcAft>
                <a:spcPts val="0"/>
              </a:spcAft>
              <a:buClr>
                <a:schemeClr val="accent1"/>
              </a:buClr>
              <a:buSzPts val="2380"/>
              <a:buFont typeface="Noto Sans Symbols"/>
              <a:buNone/>
            </a:pPr>
            <a:r>
              <a:t/>
            </a:r>
            <a:endParaRPr b="0" i="0" sz="2800" u="none">
              <a:solidFill>
                <a:schemeClr val="dk1"/>
              </a:solidFill>
              <a:latin typeface="Georgia"/>
              <a:ea typeface="Georgia"/>
              <a:cs typeface="Georgia"/>
              <a:sym typeface="Georgia"/>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Stående</a:t>
            </a:r>
            <a:endParaRPr/>
          </a:p>
          <a:p>
            <a:pPr indent="-121920" lvl="0" marL="273050" rtl="0" algn="l">
              <a:lnSpc>
                <a:spcPct val="100000"/>
              </a:lnSpc>
              <a:spcBef>
                <a:spcPts val="560"/>
              </a:spcBef>
              <a:spcAft>
                <a:spcPts val="0"/>
              </a:spcAft>
              <a:buClr>
                <a:schemeClr val="accent1"/>
              </a:buClr>
              <a:buSzPts val="2380"/>
              <a:buFont typeface="Noto Sans Symbols"/>
              <a:buNone/>
            </a:pPr>
            <a:r>
              <a:t/>
            </a:r>
            <a:endParaRPr b="0" i="0" sz="2800" u="none">
              <a:solidFill>
                <a:schemeClr val="dk1"/>
              </a:solidFill>
              <a:latin typeface="Georgia"/>
              <a:ea typeface="Georgia"/>
              <a:cs typeface="Georgia"/>
              <a:sym typeface="Georgia"/>
            </a:endParaRPr>
          </a:p>
          <a:p>
            <a:pPr indent="-121920" lvl="0" marL="273050" rtl="0" algn="l">
              <a:lnSpc>
                <a:spcPct val="100000"/>
              </a:lnSpc>
              <a:spcBef>
                <a:spcPts val="560"/>
              </a:spcBef>
              <a:spcAft>
                <a:spcPts val="0"/>
              </a:spcAft>
              <a:buClr>
                <a:schemeClr val="accent1"/>
              </a:buClr>
              <a:buSzPts val="2380"/>
              <a:buFont typeface="Noto Sans Symbols"/>
              <a:buNone/>
            </a:pPr>
            <a:r>
              <a:t/>
            </a:r>
            <a:endParaRPr b="0" i="0" sz="2800" u="none">
              <a:solidFill>
                <a:schemeClr val="dk1"/>
              </a:solidFill>
              <a:latin typeface="Georgia"/>
              <a:ea typeface="Georgia"/>
              <a:cs typeface="Georgia"/>
              <a:sym typeface="Georgia"/>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Sittande</a:t>
            </a:r>
            <a:endParaRPr/>
          </a:p>
        </p:txBody>
      </p:sp>
      <p:pic>
        <p:nvPicPr>
          <p:cNvPr id="1814" name="Google Shape;1814;p234"/>
          <p:cNvPicPr preferRelativeResize="0"/>
          <p:nvPr/>
        </p:nvPicPr>
        <p:blipFill rotWithShape="1">
          <a:blip r:embed="rId3">
            <a:alphaModFix/>
          </a:blip>
          <a:srcRect b="11175" l="5619" r="6445" t="0"/>
          <a:stretch/>
        </p:blipFill>
        <p:spPr>
          <a:xfrm>
            <a:off x="5508625" y="4652962"/>
            <a:ext cx="2951162" cy="1584325"/>
          </a:xfrm>
          <a:prstGeom prst="rect">
            <a:avLst/>
          </a:prstGeom>
          <a:noFill/>
          <a:ln>
            <a:noFill/>
          </a:ln>
        </p:spPr>
      </p:pic>
      <p:pic>
        <p:nvPicPr>
          <p:cNvPr id="1815" name="Google Shape;1815;p234"/>
          <p:cNvPicPr preferRelativeResize="0"/>
          <p:nvPr/>
        </p:nvPicPr>
        <p:blipFill rotWithShape="1">
          <a:blip r:embed="rId4">
            <a:alphaModFix/>
          </a:blip>
          <a:srcRect b="11175" l="3802" r="8099" t="0"/>
          <a:stretch/>
        </p:blipFill>
        <p:spPr>
          <a:xfrm>
            <a:off x="5508625" y="1412875"/>
            <a:ext cx="2951162" cy="1584325"/>
          </a:xfrm>
          <a:prstGeom prst="rect">
            <a:avLst/>
          </a:prstGeom>
          <a:noFill/>
          <a:ln>
            <a:noFill/>
          </a:ln>
        </p:spPr>
      </p:pic>
      <p:pic>
        <p:nvPicPr>
          <p:cNvPr id="1816" name="Google Shape;1816;p234"/>
          <p:cNvPicPr preferRelativeResize="0"/>
          <p:nvPr/>
        </p:nvPicPr>
        <p:blipFill rotWithShape="1">
          <a:blip r:embed="rId5">
            <a:alphaModFix/>
          </a:blip>
          <a:srcRect b="11175" l="4792" r="6611" t="0"/>
          <a:stretch/>
        </p:blipFill>
        <p:spPr>
          <a:xfrm>
            <a:off x="5508625" y="2997200"/>
            <a:ext cx="2951162" cy="16557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3">
                                            <p:txEl>
                                              <p:pRg end="0" st="0"/>
                                            </p:txEl>
                                          </p:spTgt>
                                        </p:tgtEl>
                                        <p:attrNameLst>
                                          <p:attrName>style.visibility</p:attrName>
                                        </p:attrNameLst>
                                      </p:cBhvr>
                                      <p:to>
                                        <p:strVal val="visible"/>
                                      </p:to>
                                    </p:set>
                                    <p:anim calcmode="lin" valueType="num">
                                      <p:cBhvr additive="base">
                                        <p:cTn dur="300"/>
                                        <p:tgtEl>
                                          <p:spTgt spid="181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3">
                                            <p:txEl>
                                              <p:pRg end="1" st="1"/>
                                            </p:txEl>
                                          </p:spTgt>
                                        </p:tgtEl>
                                        <p:attrNameLst>
                                          <p:attrName>style.visibility</p:attrName>
                                        </p:attrNameLst>
                                      </p:cBhvr>
                                      <p:to>
                                        <p:strVal val="visible"/>
                                      </p:to>
                                    </p:set>
                                    <p:anim calcmode="lin" valueType="num">
                                      <p:cBhvr additive="base">
                                        <p:cTn dur="300"/>
                                        <p:tgtEl>
                                          <p:spTgt spid="181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3">
                                            <p:txEl>
                                              <p:pRg end="2" st="2"/>
                                            </p:txEl>
                                          </p:spTgt>
                                        </p:tgtEl>
                                        <p:attrNameLst>
                                          <p:attrName>style.visibility</p:attrName>
                                        </p:attrNameLst>
                                      </p:cBhvr>
                                      <p:to>
                                        <p:strVal val="visible"/>
                                      </p:to>
                                    </p:set>
                                    <p:anim calcmode="lin" valueType="num">
                                      <p:cBhvr additive="base">
                                        <p:cTn dur="300"/>
                                        <p:tgtEl>
                                          <p:spTgt spid="181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3">
                                            <p:txEl>
                                              <p:pRg end="3" st="3"/>
                                            </p:txEl>
                                          </p:spTgt>
                                        </p:tgtEl>
                                        <p:attrNameLst>
                                          <p:attrName>style.visibility</p:attrName>
                                        </p:attrNameLst>
                                      </p:cBhvr>
                                      <p:to>
                                        <p:strVal val="visible"/>
                                      </p:to>
                                    </p:set>
                                    <p:anim calcmode="lin" valueType="num">
                                      <p:cBhvr additive="base">
                                        <p:cTn dur="300"/>
                                        <p:tgtEl>
                                          <p:spTgt spid="1813">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3">
                                            <p:txEl>
                                              <p:pRg end="4" st="4"/>
                                            </p:txEl>
                                          </p:spTgt>
                                        </p:tgtEl>
                                        <p:attrNameLst>
                                          <p:attrName>style.visibility</p:attrName>
                                        </p:attrNameLst>
                                      </p:cBhvr>
                                      <p:to>
                                        <p:strVal val="visible"/>
                                      </p:to>
                                    </p:set>
                                    <p:anim calcmode="lin" valueType="num">
                                      <p:cBhvr additive="base">
                                        <p:cTn dur="300"/>
                                        <p:tgtEl>
                                          <p:spTgt spid="1813">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3">
                                            <p:txEl>
                                              <p:pRg end="5" st="5"/>
                                            </p:txEl>
                                          </p:spTgt>
                                        </p:tgtEl>
                                        <p:attrNameLst>
                                          <p:attrName>style.visibility</p:attrName>
                                        </p:attrNameLst>
                                      </p:cBhvr>
                                      <p:to>
                                        <p:strVal val="visible"/>
                                      </p:to>
                                    </p:set>
                                    <p:anim calcmode="lin" valueType="num">
                                      <p:cBhvr additive="base">
                                        <p:cTn dur="300"/>
                                        <p:tgtEl>
                                          <p:spTgt spid="1813">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13">
                                            <p:txEl>
                                              <p:pRg end="6" st="6"/>
                                            </p:txEl>
                                          </p:spTgt>
                                        </p:tgtEl>
                                        <p:attrNameLst>
                                          <p:attrName>style.visibility</p:attrName>
                                        </p:attrNameLst>
                                      </p:cBhvr>
                                      <p:to>
                                        <p:strVal val="visible"/>
                                      </p:to>
                                    </p:set>
                                    <p:anim calcmode="lin" valueType="num">
                                      <p:cBhvr additive="base">
                                        <p:cTn dur="300"/>
                                        <p:tgtEl>
                                          <p:spTgt spid="1813">
                                            <p:txEl>
                                              <p:pRg end="6" st="6"/>
                                            </p:txEl>
                                          </p:spTgt>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815"/>
                                        </p:tgtEl>
                                        <p:attrNameLst>
                                          <p:attrName>style.visibility</p:attrName>
                                        </p:attrNameLst>
                                      </p:cBhvr>
                                      <p:to>
                                        <p:strVal val="visible"/>
                                      </p:to>
                                    </p:set>
                                    <p:anim calcmode="lin" valueType="num">
                                      <p:cBhvr additive="base">
                                        <p:cTn dur="500"/>
                                        <p:tgtEl>
                                          <p:spTgt spid="181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16"/>
                                        </p:tgtEl>
                                        <p:attrNameLst>
                                          <p:attrName>style.visibility</p:attrName>
                                        </p:attrNameLst>
                                      </p:cBhvr>
                                      <p:to>
                                        <p:strVal val="visible"/>
                                      </p:to>
                                    </p:set>
                                    <p:anim calcmode="lin" valueType="num">
                                      <p:cBhvr additive="base">
                                        <p:cTn dur="500"/>
                                        <p:tgtEl>
                                          <p:spTgt spid="181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14"/>
                                        </p:tgtEl>
                                        <p:attrNameLst>
                                          <p:attrName>style.visibility</p:attrName>
                                        </p:attrNameLst>
                                      </p:cBhvr>
                                      <p:to>
                                        <p:strVal val="visible"/>
                                      </p:to>
                                    </p:set>
                                    <p:anim calcmode="lin" valueType="num">
                                      <p:cBhvr additive="base">
                                        <p:cTn dur="500"/>
                                        <p:tgtEl>
                                          <p:spTgt spid="181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1" name="Shape 1821"/>
        <p:cNvGrpSpPr/>
        <p:nvPr/>
      </p:nvGrpSpPr>
      <p:grpSpPr>
        <a:xfrm>
          <a:off x="0" y="0"/>
          <a:ext cx="0" cy="0"/>
          <a:chOff x="0" y="0"/>
          <a:chExt cx="0" cy="0"/>
        </a:xfrm>
      </p:grpSpPr>
      <p:sp>
        <p:nvSpPr>
          <p:cNvPr id="1822" name="Google Shape;1822;p235"/>
          <p:cNvSpPr txBox="1"/>
          <p:nvPr>
            <p:ph type="title"/>
          </p:nvPr>
        </p:nvSpPr>
        <p:spPr>
          <a:xfrm>
            <a:off x="755650" y="476250"/>
            <a:ext cx="7772400" cy="6080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wentieth Century"/>
              <a:buNone/>
            </a:pPr>
            <a:r>
              <a:rPr b="0" i="0" lang="en-US" sz="4000" u="none">
                <a:solidFill>
                  <a:schemeClr val="dk2"/>
                </a:solidFill>
                <a:latin typeface="Twentieth Century"/>
                <a:ea typeface="Twentieth Century"/>
                <a:cs typeface="Twentieth Century"/>
                <a:sym typeface="Twentieth Century"/>
              </a:rPr>
              <a:t>Färdvett</a:t>
            </a:r>
            <a:endParaRPr/>
          </a:p>
        </p:txBody>
      </p:sp>
      <p:sp>
        <p:nvSpPr>
          <p:cNvPr id="1823" name="Google Shape;1823;p235"/>
          <p:cNvSpPr txBox="1"/>
          <p:nvPr>
            <p:ph idx="1" type="body"/>
          </p:nvPr>
        </p:nvSpPr>
        <p:spPr>
          <a:xfrm>
            <a:off x="428625" y="1928812"/>
            <a:ext cx="4143375" cy="4114800"/>
          </a:xfrm>
          <a:prstGeom prst="rect">
            <a:avLst/>
          </a:prstGeom>
          <a:noFill/>
          <a:ln>
            <a:noFill/>
          </a:ln>
        </p:spPr>
        <p:txBody>
          <a:bodyPr anchorCtr="0" anchor="t" bIns="45700" lIns="91425" spcFirstLastPara="1" rIns="91425" wrap="square" tIns="45700">
            <a:noAutofit/>
          </a:bodyPr>
          <a:lstStyle/>
          <a:p>
            <a:pPr indent="-319087" lvl="0" marL="319087" rtl="0" algn="l">
              <a:lnSpc>
                <a:spcPct val="90000"/>
              </a:lnSpc>
              <a:spcBef>
                <a:spcPts val="0"/>
              </a:spcBef>
              <a:spcAft>
                <a:spcPts val="0"/>
              </a:spcAft>
              <a:buClr>
                <a:schemeClr val="accent2"/>
              </a:buClr>
              <a:buSzPts val="1440"/>
              <a:buFont typeface="Noto Sans Symbols"/>
              <a:buChar char="◻"/>
            </a:pPr>
            <a:r>
              <a:rPr b="0" i="0" lang="en-US" sz="2400" u="none">
                <a:solidFill>
                  <a:schemeClr val="dk1"/>
                </a:solidFill>
                <a:latin typeface="Twentieth Century"/>
                <a:ea typeface="Twentieth Century"/>
                <a:cs typeface="Twentieth Century"/>
                <a:sym typeface="Twentieth Century"/>
              </a:rPr>
              <a:t>Färdväg.</a:t>
            </a:r>
            <a:endParaRPr/>
          </a:p>
          <a:p>
            <a:pPr indent="-319087" lvl="0" marL="319087" rtl="0" algn="l">
              <a:lnSpc>
                <a:spcPct val="100000"/>
              </a:lnSpc>
              <a:spcBef>
                <a:spcPts val="700"/>
              </a:spcBef>
              <a:spcAft>
                <a:spcPts val="0"/>
              </a:spcAft>
              <a:buClr>
                <a:schemeClr val="accent2"/>
              </a:buClr>
              <a:buSzPts val="1440"/>
              <a:buFont typeface="Noto Sans Symbols"/>
              <a:buChar char="◻"/>
            </a:pPr>
            <a:r>
              <a:rPr b="0" i="0" lang="en-US" sz="2400" u="none">
                <a:solidFill>
                  <a:schemeClr val="dk1"/>
                </a:solidFill>
                <a:latin typeface="Twentieth Century"/>
                <a:ea typeface="Twentieth Century"/>
                <a:cs typeface="Twentieth Century"/>
                <a:sym typeface="Twentieth Century"/>
              </a:rPr>
              <a:t>Följ markerade leder.</a:t>
            </a:r>
            <a:endParaRPr/>
          </a:p>
          <a:p>
            <a:pPr indent="-273049" lvl="1" marL="639762" rtl="0" algn="l">
              <a:lnSpc>
                <a:spcPct val="100000"/>
              </a:lnSpc>
              <a:spcBef>
                <a:spcPts val="500"/>
              </a:spcBef>
              <a:spcAft>
                <a:spcPts val="0"/>
              </a:spcAft>
              <a:buClr>
                <a:schemeClr val="accent1"/>
              </a:buClr>
              <a:buSzPts val="1260"/>
              <a:buFont typeface="Noto Sans Symbols"/>
              <a:buChar char="🞑"/>
            </a:pPr>
            <a:r>
              <a:rPr b="0" i="0" lang="en-US" sz="1800" u="none">
                <a:solidFill>
                  <a:schemeClr val="dk1"/>
                </a:solidFill>
                <a:latin typeface="Twentieth Century"/>
                <a:ea typeface="Twentieth Century"/>
                <a:cs typeface="Twentieth Century"/>
                <a:sym typeface="Twentieth Century"/>
              </a:rPr>
              <a:t>Kraftledningsgator, rågångar och stigar.</a:t>
            </a:r>
            <a:endParaRPr/>
          </a:p>
          <a:p>
            <a:pPr indent="-319087" lvl="0" marL="319087" rtl="0" algn="l">
              <a:lnSpc>
                <a:spcPct val="90000"/>
              </a:lnSpc>
              <a:spcBef>
                <a:spcPts val="700"/>
              </a:spcBef>
              <a:spcAft>
                <a:spcPts val="0"/>
              </a:spcAft>
              <a:buClr>
                <a:schemeClr val="accent2"/>
              </a:buClr>
              <a:buSzPts val="1440"/>
              <a:buFont typeface="Noto Sans Symbols"/>
              <a:buChar char="◻"/>
            </a:pPr>
            <a:r>
              <a:rPr b="0" i="0" lang="en-US" sz="2400" u="none">
                <a:solidFill>
                  <a:schemeClr val="dk1"/>
                </a:solidFill>
                <a:latin typeface="Twentieth Century"/>
                <a:ea typeface="Twentieth Century"/>
                <a:cs typeface="Twentieth Century"/>
                <a:sym typeface="Twentieth Century"/>
              </a:rPr>
              <a:t>Andra trafikanter. </a:t>
            </a:r>
            <a:endParaRPr/>
          </a:p>
          <a:p>
            <a:pPr indent="-319087" lvl="0" marL="319087" rtl="0" algn="l">
              <a:lnSpc>
                <a:spcPct val="90000"/>
              </a:lnSpc>
              <a:spcBef>
                <a:spcPts val="700"/>
              </a:spcBef>
              <a:spcAft>
                <a:spcPts val="0"/>
              </a:spcAft>
              <a:buClr>
                <a:schemeClr val="accent2"/>
              </a:buClr>
              <a:buSzPts val="1440"/>
              <a:buFont typeface="Noto Sans Symbols"/>
              <a:buChar char="◻"/>
            </a:pPr>
            <a:r>
              <a:rPr b="0" i="0" lang="en-US" sz="2400" u="none">
                <a:solidFill>
                  <a:schemeClr val="dk1"/>
                </a:solidFill>
                <a:latin typeface="Twentieth Century"/>
                <a:ea typeface="Twentieth Century"/>
                <a:cs typeface="Twentieth Century"/>
                <a:sym typeface="Twentieth Century"/>
              </a:rPr>
              <a:t>Gömda faror, dålig sikt.</a:t>
            </a:r>
            <a:endParaRPr/>
          </a:p>
          <a:p>
            <a:pPr indent="-319087" lvl="0" marL="319087" rtl="0" algn="l">
              <a:lnSpc>
                <a:spcPct val="90000"/>
              </a:lnSpc>
              <a:spcBef>
                <a:spcPts val="700"/>
              </a:spcBef>
              <a:spcAft>
                <a:spcPts val="0"/>
              </a:spcAft>
              <a:buClr>
                <a:schemeClr val="accent2"/>
              </a:buClr>
              <a:buSzPts val="1440"/>
              <a:buFont typeface="Noto Sans Symbols"/>
              <a:buChar char="◻"/>
            </a:pPr>
            <a:r>
              <a:rPr b="0" i="0" lang="en-US" sz="2400" u="none">
                <a:solidFill>
                  <a:schemeClr val="dk1"/>
                </a:solidFill>
                <a:latin typeface="Twentieth Century"/>
                <a:ea typeface="Twentieth Century"/>
                <a:cs typeface="Twentieth Century"/>
                <a:sym typeface="Twentieth Century"/>
              </a:rPr>
              <a:t>Färd på och vid väg.</a:t>
            </a:r>
            <a:endParaRPr/>
          </a:p>
          <a:p>
            <a:pPr indent="-319087" lvl="0" marL="319087" rtl="0" algn="l">
              <a:lnSpc>
                <a:spcPct val="90000"/>
              </a:lnSpc>
              <a:spcBef>
                <a:spcPts val="700"/>
              </a:spcBef>
              <a:spcAft>
                <a:spcPts val="0"/>
              </a:spcAft>
              <a:buClr>
                <a:schemeClr val="accent2"/>
              </a:buClr>
              <a:buSzPts val="1440"/>
              <a:buFont typeface="Noto Sans Symbols"/>
              <a:buChar char="◻"/>
            </a:pPr>
            <a:r>
              <a:rPr b="0" i="0" lang="en-US" sz="2400" u="none">
                <a:solidFill>
                  <a:schemeClr val="dk1"/>
                </a:solidFill>
                <a:latin typeface="Twentieth Century"/>
                <a:ea typeface="Twentieth Century"/>
                <a:cs typeface="Twentieth Century"/>
                <a:sym typeface="Twentieth Century"/>
              </a:rPr>
              <a:t>Ej i diken.</a:t>
            </a:r>
            <a:endParaRPr/>
          </a:p>
          <a:p>
            <a:pPr indent="-319087" lvl="0" marL="319087" rtl="0" algn="l">
              <a:lnSpc>
                <a:spcPct val="90000"/>
              </a:lnSpc>
              <a:spcBef>
                <a:spcPts val="700"/>
              </a:spcBef>
              <a:spcAft>
                <a:spcPts val="0"/>
              </a:spcAft>
              <a:buClr>
                <a:schemeClr val="accent2"/>
              </a:buClr>
              <a:buSzPts val="1440"/>
              <a:buFont typeface="Noto Sans Symbols"/>
              <a:buChar char="◻"/>
            </a:pPr>
            <a:r>
              <a:rPr b="0" i="0" lang="en-US" sz="2400" u="none">
                <a:solidFill>
                  <a:schemeClr val="dk1"/>
                </a:solidFill>
                <a:latin typeface="Twentieth Century"/>
                <a:ea typeface="Twentieth Century"/>
                <a:cs typeface="Twentieth Century"/>
                <a:sym typeface="Twentieth Century"/>
              </a:rPr>
              <a:t>Oplogade vägar</a:t>
            </a:r>
            <a:endParaRPr/>
          </a:p>
          <a:p>
            <a:pPr indent="-227648" lvl="0" marL="319088" rtl="0" algn="l">
              <a:spcBef>
                <a:spcPts val="700"/>
              </a:spcBef>
              <a:spcAft>
                <a:spcPts val="0"/>
              </a:spcAft>
              <a:buSzPts val="1440"/>
              <a:buNone/>
            </a:pPr>
            <a:r>
              <a:t/>
            </a:r>
            <a:endParaRPr b="0" i="0" sz="2400" u="none">
              <a:solidFill>
                <a:schemeClr val="dk1"/>
              </a:solidFill>
              <a:latin typeface="Twentieth Century"/>
              <a:ea typeface="Twentieth Century"/>
              <a:cs typeface="Twentieth Century"/>
              <a:sym typeface="Twentieth Century"/>
            </a:endParaRPr>
          </a:p>
        </p:txBody>
      </p:sp>
      <p:pic>
        <p:nvPicPr>
          <p:cNvPr id="1824" name="Google Shape;1824;p235"/>
          <p:cNvPicPr preferRelativeResize="0"/>
          <p:nvPr>
            <p:ph idx="1" type="body"/>
          </p:nvPr>
        </p:nvPicPr>
        <p:blipFill rotWithShape="1">
          <a:blip r:embed="rId3">
            <a:alphaModFix/>
          </a:blip>
          <a:srcRect b="0" l="0" r="0" t="0"/>
          <a:stretch/>
        </p:blipFill>
        <p:spPr>
          <a:xfrm>
            <a:off x="5791200" y="3276600"/>
            <a:ext cx="1524000" cy="1524000"/>
          </a:xfrm>
          <a:prstGeom prst="rect">
            <a:avLst/>
          </a:prstGeom>
          <a:noFill/>
          <a:ln>
            <a:noFill/>
          </a:ln>
        </p:spPr>
      </p:pic>
      <p:pic>
        <p:nvPicPr>
          <p:cNvPr descr="C:\Documents and Settings\janne\Mina dokument\Mina bilder\Snöskoter i snöskog.jpg" id="1825" name="Google Shape;1825;p235"/>
          <p:cNvPicPr preferRelativeResize="0"/>
          <p:nvPr/>
        </p:nvPicPr>
        <p:blipFill rotWithShape="1">
          <a:blip r:embed="rId4">
            <a:alphaModFix/>
          </a:blip>
          <a:srcRect b="0" l="0" r="0" t="0"/>
          <a:stretch/>
        </p:blipFill>
        <p:spPr>
          <a:xfrm>
            <a:off x="4465637" y="1916112"/>
            <a:ext cx="4402137" cy="3827462"/>
          </a:xfrm>
          <a:prstGeom prst="rect">
            <a:avLst/>
          </a:prstGeom>
          <a:noFill/>
          <a:ln>
            <a:noFill/>
          </a:ln>
        </p:spPr>
      </p:pic>
      <p:pic>
        <p:nvPicPr>
          <p:cNvPr descr="C:\Documents and Settings\Janne\Mina dokument\Mina bilder\snowmobiletrackslrg.jpg" id="1826" name="Google Shape;1826;p235"/>
          <p:cNvPicPr preferRelativeResize="0"/>
          <p:nvPr/>
        </p:nvPicPr>
        <p:blipFill rotWithShape="1">
          <a:blip r:embed="rId5">
            <a:alphaModFix/>
          </a:blip>
          <a:srcRect b="0" l="0" r="0" t="0"/>
          <a:stretch/>
        </p:blipFill>
        <p:spPr>
          <a:xfrm>
            <a:off x="4284662" y="1916112"/>
            <a:ext cx="4694237" cy="3960812"/>
          </a:xfrm>
          <a:prstGeom prst="rect">
            <a:avLst/>
          </a:prstGeom>
          <a:noFill/>
          <a:ln>
            <a:noFill/>
          </a:ln>
        </p:spPr>
      </p:pic>
      <p:sp>
        <p:nvSpPr>
          <p:cNvPr id="1827" name="Google Shape;1827;p235"/>
          <p:cNvSpPr txBox="1"/>
          <p:nvPr/>
        </p:nvSpPr>
        <p:spPr>
          <a:xfrm>
            <a:off x="515100" y="61813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wentieth Century"/>
                <a:ea typeface="Twentieth Century"/>
                <a:cs typeface="Twentieth Century"/>
                <a:sym typeface="Twentieth Century"/>
              </a:rPr>
              <a:t>sid 34</a:t>
            </a:r>
            <a:endParaRPr>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23">
                                            <p:txEl>
                                              <p:pRg end="0" st="0"/>
                                            </p:txEl>
                                          </p:spTgt>
                                        </p:tgtEl>
                                        <p:attrNameLst>
                                          <p:attrName>style.visibility</p:attrName>
                                        </p:attrNameLst>
                                      </p:cBhvr>
                                      <p:to>
                                        <p:strVal val="visible"/>
                                      </p:to>
                                    </p:set>
                                    <p:anim calcmode="lin" valueType="num">
                                      <p:cBhvr additive="base">
                                        <p:cTn dur="300"/>
                                        <p:tgtEl>
                                          <p:spTgt spid="182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23">
                                            <p:txEl>
                                              <p:pRg end="1" st="1"/>
                                            </p:txEl>
                                          </p:spTgt>
                                        </p:tgtEl>
                                        <p:attrNameLst>
                                          <p:attrName>style.visibility</p:attrName>
                                        </p:attrNameLst>
                                      </p:cBhvr>
                                      <p:to>
                                        <p:strVal val="visible"/>
                                      </p:to>
                                    </p:set>
                                    <p:anim calcmode="lin" valueType="num">
                                      <p:cBhvr additive="base">
                                        <p:cTn dur="300"/>
                                        <p:tgtEl>
                                          <p:spTgt spid="182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23">
                                            <p:txEl>
                                              <p:pRg end="2" st="2"/>
                                            </p:txEl>
                                          </p:spTgt>
                                        </p:tgtEl>
                                        <p:attrNameLst>
                                          <p:attrName>style.visibility</p:attrName>
                                        </p:attrNameLst>
                                      </p:cBhvr>
                                      <p:to>
                                        <p:strVal val="visible"/>
                                      </p:to>
                                    </p:set>
                                    <p:anim calcmode="lin" valueType="num">
                                      <p:cBhvr additive="base">
                                        <p:cTn dur="300"/>
                                        <p:tgtEl>
                                          <p:spTgt spid="182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23">
                                            <p:txEl>
                                              <p:pRg end="3" st="3"/>
                                            </p:txEl>
                                          </p:spTgt>
                                        </p:tgtEl>
                                        <p:attrNameLst>
                                          <p:attrName>style.visibility</p:attrName>
                                        </p:attrNameLst>
                                      </p:cBhvr>
                                      <p:to>
                                        <p:strVal val="visible"/>
                                      </p:to>
                                    </p:set>
                                    <p:anim calcmode="lin" valueType="num">
                                      <p:cBhvr additive="base">
                                        <p:cTn dur="300"/>
                                        <p:tgtEl>
                                          <p:spTgt spid="1823">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23">
                                            <p:txEl>
                                              <p:pRg end="4" st="4"/>
                                            </p:txEl>
                                          </p:spTgt>
                                        </p:tgtEl>
                                        <p:attrNameLst>
                                          <p:attrName>style.visibility</p:attrName>
                                        </p:attrNameLst>
                                      </p:cBhvr>
                                      <p:to>
                                        <p:strVal val="visible"/>
                                      </p:to>
                                    </p:set>
                                    <p:anim calcmode="lin" valueType="num">
                                      <p:cBhvr additive="base">
                                        <p:cTn dur="300"/>
                                        <p:tgtEl>
                                          <p:spTgt spid="1823">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23">
                                            <p:txEl>
                                              <p:pRg end="5" st="5"/>
                                            </p:txEl>
                                          </p:spTgt>
                                        </p:tgtEl>
                                        <p:attrNameLst>
                                          <p:attrName>style.visibility</p:attrName>
                                        </p:attrNameLst>
                                      </p:cBhvr>
                                      <p:to>
                                        <p:strVal val="visible"/>
                                      </p:to>
                                    </p:set>
                                    <p:anim calcmode="lin" valueType="num">
                                      <p:cBhvr additive="base">
                                        <p:cTn dur="300"/>
                                        <p:tgtEl>
                                          <p:spTgt spid="1823">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23">
                                            <p:txEl>
                                              <p:pRg end="6" st="6"/>
                                            </p:txEl>
                                          </p:spTgt>
                                        </p:tgtEl>
                                        <p:attrNameLst>
                                          <p:attrName>style.visibility</p:attrName>
                                        </p:attrNameLst>
                                      </p:cBhvr>
                                      <p:to>
                                        <p:strVal val="visible"/>
                                      </p:to>
                                    </p:set>
                                    <p:anim calcmode="lin" valueType="num">
                                      <p:cBhvr additive="base">
                                        <p:cTn dur="300"/>
                                        <p:tgtEl>
                                          <p:spTgt spid="1823">
                                            <p:txEl>
                                              <p:pRg end="6" st="6"/>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23">
                                            <p:txEl>
                                              <p:pRg end="7" st="7"/>
                                            </p:txEl>
                                          </p:spTgt>
                                        </p:tgtEl>
                                        <p:attrNameLst>
                                          <p:attrName>style.visibility</p:attrName>
                                        </p:attrNameLst>
                                      </p:cBhvr>
                                      <p:to>
                                        <p:strVal val="visible"/>
                                      </p:to>
                                    </p:set>
                                    <p:anim calcmode="lin" valueType="num">
                                      <p:cBhvr additive="base">
                                        <p:cTn dur="300"/>
                                        <p:tgtEl>
                                          <p:spTgt spid="1823">
                                            <p:txEl>
                                              <p:pRg end="7" st="7"/>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1823">
                                            <p:txEl>
                                              <p:pRg end="8" st="8"/>
                                            </p:txEl>
                                          </p:spTgt>
                                        </p:tgtEl>
                                        <p:attrNameLst>
                                          <p:attrName>style.visibility</p:attrName>
                                        </p:attrNameLst>
                                      </p:cBhvr>
                                      <p:to>
                                        <p:strVal val="visible"/>
                                      </p:to>
                                    </p:set>
                                    <p:anim calcmode="lin" valueType="num">
                                      <p:cBhvr additive="base">
                                        <p:cTn dur="300"/>
                                        <p:tgtEl>
                                          <p:spTgt spid="1823">
                                            <p:txEl>
                                              <p:pRg end="8" st="8"/>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826"/>
                                        </p:tgtEl>
                                        <p:attrNameLst>
                                          <p:attrName>style.visibility</p:attrName>
                                        </p:attrNameLst>
                                      </p:cBhvr>
                                      <p:to>
                                        <p:strVal val="visible"/>
                                      </p:to>
                                    </p:set>
                                    <p:anim calcmode="lin" valueType="num">
                                      <p:cBhvr additive="base">
                                        <p:cTn dur="500"/>
                                        <p:tgtEl>
                                          <p:spTgt spid="1826"/>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236"/>
          <p:cNvSpPr txBox="1"/>
          <p:nvPr>
            <p:ph idx="1" type="body"/>
          </p:nvPr>
        </p:nvSpPr>
        <p:spPr>
          <a:xfrm>
            <a:off x="457200" y="2349500"/>
            <a:ext cx="8229600" cy="3657600"/>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Tillräckligt snötäcke.</a:t>
            </a:r>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Ej i plant- och ungskog.</a:t>
            </a:r>
            <a:endParaRPr/>
          </a:p>
          <a:p>
            <a:pPr indent="-228599" lvl="1" marL="620712" marR="0" rtl="0" algn="l">
              <a:lnSpc>
                <a:spcPct val="100000"/>
              </a:lnSpc>
              <a:spcBef>
                <a:spcPts val="300"/>
              </a:spcBef>
              <a:spcAft>
                <a:spcPts val="0"/>
              </a:spcAft>
              <a:buClr>
                <a:schemeClr val="accent1"/>
              </a:buClr>
              <a:buSzPts val="2300"/>
              <a:buFont typeface="Verdana"/>
              <a:buChar char="◦"/>
            </a:pPr>
            <a:r>
              <a:rPr b="0" i="0" lang="en-US" sz="2300" u="none" cap="none" strike="noStrike">
                <a:solidFill>
                  <a:schemeClr val="dk1"/>
                </a:solidFill>
                <a:latin typeface="Lucida Sans"/>
                <a:ea typeface="Lucida Sans"/>
                <a:cs typeface="Lucida Sans"/>
                <a:sym typeface="Lucida Sans"/>
              </a:rPr>
              <a:t>Skogens medelhöjd – 2 m över snön.</a:t>
            </a:r>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Ej på åkermark.</a:t>
            </a:r>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Skoterled över hyggen </a:t>
            </a:r>
            <a:endParaRPr/>
          </a:p>
          <a:p>
            <a:pPr indent="-255588" lvl="0" marL="365125" marR="0" rtl="0" algn="l">
              <a:lnSpc>
                <a:spcPct val="100000"/>
              </a:lnSpc>
              <a:spcBef>
                <a:spcPts val="400"/>
              </a:spcBef>
              <a:spcAft>
                <a:spcPts val="0"/>
              </a:spcAft>
              <a:buClr>
                <a:schemeClr val="accent1"/>
              </a:buClr>
              <a:buSzPts val="1836"/>
              <a:buFont typeface="Noto Sans Symbols"/>
              <a:buNone/>
            </a:pPr>
            <a:r>
              <a:rPr b="0" i="0" lang="en-US" sz="2700" u="none">
                <a:solidFill>
                  <a:schemeClr val="dk1"/>
                </a:solidFill>
                <a:latin typeface="Lucida Sans"/>
                <a:ea typeface="Lucida Sans"/>
                <a:cs typeface="Lucida Sans"/>
                <a:sym typeface="Lucida Sans"/>
              </a:rPr>
              <a:t>   och åkermark.</a:t>
            </a:r>
            <a:endParaRPr b="0" i="0" sz="2700" u="none">
              <a:solidFill>
                <a:schemeClr val="dk1"/>
              </a:solidFill>
              <a:latin typeface="Lucida Sans"/>
              <a:ea typeface="Lucida Sans"/>
              <a:cs typeface="Lucida Sans"/>
              <a:sym typeface="Lucida Sans"/>
            </a:endParaRPr>
          </a:p>
          <a:p>
            <a:pPr indent="-255588" lvl="0" marL="365125" marR="0" rtl="0" algn="l">
              <a:lnSpc>
                <a:spcPct val="100000"/>
              </a:lnSpc>
              <a:spcBef>
                <a:spcPts val="400"/>
              </a:spcBef>
              <a:spcAft>
                <a:spcPts val="0"/>
              </a:spcAft>
              <a:buClr>
                <a:schemeClr val="accent1"/>
              </a:buClr>
              <a:buSzPts val="1836"/>
              <a:buFont typeface="Noto Sans Symbols"/>
              <a:buNone/>
            </a:pPr>
            <a:r>
              <a:rPr lang="en-US" sz="1000" u="sng">
                <a:solidFill>
                  <a:schemeClr val="hlink"/>
                </a:solidFill>
                <a:hlinkClick r:id="rId3"/>
              </a:rPr>
              <a:t>https://www.youtube.com/watch?v=ZSs960fmBgw&amp;list=PL86xsQeQvuXpKefPDPtnjL3e4cgccM4dr</a:t>
            </a:r>
            <a:endParaRPr sz="1000"/>
          </a:p>
          <a:p>
            <a:pPr indent="0" lvl="0" marL="109538" marR="0" rtl="0" algn="l">
              <a:lnSpc>
                <a:spcPct val="100000"/>
              </a:lnSpc>
              <a:spcBef>
                <a:spcPts val="400"/>
              </a:spcBef>
              <a:spcAft>
                <a:spcPts val="0"/>
              </a:spcAft>
              <a:buClr>
                <a:schemeClr val="accent1"/>
              </a:buClr>
              <a:buSzPts val="1836"/>
              <a:buFont typeface="Noto Sans Symbols"/>
              <a:buNone/>
            </a:pPr>
            <a:r>
              <a:t/>
            </a:r>
            <a:endParaRPr b="1" u="sng"/>
          </a:p>
        </p:txBody>
      </p:sp>
      <p:sp>
        <p:nvSpPr>
          <p:cNvPr id="1834" name="Google Shape;1834;p236"/>
          <p:cNvSpPr txBox="1"/>
          <p:nvPr>
            <p:ph idx="4294967295" type="title"/>
          </p:nvPr>
        </p:nvSpPr>
        <p:spPr>
          <a:xfrm>
            <a:off x="755576" y="1052736"/>
            <a:ext cx="7772400" cy="6080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90"/>
              <a:buFont typeface="Lucida Sans"/>
              <a:buNone/>
            </a:pPr>
            <a:r>
              <a:rPr b="1" i="0" lang="en-US" sz="3690" u="none" cap="none" strike="noStrike">
                <a:solidFill>
                  <a:schemeClr val="dk2"/>
                </a:solidFill>
                <a:latin typeface="Lucida Sans"/>
                <a:ea typeface="Lucida Sans"/>
                <a:cs typeface="Lucida Sans"/>
                <a:sym typeface="Lucida Sans"/>
              </a:rPr>
              <a:t>Rätt till färd</a:t>
            </a:r>
            <a:endParaRPr/>
          </a:p>
        </p:txBody>
      </p:sp>
      <p:pic>
        <p:nvPicPr>
          <p:cNvPr descr="Skogsplantering.png" id="1835" name="Google Shape;1835;p236"/>
          <p:cNvPicPr preferRelativeResize="0"/>
          <p:nvPr/>
        </p:nvPicPr>
        <p:blipFill rotWithShape="1">
          <a:blip r:embed="rId4">
            <a:alphaModFix/>
          </a:blip>
          <a:srcRect b="0" l="0" r="0" t="0"/>
          <a:stretch/>
        </p:blipFill>
        <p:spPr>
          <a:xfrm>
            <a:off x="6300787" y="1125537"/>
            <a:ext cx="2143125" cy="2143125"/>
          </a:xfrm>
          <a:prstGeom prst="rect">
            <a:avLst/>
          </a:prstGeom>
          <a:noFill/>
          <a:ln>
            <a:noFill/>
          </a:ln>
        </p:spPr>
      </p:pic>
      <p:pic>
        <p:nvPicPr>
          <p:cNvPr descr="skoterparadis-lofsdalen.jpg" id="1836" name="Google Shape;1836;p236"/>
          <p:cNvPicPr preferRelativeResize="0"/>
          <p:nvPr/>
        </p:nvPicPr>
        <p:blipFill rotWithShape="1">
          <a:blip r:embed="rId5">
            <a:alphaModFix/>
          </a:blip>
          <a:srcRect b="0" l="0" r="0" t="0"/>
          <a:stretch/>
        </p:blipFill>
        <p:spPr>
          <a:xfrm>
            <a:off x="4716463" y="3716338"/>
            <a:ext cx="4060825" cy="2711450"/>
          </a:xfrm>
          <a:prstGeom prst="rect">
            <a:avLst/>
          </a:prstGeom>
          <a:noFill/>
          <a:ln>
            <a:noFill/>
          </a:ln>
        </p:spPr>
      </p:pic>
      <p:sp>
        <p:nvSpPr>
          <p:cNvPr id="1837" name="Google Shape;1837;p236"/>
          <p:cNvSpPr txBox="1"/>
          <p:nvPr/>
        </p:nvSpPr>
        <p:spPr>
          <a:xfrm>
            <a:off x="414100" y="63227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52</a:t>
            </a:r>
            <a:endParaRPr>
              <a:latin typeface="Lucida Sans"/>
              <a:ea typeface="Lucida Sans"/>
              <a:cs typeface="Lucida Sans"/>
              <a:sym typeface="Lucida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33">
                                            <p:txEl>
                                              <p:pRg end="0" st="0"/>
                                            </p:txEl>
                                          </p:spTgt>
                                        </p:tgtEl>
                                        <p:attrNameLst>
                                          <p:attrName>style.visibility</p:attrName>
                                        </p:attrNameLst>
                                      </p:cBhvr>
                                      <p:to>
                                        <p:strVal val="visible"/>
                                      </p:to>
                                    </p:set>
                                    <p:anim calcmode="lin" valueType="num">
                                      <p:cBhvr additive="base">
                                        <p:cTn dur="300"/>
                                        <p:tgtEl>
                                          <p:spTgt spid="183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33">
                                            <p:txEl>
                                              <p:pRg end="1" st="1"/>
                                            </p:txEl>
                                          </p:spTgt>
                                        </p:tgtEl>
                                        <p:attrNameLst>
                                          <p:attrName>style.visibility</p:attrName>
                                        </p:attrNameLst>
                                      </p:cBhvr>
                                      <p:to>
                                        <p:strVal val="visible"/>
                                      </p:to>
                                    </p:set>
                                    <p:anim calcmode="lin" valueType="num">
                                      <p:cBhvr additive="base">
                                        <p:cTn dur="300"/>
                                        <p:tgtEl>
                                          <p:spTgt spid="183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33">
                                            <p:txEl>
                                              <p:pRg end="2" st="2"/>
                                            </p:txEl>
                                          </p:spTgt>
                                        </p:tgtEl>
                                        <p:attrNameLst>
                                          <p:attrName>style.visibility</p:attrName>
                                        </p:attrNameLst>
                                      </p:cBhvr>
                                      <p:to>
                                        <p:strVal val="visible"/>
                                      </p:to>
                                    </p:set>
                                    <p:anim calcmode="lin" valueType="num">
                                      <p:cBhvr additive="base">
                                        <p:cTn dur="300"/>
                                        <p:tgtEl>
                                          <p:spTgt spid="183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33">
                                            <p:txEl>
                                              <p:pRg end="3" st="3"/>
                                            </p:txEl>
                                          </p:spTgt>
                                        </p:tgtEl>
                                        <p:attrNameLst>
                                          <p:attrName>style.visibility</p:attrName>
                                        </p:attrNameLst>
                                      </p:cBhvr>
                                      <p:to>
                                        <p:strVal val="visible"/>
                                      </p:to>
                                    </p:set>
                                    <p:anim calcmode="lin" valueType="num">
                                      <p:cBhvr additive="base">
                                        <p:cTn dur="300"/>
                                        <p:tgtEl>
                                          <p:spTgt spid="183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33">
                                            <p:txEl>
                                              <p:pRg end="4" st="4"/>
                                            </p:txEl>
                                          </p:spTgt>
                                        </p:tgtEl>
                                        <p:attrNameLst>
                                          <p:attrName>style.visibility</p:attrName>
                                        </p:attrNameLst>
                                      </p:cBhvr>
                                      <p:to>
                                        <p:strVal val="visible"/>
                                      </p:to>
                                    </p:set>
                                    <p:anim calcmode="lin" valueType="num">
                                      <p:cBhvr additive="base">
                                        <p:cTn dur="300"/>
                                        <p:tgtEl>
                                          <p:spTgt spid="183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33">
                                            <p:txEl>
                                              <p:pRg end="5" st="5"/>
                                            </p:txEl>
                                          </p:spTgt>
                                        </p:tgtEl>
                                        <p:attrNameLst>
                                          <p:attrName>style.visibility</p:attrName>
                                        </p:attrNameLst>
                                      </p:cBhvr>
                                      <p:to>
                                        <p:strVal val="visible"/>
                                      </p:to>
                                    </p:set>
                                    <p:anim calcmode="lin" valueType="num">
                                      <p:cBhvr additive="base">
                                        <p:cTn dur="300"/>
                                        <p:tgtEl>
                                          <p:spTgt spid="183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33">
                                            <p:txEl>
                                              <p:pRg end="6" st="6"/>
                                            </p:txEl>
                                          </p:spTgt>
                                        </p:tgtEl>
                                        <p:attrNameLst>
                                          <p:attrName>style.visibility</p:attrName>
                                        </p:attrNameLst>
                                      </p:cBhvr>
                                      <p:to>
                                        <p:strVal val="visible"/>
                                      </p:to>
                                    </p:set>
                                    <p:anim calcmode="lin" valueType="num">
                                      <p:cBhvr additive="base">
                                        <p:cTn dur="300"/>
                                        <p:tgtEl>
                                          <p:spTgt spid="183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33">
                                            <p:txEl>
                                              <p:pRg end="7" st="7"/>
                                            </p:txEl>
                                          </p:spTgt>
                                        </p:tgtEl>
                                        <p:attrNameLst>
                                          <p:attrName>style.visibility</p:attrName>
                                        </p:attrNameLst>
                                      </p:cBhvr>
                                      <p:to>
                                        <p:strVal val="visible"/>
                                      </p:to>
                                    </p:set>
                                    <p:anim calcmode="lin" valueType="num">
                                      <p:cBhvr additive="base">
                                        <p:cTn dur="300"/>
                                        <p:tgtEl>
                                          <p:spTgt spid="183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5"/>
                                        </p:tgtEl>
                                        <p:attrNameLst>
                                          <p:attrName>style.visibility</p:attrName>
                                        </p:attrNameLst>
                                      </p:cBhvr>
                                      <p:to>
                                        <p:strVal val="visible"/>
                                      </p:to>
                                    </p:set>
                                    <p:animEffect filter="fade" transition="in">
                                      <p:cBhvr>
                                        <p:cTn dur="500"/>
                                        <p:tgtEl>
                                          <p:spTgt spid="18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2" name="Shape 1842"/>
        <p:cNvGrpSpPr/>
        <p:nvPr/>
      </p:nvGrpSpPr>
      <p:grpSpPr>
        <a:xfrm>
          <a:off x="0" y="0"/>
          <a:ext cx="0" cy="0"/>
          <a:chOff x="0" y="0"/>
          <a:chExt cx="0" cy="0"/>
        </a:xfrm>
      </p:grpSpPr>
      <p:sp>
        <p:nvSpPr>
          <p:cNvPr id="1843" name="Google Shape;1843;p237"/>
          <p:cNvSpPr txBox="1"/>
          <p:nvPr>
            <p:ph idx="4294967295" type="title"/>
          </p:nvPr>
        </p:nvSpPr>
        <p:spPr>
          <a:xfrm>
            <a:off x="683568" y="548680"/>
            <a:ext cx="7772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b="1" i="0" lang="en-US" sz="4100" u="none" cap="none" strike="noStrike">
                <a:solidFill>
                  <a:schemeClr val="dk2"/>
                </a:solidFill>
                <a:latin typeface="Lucida Sans"/>
                <a:ea typeface="Lucida Sans"/>
                <a:cs typeface="Lucida Sans"/>
                <a:sym typeface="Lucida Sans"/>
              </a:rPr>
              <a:t>Färdvett, laviner</a:t>
            </a:r>
            <a:endParaRPr/>
          </a:p>
        </p:txBody>
      </p:sp>
      <p:pic>
        <p:nvPicPr>
          <p:cNvPr descr="Lavinriskkarta.bmp" id="1844" name="Google Shape;1844;p237"/>
          <p:cNvPicPr preferRelativeResize="0"/>
          <p:nvPr>
            <p:ph idx="1" type="body"/>
          </p:nvPr>
        </p:nvPicPr>
        <p:blipFill rotWithShape="1">
          <a:blip r:embed="rId3">
            <a:alphaModFix/>
          </a:blip>
          <a:srcRect b="0" l="0" r="0" t="0"/>
          <a:stretch/>
        </p:blipFill>
        <p:spPr>
          <a:xfrm>
            <a:off x="1143000" y="1857375"/>
            <a:ext cx="6929437" cy="4711700"/>
          </a:xfrm>
          <a:prstGeom prst="rect">
            <a:avLst/>
          </a:prstGeom>
          <a:noFill/>
          <a:ln>
            <a:noFill/>
          </a:ln>
        </p:spPr>
      </p:pic>
      <p:pic>
        <p:nvPicPr>
          <p:cNvPr descr="Körställning.JPG" id="1845" name="Google Shape;1845;p237"/>
          <p:cNvPicPr preferRelativeResize="0"/>
          <p:nvPr/>
        </p:nvPicPr>
        <p:blipFill rotWithShape="1">
          <a:blip r:embed="rId4">
            <a:alphaModFix/>
          </a:blip>
          <a:srcRect b="0" l="0" r="0" t="70832"/>
          <a:stretch/>
        </p:blipFill>
        <p:spPr>
          <a:xfrm>
            <a:off x="928687" y="4786312"/>
            <a:ext cx="1633537" cy="785812"/>
          </a:xfrm>
          <a:prstGeom prst="rect">
            <a:avLst/>
          </a:prstGeom>
          <a:noFill/>
          <a:ln>
            <a:noFill/>
          </a:ln>
        </p:spPr>
      </p:pic>
      <p:sp>
        <p:nvSpPr>
          <p:cNvPr id="1846" name="Google Shape;1846;p237"/>
          <p:cNvSpPr txBox="1"/>
          <p:nvPr/>
        </p:nvSpPr>
        <p:spPr>
          <a:xfrm>
            <a:off x="5292725" y="1916112"/>
            <a:ext cx="3429000" cy="3140075"/>
          </a:xfrm>
          <a:prstGeom prst="rect">
            <a:avLst/>
          </a:prstGeom>
          <a:gradFill>
            <a:gsLst>
              <a:gs pos="0">
                <a:srgbClr val="9AB5E4"/>
              </a:gs>
              <a:gs pos="50000">
                <a:srgbClr val="C2D1ED"/>
              </a:gs>
              <a:gs pos="100000">
                <a:srgbClr val="E1E8F5"/>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Väderfaktorer som ökar lavinfaran.</a:t>
            </a:r>
            <a:endParaRPr/>
          </a:p>
          <a:p>
            <a:pPr indent="0" lvl="0" marL="0" marR="0" rtl="0" algn="l">
              <a:lnSpc>
                <a:spcPct val="100000"/>
              </a:lnSpc>
              <a:spcBef>
                <a:spcPts val="0"/>
              </a:spcBef>
              <a:spcAft>
                <a:spcPts val="0"/>
              </a:spcAft>
              <a:buClr>
                <a:schemeClr val="dk1"/>
              </a:buClr>
              <a:buSzPts val="1800"/>
              <a:buFont typeface="Times New Roman"/>
              <a:buNone/>
            </a:pPr>
            <a:r>
              <a:t/>
            </a:r>
            <a:endParaRPr b="1" i="0" sz="1800" u="none">
              <a:solidFill>
                <a:schemeClr val="dk1"/>
              </a:solidFill>
              <a:latin typeface="Arial"/>
              <a:ea typeface="Arial"/>
              <a:cs typeface="Arial"/>
              <a:sym typeface="Arial"/>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Kraftigt snöfall</a:t>
            </a:r>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Hård vind</a:t>
            </a:r>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Snöoväder som i början ger kall torr snö, men senare tyngre snö.</a:t>
            </a:r>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Intensiv solstrålning</a:t>
            </a:r>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Kraftiga regn</a:t>
            </a:r>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Hastig temperaturstegring</a:t>
            </a:r>
            <a:endParaRPr/>
          </a:p>
          <a:p>
            <a:pPr indent="-101600" lvl="0" marL="0"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Arial"/>
                <a:ea typeface="Arial"/>
                <a:cs typeface="Arial"/>
                <a:sym typeface="Arial"/>
              </a:rPr>
              <a:t>Lager med rimfrost, isskorpa eller snöhagel som blir översnöade.</a:t>
            </a:r>
            <a:endParaRPr/>
          </a:p>
        </p:txBody>
      </p:sp>
      <p:sp>
        <p:nvSpPr>
          <p:cNvPr id="1847" name="Google Shape;1847;p237"/>
          <p:cNvSpPr txBox="1"/>
          <p:nvPr/>
        </p:nvSpPr>
        <p:spPr>
          <a:xfrm>
            <a:off x="363600" y="64641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38</a:t>
            </a:r>
            <a:endParaRPr>
              <a:latin typeface="Lucida Sans"/>
              <a:ea typeface="Lucida Sans"/>
              <a:cs typeface="Lucida Sans"/>
              <a:sym typeface="Lucida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1846"/>
                                        </p:tgtEl>
                                        <p:attrNameLst>
                                          <p:attrName>style.visibility</p:attrName>
                                        </p:attrNameLst>
                                      </p:cBhvr>
                                      <p:to>
                                        <p:strVal val="visible"/>
                                      </p:to>
                                    </p:set>
                                    <p:anim calcmode="lin" valueType="num">
                                      <p:cBhvr additive="base">
                                        <p:cTn dur="500"/>
                                        <p:tgtEl>
                                          <p:spTgt spid="18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1" name="Shape 1851"/>
        <p:cNvGrpSpPr/>
        <p:nvPr/>
      </p:nvGrpSpPr>
      <p:grpSpPr>
        <a:xfrm>
          <a:off x="0" y="0"/>
          <a:ext cx="0" cy="0"/>
          <a:chOff x="0" y="0"/>
          <a:chExt cx="0" cy="0"/>
        </a:xfrm>
      </p:grpSpPr>
      <p:pic>
        <p:nvPicPr>
          <p:cNvPr descr="1_lavinfara_liten.jpg" id="1852" name="Google Shape;1852;p238"/>
          <p:cNvPicPr preferRelativeResize="0"/>
          <p:nvPr/>
        </p:nvPicPr>
        <p:blipFill rotWithShape="1">
          <a:blip r:embed="rId3">
            <a:alphaModFix/>
          </a:blip>
          <a:srcRect b="0" l="0" r="0" t="0"/>
          <a:stretch/>
        </p:blipFill>
        <p:spPr>
          <a:xfrm>
            <a:off x="0" y="1196975"/>
            <a:ext cx="9144000" cy="5384800"/>
          </a:xfrm>
          <a:prstGeom prst="rect">
            <a:avLst/>
          </a:prstGeom>
          <a:noFill/>
          <a:ln>
            <a:noFill/>
          </a:ln>
        </p:spPr>
      </p:pic>
      <p:pic>
        <p:nvPicPr>
          <p:cNvPr descr="2_lavinfara_mnttlig.jpg" id="1853" name="Google Shape;1853;p238"/>
          <p:cNvPicPr preferRelativeResize="0"/>
          <p:nvPr/>
        </p:nvPicPr>
        <p:blipFill rotWithShape="1">
          <a:blip r:embed="rId4">
            <a:alphaModFix/>
          </a:blip>
          <a:srcRect b="0" l="0" r="0" t="0"/>
          <a:stretch/>
        </p:blipFill>
        <p:spPr>
          <a:xfrm>
            <a:off x="0" y="1196975"/>
            <a:ext cx="9144000" cy="5384800"/>
          </a:xfrm>
          <a:prstGeom prst="rect">
            <a:avLst/>
          </a:prstGeom>
          <a:noFill/>
          <a:ln>
            <a:noFill/>
          </a:ln>
        </p:spPr>
      </p:pic>
      <p:pic>
        <p:nvPicPr>
          <p:cNvPr descr="3_lavinfara_betydande.jpg" id="1854" name="Google Shape;1854;p238"/>
          <p:cNvPicPr preferRelativeResize="0"/>
          <p:nvPr/>
        </p:nvPicPr>
        <p:blipFill rotWithShape="1">
          <a:blip r:embed="rId5">
            <a:alphaModFix/>
          </a:blip>
          <a:srcRect b="0" l="0" r="0" t="0"/>
          <a:stretch/>
        </p:blipFill>
        <p:spPr>
          <a:xfrm>
            <a:off x="0" y="1196975"/>
            <a:ext cx="9144000" cy="5384800"/>
          </a:xfrm>
          <a:prstGeom prst="rect">
            <a:avLst/>
          </a:prstGeom>
          <a:noFill/>
          <a:ln>
            <a:noFill/>
          </a:ln>
        </p:spPr>
      </p:pic>
      <p:pic>
        <p:nvPicPr>
          <p:cNvPr descr="4_lavinfara_stor.jpg" id="1855" name="Google Shape;1855;p238"/>
          <p:cNvPicPr preferRelativeResize="0"/>
          <p:nvPr/>
        </p:nvPicPr>
        <p:blipFill rotWithShape="1">
          <a:blip r:embed="rId6">
            <a:alphaModFix/>
          </a:blip>
          <a:srcRect b="0" l="0" r="0" t="0"/>
          <a:stretch/>
        </p:blipFill>
        <p:spPr>
          <a:xfrm>
            <a:off x="0" y="1196975"/>
            <a:ext cx="9144000" cy="5384800"/>
          </a:xfrm>
          <a:prstGeom prst="rect">
            <a:avLst/>
          </a:prstGeom>
          <a:noFill/>
          <a:ln>
            <a:noFill/>
          </a:ln>
        </p:spPr>
      </p:pic>
      <p:pic>
        <p:nvPicPr>
          <p:cNvPr descr="5_lavinfara_extrem.jpg" id="1856" name="Google Shape;1856;p238"/>
          <p:cNvPicPr preferRelativeResize="0"/>
          <p:nvPr/>
        </p:nvPicPr>
        <p:blipFill rotWithShape="1">
          <a:blip r:embed="rId7">
            <a:alphaModFix/>
          </a:blip>
          <a:srcRect b="0" l="0" r="0" t="0"/>
          <a:stretch/>
        </p:blipFill>
        <p:spPr>
          <a:xfrm>
            <a:off x="0" y="1196975"/>
            <a:ext cx="9144000" cy="5384800"/>
          </a:xfrm>
          <a:prstGeom prst="rect">
            <a:avLst/>
          </a:prstGeom>
          <a:noFill/>
          <a:ln>
            <a:noFill/>
          </a:ln>
        </p:spPr>
      </p:pic>
      <p:pic>
        <p:nvPicPr>
          <p:cNvPr descr="Lavinsymbol.png" id="1857" name="Google Shape;1857;p238"/>
          <p:cNvPicPr preferRelativeResize="0"/>
          <p:nvPr/>
        </p:nvPicPr>
        <p:blipFill rotWithShape="1">
          <a:blip r:embed="rId8">
            <a:alphaModFix/>
          </a:blip>
          <a:srcRect b="0" l="0" r="0" t="0"/>
          <a:stretch/>
        </p:blipFill>
        <p:spPr>
          <a:xfrm>
            <a:off x="323850" y="0"/>
            <a:ext cx="1223962" cy="1138237"/>
          </a:xfrm>
          <a:prstGeom prst="rect">
            <a:avLst/>
          </a:prstGeom>
          <a:noFill/>
          <a:ln>
            <a:noFill/>
          </a:ln>
        </p:spPr>
      </p:pic>
      <p:sp>
        <p:nvSpPr>
          <p:cNvPr id="1858" name="Google Shape;1858;p238"/>
          <p:cNvSpPr txBox="1"/>
          <p:nvPr/>
        </p:nvSpPr>
        <p:spPr>
          <a:xfrm>
            <a:off x="1692275" y="260350"/>
            <a:ext cx="5832475" cy="7080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4000"/>
              <a:buFont typeface="Arial"/>
              <a:buNone/>
            </a:pPr>
            <a:r>
              <a:rPr b="0" i="0" lang="en-US" sz="4000" u="none">
                <a:solidFill>
                  <a:schemeClr val="dk1"/>
                </a:solidFill>
                <a:latin typeface="Arial"/>
                <a:ea typeface="Arial"/>
                <a:cs typeface="Arial"/>
                <a:sym typeface="Arial"/>
              </a:rPr>
              <a:t>Lavinprognoser.se</a:t>
            </a:r>
            <a:endParaRPr/>
          </a:p>
        </p:txBody>
      </p:sp>
      <p:sp>
        <p:nvSpPr>
          <p:cNvPr id="1859" name="Google Shape;1859;p238"/>
          <p:cNvSpPr txBox="1"/>
          <p:nvPr/>
        </p:nvSpPr>
        <p:spPr>
          <a:xfrm>
            <a:off x="7524750" y="5489725"/>
            <a:ext cx="1535100" cy="101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000" u="sng">
                <a:solidFill>
                  <a:schemeClr val="hlink"/>
                </a:solidFill>
                <a:latin typeface="Calibri"/>
                <a:ea typeface="Calibri"/>
                <a:cs typeface="Calibri"/>
                <a:sym typeface="Calibri"/>
                <a:hlinkClick r:id="rId9"/>
              </a:rPr>
              <a:t>https://www.youtube.com/watch?v=a1V1oMAUsE8&amp;list=PL86xsQeQvuXpKefPDPtnjL3e4cgccM4dr&amp;index=2</a:t>
            </a:r>
            <a:endParaRPr b="1" sz="1000" u="sng">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2"/>
                                        </p:tgtEl>
                                        <p:attrNameLst>
                                          <p:attrName>style.visibility</p:attrName>
                                        </p:attrNameLst>
                                      </p:cBhvr>
                                      <p:to>
                                        <p:strVal val="visible"/>
                                      </p:to>
                                    </p:set>
                                    <p:animEffect filter="fade" transition="in">
                                      <p:cBhvr>
                                        <p:cTn dur="500"/>
                                        <p:tgtEl>
                                          <p:spTgt spid="1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4"/>
                                        </p:tgtEl>
                                        <p:attrNameLst>
                                          <p:attrName>style.visibility</p:attrName>
                                        </p:attrNameLst>
                                      </p:cBhvr>
                                      <p:to>
                                        <p:strVal val="visible"/>
                                      </p:to>
                                    </p:set>
                                    <p:animEffect filter="fade" transition="in">
                                      <p:cBhvr>
                                        <p:cTn dur="1000"/>
                                        <p:tgtEl>
                                          <p:spTgt spid="18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5"/>
                                        </p:tgtEl>
                                        <p:attrNameLst>
                                          <p:attrName>style.visibility</p:attrName>
                                        </p:attrNameLst>
                                      </p:cBhvr>
                                      <p:to>
                                        <p:strVal val="visible"/>
                                      </p:to>
                                    </p:set>
                                    <p:animEffect filter="fade" transition="in">
                                      <p:cBhvr>
                                        <p:cTn dur="500"/>
                                        <p:tgtEl>
                                          <p:spTgt spid="18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6"/>
                                        </p:tgtEl>
                                        <p:attrNameLst>
                                          <p:attrName>style.visibility</p:attrName>
                                        </p:attrNameLst>
                                      </p:cBhvr>
                                      <p:to>
                                        <p:strVal val="visible"/>
                                      </p:to>
                                    </p:set>
                                    <p:animEffect filter="fade" transition="in">
                                      <p:cBhvr>
                                        <p:cTn dur="1000"/>
                                        <p:tgtEl>
                                          <p:spTgt spid="18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239"/>
          <p:cNvSpPr txBox="1"/>
          <p:nvPr>
            <p:ph idx="4294967295"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b="1" i="0" lang="en-US" sz="4100" u="none" cap="none" strike="noStrike">
                <a:solidFill>
                  <a:schemeClr val="dk2"/>
                </a:solidFill>
                <a:latin typeface="Lucida Sans"/>
                <a:ea typeface="Lucida Sans"/>
                <a:cs typeface="Lucida Sans"/>
                <a:sym typeface="Lucida Sans"/>
              </a:rPr>
              <a:t>Vattendrag</a:t>
            </a:r>
            <a:endParaRPr/>
          </a:p>
        </p:txBody>
      </p:sp>
      <p:sp>
        <p:nvSpPr>
          <p:cNvPr id="1866" name="Google Shape;1866;p239"/>
          <p:cNvSpPr txBox="1"/>
          <p:nvPr>
            <p:ph idx="1" type="body"/>
          </p:nvPr>
        </p:nvSpPr>
        <p:spPr>
          <a:xfrm>
            <a:off x="684212" y="1916112"/>
            <a:ext cx="3813175" cy="4114800"/>
          </a:xfrm>
          <a:prstGeom prst="rect">
            <a:avLst/>
          </a:prstGeom>
          <a:noFill/>
          <a:ln>
            <a:noFill/>
          </a:ln>
        </p:spPr>
        <p:txBody>
          <a:bodyPr anchorCtr="0" anchor="t" bIns="45700" lIns="91425" spcFirstLastPara="1" rIns="91425" wrap="square" tIns="45700">
            <a:noAutofit/>
          </a:bodyPr>
          <a:lstStyle/>
          <a:p>
            <a:pPr indent="-255587" lvl="0" marL="365125" rtl="0" algn="l">
              <a:lnSpc>
                <a:spcPct val="100000"/>
              </a:lnSpc>
              <a:spcBef>
                <a:spcPts val="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Färd på is på egen risk.</a:t>
            </a:r>
            <a:endParaRPr/>
          </a:p>
          <a:p>
            <a:pPr indent="-255587" lvl="0" marL="365125"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”Ruskade” leder.</a:t>
            </a:r>
            <a:endParaRPr/>
          </a:p>
          <a:p>
            <a:pPr indent="-255587" lvl="0" marL="365125"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Isdubbar</a:t>
            </a:r>
            <a:endParaRPr/>
          </a:p>
          <a:p>
            <a:pPr indent="-255587" lvl="0" marL="365125"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Lina med flöte.</a:t>
            </a:r>
            <a:endParaRPr/>
          </a:p>
          <a:p>
            <a:pPr indent="-255587" lvl="0" marL="365125"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Absolut ingen åkning över vakar och råkar.</a:t>
            </a:r>
            <a:endParaRPr/>
          </a:p>
          <a:p>
            <a:pPr indent="-139001" lvl="0" marL="365125" rtl="0" algn="l">
              <a:lnSpc>
                <a:spcPct val="100000"/>
              </a:lnSpc>
              <a:spcBef>
                <a:spcPts val="400"/>
              </a:spcBef>
              <a:spcAft>
                <a:spcPts val="0"/>
              </a:spcAft>
              <a:buClr>
                <a:schemeClr val="accent1"/>
              </a:buClr>
              <a:buSzPts val="1836"/>
              <a:buFont typeface="Noto Sans Symbols"/>
              <a:buNone/>
            </a:pPr>
            <a:r>
              <a:t/>
            </a:r>
            <a:endParaRPr b="0" i="0" sz="2700" u="none">
              <a:solidFill>
                <a:schemeClr val="dk1"/>
              </a:solidFill>
              <a:latin typeface="Lucida Sans"/>
              <a:ea typeface="Lucida Sans"/>
              <a:cs typeface="Lucida Sans"/>
              <a:sym typeface="Lucida Sans"/>
            </a:endParaRPr>
          </a:p>
          <a:p>
            <a:pPr indent="-139002" lvl="0" marL="365125" rtl="0" algn="l">
              <a:spcBef>
                <a:spcPts val="400"/>
              </a:spcBef>
              <a:spcAft>
                <a:spcPts val="0"/>
              </a:spcAft>
              <a:buSzPts val="1836"/>
              <a:buNone/>
            </a:pPr>
            <a:r>
              <a:t/>
            </a:r>
            <a:endParaRPr b="0" i="0" sz="2700" u="none">
              <a:solidFill>
                <a:schemeClr val="dk1"/>
              </a:solidFill>
              <a:latin typeface="Lucida Sans"/>
              <a:ea typeface="Lucida Sans"/>
              <a:cs typeface="Lucida Sans"/>
              <a:sym typeface="Lucida Sans"/>
            </a:endParaRPr>
          </a:p>
        </p:txBody>
      </p:sp>
      <p:pic>
        <p:nvPicPr>
          <p:cNvPr descr="J:\Hemdator\Mina  bilder\Mina bilder\Rogers skoterillustrationer\Rogers skoterillustrationer 016.jpg" id="1867" name="Google Shape;1867;p239"/>
          <p:cNvPicPr preferRelativeResize="0"/>
          <p:nvPr/>
        </p:nvPicPr>
        <p:blipFill rotWithShape="1">
          <a:blip r:embed="rId3">
            <a:alphaModFix/>
          </a:blip>
          <a:srcRect b="0" l="0" r="0" t="0"/>
          <a:stretch/>
        </p:blipFill>
        <p:spPr>
          <a:xfrm>
            <a:off x="4427537" y="1989137"/>
            <a:ext cx="4273550" cy="4176712"/>
          </a:xfrm>
          <a:prstGeom prst="rect">
            <a:avLst/>
          </a:prstGeom>
          <a:noFill/>
          <a:ln>
            <a:noFill/>
          </a:ln>
        </p:spPr>
      </p:pic>
      <p:pic>
        <p:nvPicPr>
          <p:cNvPr descr="Led över is.jpg" id="1868" name="Google Shape;1868;p239"/>
          <p:cNvPicPr preferRelativeResize="0"/>
          <p:nvPr/>
        </p:nvPicPr>
        <p:blipFill rotWithShape="1">
          <a:blip r:embed="rId4">
            <a:alphaModFix/>
          </a:blip>
          <a:srcRect b="0" l="0" r="0" t="0"/>
          <a:stretch/>
        </p:blipFill>
        <p:spPr>
          <a:xfrm>
            <a:off x="4356100" y="1989137"/>
            <a:ext cx="4498975" cy="41767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xEl>
                                              <p:pRg end="0" st="0"/>
                                            </p:txEl>
                                          </p:spTgt>
                                        </p:tgtEl>
                                        <p:attrNameLst>
                                          <p:attrName>style.visibility</p:attrName>
                                        </p:attrNameLst>
                                      </p:cBhvr>
                                      <p:to>
                                        <p:strVal val="visible"/>
                                      </p:to>
                                    </p:set>
                                    <p:animEffect filter="fade" transition="in">
                                      <p:cBhvr>
                                        <p:cTn dur="500"/>
                                        <p:tgtEl>
                                          <p:spTgt spid="18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xEl>
                                              <p:pRg end="1" st="1"/>
                                            </p:txEl>
                                          </p:spTgt>
                                        </p:tgtEl>
                                        <p:attrNameLst>
                                          <p:attrName>style.visibility</p:attrName>
                                        </p:attrNameLst>
                                      </p:cBhvr>
                                      <p:to>
                                        <p:strVal val="visible"/>
                                      </p:to>
                                    </p:set>
                                    <p:animEffect filter="fade" transition="in">
                                      <p:cBhvr>
                                        <p:cTn dur="500"/>
                                        <p:tgtEl>
                                          <p:spTgt spid="18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xEl>
                                              <p:pRg end="2" st="2"/>
                                            </p:txEl>
                                          </p:spTgt>
                                        </p:tgtEl>
                                        <p:attrNameLst>
                                          <p:attrName>style.visibility</p:attrName>
                                        </p:attrNameLst>
                                      </p:cBhvr>
                                      <p:to>
                                        <p:strVal val="visible"/>
                                      </p:to>
                                    </p:set>
                                    <p:animEffect filter="fade" transition="in">
                                      <p:cBhvr>
                                        <p:cTn dur="500"/>
                                        <p:tgtEl>
                                          <p:spTgt spid="18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xEl>
                                              <p:pRg end="3" st="3"/>
                                            </p:txEl>
                                          </p:spTgt>
                                        </p:tgtEl>
                                        <p:attrNameLst>
                                          <p:attrName>style.visibility</p:attrName>
                                        </p:attrNameLst>
                                      </p:cBhvr>
                                      <p:to>
                                        <p:strVal val="visible"/>
                                      </p:to>
                                    </p:set>
                                    <p:animEffect filter="fade" transition="in">
                                      <p:cBhvr>
                                        <p:cTn dur="500"/>
                                        <p:tgtEl>
                                          <p:spTgt spid="18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xEl>
                                              <p:pRg end="4" st="4"/>
                                            </p:txEl>
                                          </p:spTgt>
                                        </p:tgtEl>
                                        <p:attrNameLst>
                                          <p:attrName>style.visibility</p:attrName>
                                        </p:attrNameLst>
                                      </p:cBhvr>
                                      <p:to>
                                        <p:strVal val="visible"/>
                                      </p:to>
                                    </p:set>
                                    <p:animEffect filter="fade" transition="in">
                                      <p:cBhvr>
                                        <p:cTn dur="500"/>
                                        <p:tgtEl>
                                          <p:spTgt spid="18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xEl>
                                              <p:pRg end="5" st="5"/>
                                            </p:txEl>
                                          </p:spTgt>
                                        </p:tgtEl>
                                        <p:attrNameLst>
                                          <p:attrName>style.visibility</p:attrName>
                                        </p:attrNameLst>
                                      </p:cBhvr>
                                      <p:to>
                                        <p:strVal val="visible"/>
                                      </p:to>
                                    </p:set>
                                    <p:animEffect filter="fade" transition="in">
                                      <p:cBhvr>
                                        <p:cTn dur="500"/>
                                        <p:tgtEl>
                                          <p:spTgt spid="18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xEl>
                                              <p:pRg end="6" st="6"/>
                                            </p:txEl>
                                          </p:spTgt>
                                        </p:tgtEl>
                                        <p:attrNameLst>
                                          <p:attrName>style.visibility</p:attrName>
                                        </p:attrNameLst>
                                      </p:cBhvr>
                                      <p:to>
                                        <p:strVal val="visible"/>
                                      </p:to>
                                    </p:set>
                                    <p:animEffect filter="fade" transition="in">
                                      <p:cBhvr>
                                        <p:cTn dur="500"/>
                                        <p:tgtEl>
                                          <p:spTgt spid="186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2" name="Shape 1872"/>
        <p:cNvGrpSpPr/>
        <p:nvPr/>
      </p:nvGrpSpPr>
      <p:grpSpPr>
        <a:xfrm>
          <a:off x="0" y="0"/>
          <a:ext cx="0" cy="0"/>
          <a:chOff x="0" y="0"/>
          <a:chExt cx="0" cy="0"/>
        </a:xfrm>
      </p:grpSpPr>
      <p:sp>
        <p:nvSpPr>
          <p:cNvPr id="1873" name="Google Shape;1873;p240"/>
          <p:cNvSpPr txBox="1"/>
          <p:nvPr>
            <p:ph idx="4294967295"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b="1" i="0" lang="en-US" sz="4100" u="none" cap="none" strike="noStrike">
                <a:solidFill>
                  <a:schemeClr val="dk2"/>
                </a:solidFill>
                <a:latin typeface="Lucida Sans"/>
                <a:ea typeface="Lucida Sans"/>
                <a:cs typeface="Lucida Sans"/>
                <a:sym typeface="Lucida Sans"/>
              </a:rPr>
              <a:t>Passagerare</a:t>
            </a:r>
            <a:endParaRPr/>
          </a:p>
        </p:txBody>
      </p:sp>
      <p:sp>
        <p:nvSpPr>
          <p:cNvPr id="1874" name="Google Shape;1874;p240"/>
          <p:cNvSpPr txBox="1"/>
          <p:nvPr>
            <p:ph idx="1" type="body"/>
          </p:nvPr>
        </p:nvSpPr>
        <p:spPr>
          <a:xfrm>
            <a:off x="611187" y="2133600"/>
            <a:ext cx="3236912" cy="4114800"/>
          </a:xfrm>
          <a:prstGeom prst="rect">
            <a:avLst/>
          </a:prstGeom>
          <a:noFill/>
          <a:ln>
            <a:noFill/>
          </a:ln>
        </p:spPr>
        <p:txBody>
          <a:bodyPr anchorCtr="0" anchor="t" bIns="45700" lIns="91425" spcFirstLastPara="1" rIns="91425" wrap="square" tIns="45700">
            <a:noAutofit/>
          </a:bodyPr>
          <a:lstStyle/>
          <a:p>
            <a:pPr indent="-255587" lvl="0" marL="365125" rtl="0" algn="l">
              <a:lnSpc>
                <a:spcPct val="100000"/>
              </a:lnSpc>
              <a:spcBef>
                <a:spcPts val="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Skoter för passagerare.</a:t>
            </a:r>
            <a:endParaRPr/>
          </a:p>
          <a:p>
            <a:pPr indent="-255587" lvl="0" marL="365125"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Barn i pulka.</a:t>
            </a:r>
            <a:endParaRPr/>
          </a:p>
          <a:p>
            <a:pPr indent="-255587" lvl="0" marL="365125"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Gå över, och längs väg.</a:t>
            </a:r>
            <a:endParaRPr/>
          </a:p>
        </p:txBody>
      </p:sp>
      <p:pic>
        <p:nvPicPr>
          <p:cNvPr descr="C:\Users\SSCO\AppData\Local\Microsoft\Windows\Temporary Internet Files\Content.IE5\FR9QIMOZ\t570_a.jpg" id="1875" name="Google Shape;1875;p240"/>
          <p:cNvPicPr preferRelativeResize="0"/>
          <p:nvPr>
            <p:ph idx="1" type="body"/>
          </p:nvPr>
        </p:nvPicPr>
        <p:blipFill rotWithShape="1">
          <a:blip r:embed="rId3">
            <a:alphaModFix/>
          </a:blip>
          <a:srcRect b="7597" l="0" r="0" t="0"/>
          <a:stretch/>
        </p:blipFill>
        <p:spPr>
          <a:xfrm>
            <a:off x="3875087" y="2130425"/>
            <a:ext cx="5089525" cy="3530600"/>
          </a:xfrm>
          <a:prstGeom prst="rect">
            <a:avLst/>
          </a:prstGeom>
          <a:noFill/>
          <a:ln>
            <a:noFill/>
          </a:ln>
        </p:spPr>
      </p:pic>
      <p:pic>
        <p:nvPicPr>
          <p:cNvPr descr="SkiDoo pass barn.jpg" id="1876" name="Google Shape;1876;p240"/>
          <p:cNvPicPr preferRelativeResize="0"/>
          <p:nvPr/>
        </p:nvPicPr>
        <p:blipFill rotWithShape="1">
          <a:blip r:embed="rId4">
            <a:alphaModFix/>
          </a:blip>
          <a:srcRect b="9803" l="5207" r="3645" t="0"/>
          <a:stretch/>
        </p:blipFill>
        <p:spPr>
          <a:xfrm>
            <a:off x="3595687" y="2133600"/>
            <a:ext cx="5368925" cy="3527425"/>
          </a:xfrm>
          <a:prstGeom prst="rect">
            <a:avLst/>
          </a:prstGeom>
          <a:noFill/>
          <a:ln>
            <a:noFill/>
          </a:ln>
        </p:spPr>
      </p:pic>
      <p:sp>
        <p:nvSpPr>
          <p:cNvPr id="1877" name="Google Shape;1877;p240"/>
          <p:cNvSpPr txBox="1"/>
          <p:nvPr/>
        </p:nvSpPr>
        <p:spPr>
          <a:xfrm>
            <a:off x="545400" y="64237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41</a:t>
            </a:r>
            <a:endParaRPr>
              <a:latin typeface="Lucida Sans"/>
              <a:ea typeface="Lucida Sans"/>
              <a:cs typeface="Lucida Sans"/>
              <a:sym typeface="Lucida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6"/>
                                        </p:tgtEl>
                                        <p:attrNameLst>
                                          <p:attrName>style.visibility</p:attrName>
                                        </p:attrNameLst>
                                      </p:cBhvr>
                                      <p:to>
                                        <p:strVal val="visible"/>
                                      </p:to>
                                    </p:set>
                                    <p:animEffect filter="fade" transition="in">
                                      <p:cBhvr>
                                        <p:cTn dur="500"/>
                                        <p:tgtEl>
                                          <p:spTgt spid="18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sp>
        <p:nvSpPr>
          <p:cNvPr id="1882" name="Google Shape;1882;p241"/>
          <p:cNvSpPr txBox="1"/>
          <p:nvPr>
            <p:ph type="title"/>
          </p:nvPr>
        </p:nvSpPr>
        <p:spPr>
          <a:xfrm>
            <a:off x="755650" y="188912"/>
            <a:ext cx="7772400" cy="860425"/>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7B9899"/>
              </a:buClr>
              <a:buSzPts val="3300"/>
              <a:buFont typeface="Georgia"/>
              <a:buNone/>
            </a:pPr>
            <a:r>
              <a:rPr b="0" i="0" lang="en-US" sz="3300" u="none">
                <a:solidFill>
                  <a:srgbClr val="7B9899"/>
                </a:solidFill>
                <a:latin typeface="Georgia"/>
                <a:ea typeface="Georgia"/>
                <a:cs typeface="Georgia"/>
                <a:sym typeface="Georgia"/>
              </a:rPr>
              <a:t>Säkerhet, skydd och olyckor</a:t>
            </a:r>
            <a:endParaRPr/>
          </a:p>
        </p:txBody>
      </p:sp>
      <p:pic>
        <p:nvPicPr>
          <p:cNvPr descr="Kameratömmning 001.JPG" id="1883" name="Google Shape;1883;p241"/>
          <p:cNvPicPr preferRelativeResize="0"/>
          <p:nvPr>
            <p:ph idx="1" type="body"/>
          </p:nvPr>
        </p:nvPicPr>
        <p:blipFill rotWithShape="1">
          <a:blip r:embed="rId3">
            <a:alphaModFix/>
          </a:blip>
          <a:srcRect b="0" l="0" r="0" t="0"/>
          <a:stretch/>
        </p:blipFill>
        <p:spPr>
          <a:xfrm>
            <a:off x="323850" y="1989137"/>
            <a:ext cx="4637087" cy="3887787"/>
          </a:xfrm>
          <a:prstGeom prst="rect">
            <a:avLst/>
          </a:prstGeom>
          <a:noFill/>
          <a:ln>
            <a:noFill/>
          </a:ln>
        </p:spPr>
      </p:pic>
      <p:sp>
        <p:nvSpPr>
          <p:cNvPr id="1884" name="Google Shape;1884;p241"/>
          <p:cNvSpPr txBox="1"/>
          <p:nvPr>
            <p:ph idx="1" type="body"/>
          </p:nvPr>
        </p:nvSpPr>
        <p:spPr>
          <a:xfrm>
            <a:off x="5148262" y="1981200"/>
            <a:ext cx="3816350" cy="4114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chemeClr val="accent1"/>
              </a:buClr>
              <a:buSzPts val="2295"/>
              <a:buFont typeface="Noto Sans Symbols"/>
              <a:buChar char="⚫"/>
            </a:pPr>
            <a:r>
              <a:rPr b="0" i="0" lang="en-US" sz="2700" u="none">
                <a:solidFill>
                  <a:schemeClr val="dk1"/>
                </a:solidFill>
                <a:latin typeface="Georgia"/>
                <a:ea typeface="Georgia"/>
                <a:cs typeface="Georgia"/>
                <a:sym typeface="Georgia"/>
              </a:rPr>
              <a:t>Speciella faror med snöskoter.</a:t>
            </a:r>
            <a:endParaRPr/>
          </a:p>
          <a:p>
            <a:pPr indent="-273050" lvl="0" marL="273050" rtl="0" algn="l">
              <a:lnSpc>
                <a:spcPct val="100000"/>
              </a:lnSpc>
              <a:spcBef>
                <a:spcPts val="540"/>
              </a:spcBef>
              <a:spcAft>
                <a:spcPts val="0"/>
              </a:spcAft>
              <a:buClr>
                <a:schemeClr val="accent1"/>
              </a:buClr>
              <a:buSzPts val="2295"/>
              <a:buFont typeface="Noto Sans Symbols"/>
              <a:buChar char="⚫"/>
            </a:pPr>
            <a:r>
              <a:rPr b="0" i="0" lang="en-US" sz="2700" u="none">
                <a:solidFill>
                  <a:schemeClr val="dk1"/>
                </a:solidFill>
                <a:latin typeface="Georgia"/>
                <a:ea typeface="Georgia"/>
                <a:cs typeface="Georgia"/>
                <a:sym typeface="Georgia"/>
              </a:rPr>
              <a:t>Larma polis vid olycka.</a:t>
            </a:r>
            <a:endParaRPr/>
          </a:p>
          <a:p>
            <a:pPr indent="-273050" lvl="0" marL="273050" rtl="0" algn="l">
              <a:lnSpc>
                <a:spcPct val="100000"/>
              </a:lnSpc>
              <a:spcBef>
                <a:spcPts val="540"/>
              </a:spcBef>
              <a:spcAft>
                <a:spcPts val="0"/>
              </a:spcAft>
              <a:buClr>
                <a:schemeClr val="accent1"/>
              </a:buClr>
              <a:buSzPts val="2295"/>
              <a:buFont typeface="Noto Sans Symbols"/>
              <a:buChar char="⚫"/>
            </a:pPr>
            <a:r>
              <a:rPr b="0" i="0" lang="en-US" sz="2700" u="none">
                <a:solidFill>
                  <a:schemeClr val="dk1"/>
                </a:solidFill>
                <a:latin typeface="Georgia"/>
                <a:ea typeface="Georgia"/>
                <a:cs typeface="Georgia"/>
                <a:sym typeface="Georgia"/>
              </a:rPr>
              <a:t>Skyldig att lämna upplysningar.</a:t>
            </a:r>
            <a:endParaRPr/>
          </a:p>
          <a:p>
            <a:pPr indent="-127318" lvl="0" marL="273050" rtl="0" algn="l">
              <a:spcBef>
                <a:spcPts val="540"/>
              </a:spcBef>
              <a:spcAft>
                <a:spcPts val="0"/>
              </a:spcAft>
              <a:buSzPts val="2295"/>
              <a:buNone/>
            </a:pPr>
            <a:r>
              <a:t/>
            </a:r>
            <a:endParaRPr b="0" i="0" sz="2700" u="none">
              <a:solidFill>
                <a:schemeClr val="dk1"/>
              </a:solidFill>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4">
                                            <p:txEl>
                                              <p:pRg end="0" st="0"/>
                                            </p:txEl>
                                          </p:spTgt>
                                        </p:tgtEl>
                                        <p:attrNameLst>
                                          <p:attrName>style.visibility</p:attrName>
                                        </p:attrNameLst>
                                      </p:cBhvr>
                                      <p:to>
                                        <p:strVal val="visible"/>
                                      </p:to>
                                    </p:set>
                                    <p:animEffect filter="fade" transition="in">
                                      <p:cBhvr>
                                        <p:cTn dur="500"/>
                                        <p:tgtEl>
                                          <p:spTgt spid="18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4">
                                            <p:txEl>
                                              <p:pRg end="1" st="1"/>
                                            </p:txEl>
                                          </p:spTgt>
                                        </p:tgtEl>
                                        <p:attrNameLst>
                                          <p:attrName>style.visibility</p:attrName>
                                        </p:attrNameLst>
                                      </p:cBhvr>
                                      <p:to>
                                        <p:strVal val="visible"/>
                                      </p:to>
                                    </p:set>
                                    <p:animEffect filter="fade" transition="in">
                                      <p:cBhvr>
                                        <p:cTn dur="500"/>
                                        <p:tgtEl>
                                          <p:spTgt spid="18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4">
                                            <p:txEl>
                                              <p:pRg end="2" st="2"/>
                                            </p:txEl>
                                          </p:spTgt>
                                        </p:tgtEl>
                                        <p:attrNameLst>
                                          <p:attrName>style.visibility</p:attrName>
                                        </p:attrNameLst>
                                      </p:cBhvr>
                                      <p:to>
                                        <p:strVal val="visible"/>
                                      </p:to>
                                    </p:set>
                                    <p:animEffect filter="fade" transition="in">
                                      <p:cBhvr>
                                        <p:cTn dur="500"/>
                                        <p:tgtEl>
                                          <p:spTgt spid="18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4">
                                            <p:txEl>
                                              <p:pRg end="3" st="3"/>
                                            </p:txEl>
                                          </p:spTgt>
                                        </p:tgtEl>
                                        <p:attrNameLst>
                                          <p:attrName>style.visibility</p:attrName>
                                        </p:attrNameLst>
                                      </p:cBhvr>
                                      <p:to>
                                        <p:strVal val="visible"/>
                                      </p:to>
                                    </p:set>
                                    <p:animEffect filter="fade" transition="in">
                                      <p:cBhvr>
                                        <p:cTn dur="500"/>
                                        <p:tgtEl>
                                          <p:spTgt spid="1884">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8" name="Shape 1888"/>
        <p:cNvGrpSpPr/>
        <p:nvPr/>
      </p:nvGrpSpPr>
      <p:grpSpPr>
        <a:xfrm>
          <a:off x="0" y="0"/>
          <a:ext cx="0" cy="0"/>
          <a:chOff x="0" y="0"/>
          <a:chExt cx="0" cy="0"/>
        </a:xfrm>
      </p:grpSpPr>
      <p:sp>
        <p:nvSpPr>
          <p:cNvPr id="1889" name="Google Shape;1889;p242"/>
          <p:cNvSpPr txBox="1"/>
          <p:nvPr>
            <p:ph type="title"/>
          </p:nvPr>
        </p:nvSpPr>
        <p:spPr>
          <a:xfrm>
            <a:off x="755650" y="260350"/>
            <a:ext cx="7772400" cy="78898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7B9899"/>
              </a:buClr>
              <a:buSzPts val="3300"/>
              <a:buFont typeface="Georgia"/>
              <a:buNone/>
            </a:pPr>
            <a:r>
              <a:rPr b="0" i="0" lang="en-US" sz="3300" u="none">
                <a:solidFill>
                  <a:srgbClr val="7B9899"/>
                </a:solidFill>
                <a:latin typeface="Georgia"/>
                <a:ea typeface="Georgia"/>
                <a:cs typeface="Georgia"/>
                <a:sym typeface="Georgia"/>
              </a:rPr>
              <a:t>Säkerhet, skydd och olyckor</a:t>
            </a:r>
            <a:endParaRPr/>
          </a:p>
        </p:txBody>
      </p:sp>
      <p:sp>
        <p:nvSpPr>
          <p:cNvPr id="1890" name="Google Shape;1890;p242"/>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SzPts val="2380"/>
              <a:buNone/>
            </a:pPr>
            <a:r>
              <a:rPr b="1" i="0" lang="en-US" sz="2800" u="none">
                <a:solidFill>
                  <a:schemeClr val="dk1"/>
                </a:solidFill>
                <a:latin typeface="Georgia"/>
                <a:ea typeface="Georgia"/>
                <a:cs typeface="Georgia"/>
                <a:sym typeface="Georgia"/>
              </a:rPr>
              <a:t>Orsaker</a:t>
            </a:r>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Onykterhet</a:t>
            </a:r>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Drunkning</a:t>
            </a:r>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Kvävning</a:t>
            </a:r>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Fart – Sikt</a:t>
            </a:r>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Mörker</a:t>
            </a:r>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Gupp och ojämnheter</a:t>
            </a:r>
            <a:endParaRPr/>
          </a:p>
          <a:p>
            <a:pPr indent="-121920" lvl="0" marL="273050" rtl="0" algn="l">
              <a:spcBef>
                <a:spcPts val="560"/>
              </a:spcBef>
              <a:spcAft>
                <a:spcPts val="0"/>
              </a:spcAft>
              <a:buSzPts val="2380"/>
              <a:buNone/>
            </a:pPr>
            <a:r>
              <a:t/>
            </a:r>
            <a:endParaRPr b="0" i="0" sz="2800" u="none">
              <a:solidFill>
                <a:schemeClr val="dk1"/>
              </a:solidFill>
              <a:latin typeface="Georgia"/>
              <a:ea typeface="Georgia"/>
              <a:cs typeface="Georgia"/>
              <a:sym typeface="Georgia"/>
            </a:endParaRPr>
          </a:p>
        </p:txBody>
      </p:sp>
      <p:pic>
        <p:nvPicPr>
          <p:cNvPr descr="skoterolycka.jpg" id="1891" name="Google Shape;1891;p242"/>
          <p:cNvPicPr preferRelativeResize="0"/>
          <p:nvPr>
            <p:ph idx="2" type="clipArt"/>
          </p:nvPr>
        </p:nvPicPr>
        <p:blipFill rotWithShape="1">
          <a:blip r:embed="rId3">
            <a:alphaModFix/>
          </a:blip>
          <a:srcRect b="0" l="0" r="0" t="0"/>
          <a:stretch/>
        </p:blipFill>
        <p:spPr>
          <a:xfrm>
            <a:off x="3492500" y="1916112"/>
            <a:ext cx="5183187" cy="388937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5" name="Shape 1895"/>
        <p:cNvGrpSpPr/>
        <p:nvPr/>
      </p:nvGrpSpPr>
      <p:grpSpPr>
        <a:xfrm>
          <a:off x="0" y="0"/>
          <a:ext cx="0" cy="0"/>
          <a:chOff x="0" y="0"/>
          <a:chExt cx="0" cy="0"/>
        </a:xfrm>
      </p:grpSpPr>
      <p:sp>
        <p:nvSpPr>
          <p:cNvPr id="1896" name="Google Shape;1896;p243"/>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Första förband/</a:t>
            </a:r>
            <a:endParaRPr/>
          </a:p>
          <a:p>
            <a:pPr indent="-273050" lvl="0" marL="273050" rtl="0" algn="l">
              <a:lnSpc>
                <a:spcPct val="100000"/>
              </a:lnSpc>
              <a:spcBef>
                <a:spcPts val="560"/>
              </a:spcBef>
              <a:spcAft>
                <a:spcPts val="0"/>
              </a:spcAft>
              <a:buSzPts val="2380"/>
              <a:buNone/>
            </a:pPr>
            <a:r>
              <a:rPr b="0" i="0" lang="en-US" sz="2800" u="none">
                <a:solidFill>
                  <a:schemeClr val="dk1"/>
                </a:solidFill>
                <a:latin typeface="Georgia"/>
                <a:ea typeface="Georgia"/>
                <a:cs typeface="Georgia"/>
                <a:sym typeface="Georgia"/>
              </a:rPr>
              <a:t>   förbandskudde</a:t>
            </a:r>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L-ABC, HLR</a:t>
            </a:r>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Varningstriangel</a:t>
            </a:r>
            <a:endParaRPr/>
          </a:p>
          <a:p>
            <a:pPr indent="-273050" lvl="0" marL="273050" rtl="0" algn="l">
              <a:lnSpc>
                <a:spcPct val="100000"/>
              </a:lnSpc>
              <a:spcBef>
                <a:spcPts val="560"/>
              </a:spcBef>
              <a:spcAft>
                <a:spcPts val="0"/>
              </a:spcAft>
              <a:buClr>
                <a:schemeClr val="accent1"/>
              </a:buClr>
              <a:buSzPts val="2380"/>
              <a:buFont typeface="Noto Sans Symbols"/>
              <a:buChar char="⚫"/>
            </a:pPr>
            <a:r>
              <a:rPr b="0" i="0" lang="en-US" sz="2800" u="none">
                <a:solidFill>
                  <a:schemeClr val="dk1"/>
                </a:solidFill>
                <a:latin typeface="Georgia"/>
                <a:ea typeface="Georgia"/>
                <a:cs typeface="Georgia"/>
                <a:sym typeface="Georgia"/>
              </a:rPr>
              <a:t>Undvik förflyttning</a:t>
            </a:r>
            <a:endParaRPr/>
          </a:p>
          <a:p>
            <a:pPr indent="-273050" lvl="0" marL="273050" rtl="0" algn="l">
              <a:lnSpc>
                <a:spcPct val="100000"/>
              </a:lnSpc>
              <a:spcBef>
                <a:spcPts val="560"/>
              </a:spcBef>
              <a:spcAft>
                <a:spcPts val="0"/>
              </a:spcAft>
              <a:buClr>
                <a:schemeClr val="accent1"/>
              </a:buClr>
              <a:buSzPts val="2380"/>
              <a:buFont typeface="Noto Sans Symbols"/>
              <a:buChar char="⚫"/>
            </a:pPr>
            <a:r>
              <a:rPr lang="en-US" sz="2800"/>
              <a:t>Lämna</a:t>
            </a:r>
            <a:r>
              <a:rPr b="0" i="0" lang="en-US" sz="2800" u="none">
                <a:solidFill>
                  <a:schemeClr val="dk1"/>
                </a:solidFill>
                <a:latin typeface="Georgia"/>
                <a:ea typeface="Georgia"/>
                <a:cs typeface="Georgia"/>
                <a:sym typeface="Georgia"/>
              </a:rPr>
              <a:t> hjälmen </a:t>
            </a:r>
            <a:r>
              <a:rPr lang="en-US" sz="2800"/>
              <a:t>på</a:t>
            </a:r>
            <a:endParaRPr/>
          </a:p>
          <a:p>
            <a:pPr indent="-273050" lvl="0" marL="273050" rtl="0" algn="l">
              <a:lnSpc>
                <a:spcPct val="100000"/>
              </a:lnSpc>
              <a:spcBef>
                <a:spcPts val="560"/>
              </a:spcBef>
              <a:spcAft>
                <a:spcPts val="0"/>
              </a:spcAft>
              <a:buClr>
                <a:schemeClr val="accent1"/>
              </a:buClr>
              <a:buSzPts val="2380"/>
              <a:buFont typeface="Noto Sans Symbols"/>
              <a:buChar char="⚫"/>
            </a:pPr>
            <a:r>
              <a:rPr lang="en-US" sz="2800"/>
              <a:t>Värme</a:t>
            </a:r>
            <a:endParaRPr/>
          </a:p>
          <a:p>
            <a:pPr indent="-121920" lvl="0" marL="273050" rtl="0" algn="l">
              <a:spcBef>
                <a:spcPts val="560"/>
              </a:spcBef>
              <a:spcAft>
                <a:spcPts val="0"/>
              </a:spcAft>
              <a:buSzPts val="2380"/>
              <a:buNone/>
            </a:pPr>
            <a:r>
              <a:t/>
            </a:r>
            <a:endParaRPr b="0" i="0" sz="2800" u="none">
              <a:solidFill>
                <a:schemeClr val="dk1"/>
              </a:solidFill>
              <a:latin typeface="Georgia"/>
              <a:ea typeface="Georgia"/>
              <a:cs typeface="Georgia"/>
              <a:sym typeface="Georgia"/>
            </a:endParaRPr>
          </a:p>
        </p:txBody>
      </p:sp>
      <p:pic>
        <p:nvPicPr>
          <p:cNvPr descr="C:\Documents and Settings\Janne\Mina dokument\Mina bilder\Förarbevis\forstaforbandinnehall.jpg" id="1897" name="Google Shape;1897;p243"/>
          <p:cNvPicPr preferRelativeResize="0"/>
          <p:nvPr>
            <p:ph idx="2" type="clipArt"/>
          </p:nvPr>
        </p:nvPicPr>
        <p:blipFill rotWithShape="1">
          <a:blip r:embed="rId3">
            <a:alphaModFix/>
          </a:blip>
          <a:srcRect b="0" l="0" r="0" t="0"/>
          <a:stretch/>
        </p:blipFill>
        <p:spPr>
          <a:xfrm>
            <a:off x="4643437" y="1773237"/>
            <a:ext cx="3948112" cy="3948112"/>
          </a:xfrm>
          <a:prstGeom prst="rect">
            <a:avLst/>
          </a:prstGeom>
          <a:noFill/>
          <a:ln>
            <a:noFill/>
          </a:ln>
        </p:spPr>
      </p:pic>
      <p:sp>
        <p:nvSpPr>
          <p:cNvPr id="1898" name="Google Shape;1898;p243"/>
          <p:cNvSpPr txBox="1"/>
          <p:nvPr/>
        </p:nvSpPr>
        <p:spPr>
          <a:xfrm>
            <a:off x="827087" y="0"/>
            <a:ext cx="7772400" cy="1079500"/>
          </a:xfrm>
          <a:prstGeom prst="rect">
            <a:avLst/>
          </a:prstGeom>
          <a:noFill/>
          <a:ln>
            <a:noFill/>
          </a:ln>
        </p:spPr>
        <p:txBody>
          <a:bodyPr anchorCtr="0" anchor="b" bIns="45700" lIns="91425" spcFirstLastPara="1" rIns="91425" wrap="square" tIns="45700">
            <a:noAutofit/>
          </a:bodyPr>
          <a:lstStyle/>
          <a:p>
            <a:pPr indent="0" lvl="0" marL="0" marR="0" rtl="0" algn="ctr">
              <a:lnSpc>
                <a:spcPct val="100000"/>
              </a:lnSpc>
              <a:spcBef>
                <a:spcPts val="0"/>
              </a:spcBef>
              <a:spcAft>
                <a:spcPts val="0"/>
              </a:spcAft>
              <a:buClr>
                <a:schemeClr val="dk2"/>
              </a:buClr>
              <a:buSzPts val="4400"/>
              <a:buFont typeface="Georgia"/>
              <a:buNone/>
            </a:pPr>
            <a:r>
              <a:rPr b="0" i="0" lang="en-US" sz="4400" u="none">
                <a:solidFill>
                  <a:schemeClr val="dk2"/>
                </a:solidFill>
                <a:latin typeface="Georgia"/>
                <a:ea typeface="Georgia"/>
                <a:cs typeface="Georgia"/>
                <a:sym typeface="Georgia"/>
              </a:rPr>
              <a:t>Säkerhet, skydd och olyckor</a:t>
            </a:r>
            <a:endParaRPr/>
          </a:p>
        </p:txBody>
      </p:sp>
      <p:sp>
        <p:nvSpPr>
          <p:cNvPr id="1899" name="Google Shape;1899;p243"/>
          <p:cNvSpPr txBox="1"/>
          <p:nvPr/>
        </p:nvSpPr>
        <p:spPr>
          <a:xfrm>
            <a:off x="5424775" y="5721350"/>
            <a:ext cx="3000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u="sng">
                <a:solidFill>
                  <a:schemeClr val="hlink"/>
                </a:solidFill>
                <a:hlinkClick r:id="rId4"/>
              </a:rPr>
              <a:t>https://youtu.be/YQCZYkb_blk?si=NCt-QDQfypXODyvK</a:t>
            </a:r>
            <a:r>
              <a:rPr lang="en-US"/>
              <a:t>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xEl>
                                              <p:pRg end="0" st="0"/>
                                            </p:txEl>
                                          </p:spTgt>
                                        </p:tgtEl>
                                        <p:attrNameLst>
                                          <p:attrName>style.visibility</p:attrName>
                                        </p:attrNameLst>
                                      </p:cBhvr>
                                      <p:to>
                                        <p:strVal val="visible"/>
                                      </p:to>
                                    </p:set>
                                    <p:animEffect filter="fade" transition="in">
                                      <p:cBhvr>
                                        <p:cTn dur="300"/>
                                        <p:tgtEl>
                                          <p:spTgt spid="18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xEl>
                                              <p:pRg end="1" st="1"/>
                                            </p:txEl>
                                          </p:spTgt>
                                        </p:tgtEl>
                                        <p:attrNameLst>
                                          <p:attrName>style.visibility</p:attrName>
                                        </p:attrNameLst>
                                      </p:cBhvr>
                                      <p:to>
                                        <p:strVal val="visible"/>
                                      </p:to>
                                    </p:set>
                                    <p:animEffect filter="fade" transition="in">
                                      <p:cBhvr>
                                        <p:cTn dur="300"/>
                                        <p:tgtEl>
                                          <p:spTgt spid="18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xEl>
                                              <p:pRg end="2" st="2"/>
                                            </p:txEl>
                                          </p:spTgt>
                                        </p:tgtEl>
                                        <p:attrNameLst>
                                          <p:attrName>style.visibility</p:attrName>
                                        </p:attrNameLst>
                                      </p:cBhvr>
                                      <p:to>
                                        <p:strVal val="visible"/>
                                      </p:to>
                                    </p:set>
                                    <p:animEffect filter="fade" transition="in">
                                      <p:cBhvr>
                                        <p:cTn dur="300"/>
                                        <p:tgtEl>
                                          <p:spTgt spid="18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xEl>
                                              <p:pRg end="3" st="3"/>
                                            </p:txEl>
                                          </p:spTgt>
                                        </p:tgtEl>
                                        <p:attrNameLst>
                                          <p:attrName>style.visibility</p:attrName>
                                        </p:attrNameLst>
                                      </p:cBhvr>
                                      <p:to>
                                        <p:strVal val="visible"/>
                                      </p:to>
                                    </p:set>
                                    <p:animEffect filter="fade" transition="in">
                                      <p:cBhvr>
                                        <p:cTn dur="300"/>
                                        <p:tgtEl>
                                          <p:spTgt spid="18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xEl>
                                              <p:pRg end="4" st="4"/>
                                            </p:txEl>
                                          </p:spTgt>
                                        </p:tgtEl>
                                        <p:attrNameLst>
                                          <p:attrName>style.visibility</p:attrName>
                                        </p:attrNameLst>
                                      </p:cBhvr>
                                      <p:to>
                                        <p:strVal val="visible"/>
                                      </p:to>
                                    </p:set>
                                    <p:animEffect filter="fade" transition="in">
                                      <p:cBhvr>
                                        <p:cTn dur="300"/>
                                        <p:tgtEl>
                                          <p:spTgt spid="18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xEl>
                                              <p:pRg end="5" st="5"/>
                                            </p:txEl>
                                          </p:spTgt>
                                        </p:tgtEl>
                                        <p:attrNameLst>
                                          <p:attrName>style.visibility</p:attrName>
                                        </p:attrNameLst>
                                      </p:cBhvr>
                                      <p:to>
                                        <p:strVal val="visible"/>
                                      </p:to>
                                    </p:set>
                                    <p:animEffect filter="fade" transition="in">
                                      <p:cBhvr>
                                        <p:cTn dur="300"/>
                                        <p:tgtEl>
                                          <p:spTgt spid="189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xEl>
                                              <p:pRg end="6" st="6"/>
                                            </p:txEl>
                                          </p:spTgt>
                                        </p:tgtEl>
                                        <p:attrNameLst>
                                          <p:attrName>style.visibility</p:attrName>
                                        </p:attrNameLst>
                                      </p:cBhvr>
                                      <p:to>
                                        <p:strVal val="visible"/>
                                      </p:to>
                                    </p:set>
                                    <p:animEffect filter="fade" transition="in">
                                      <p:cBhvr>
                                        <p:cTn dur="300"/>
                                        <p:tgtEl>
                                          <p:spTgt spid="189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6">
                                            <p:txEl>
                                              <p:pRg end="7" st="7"/>
                                            </p:txEl>
                                          </p:spTgt>
                                        </p:tgtEl>
                                        <p:attrNameLst>
                                          <p:attrName>style.visibility</p:attrName>
                                        </p:attrNameLst>
                                      </p:cBhvr>
                                      <p:to>
                                        <p:strVal val="visible"/>
                                      </p:to>
                                    </p:set>
                                    <p:animEffect filter="fade" transition="in">
                                      <p:cBhvr>
                                        <p:cTn dur="300"/>
                                        <p:tgtEl>
                                          <p:spTgt spid="1896">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3" name="Shape 1903"/>
        <p:cNvGrpSpPr/>
        <p:nvPr/>
      </p:nvGrpSpPr>
      <p:grpSpPr>
        <a:xfrm>
          <a:off x="0" y="0"/>
          <a:ext cx="0" cy="0"/>
          <a:chOff x="0" y="0"/>
          <a:chExt cx="0" cy="0"/>
        </a:xfrm>
      </p:grpSpPr>
      <p:sp>
        <p:nvSpPr>
          <p:cNvPr id="1904" name="Google Shape;1904;p244"/>
          <p:cNvSpPr txBox="1"/>
          <p:nvPr>
            <p:ph idx="1" type="body"/>
          </p:nvPr>
        </p:nvSpPr>
        <p:spPr>
          <a:xfrm>
            <a:off x="755650" y="1989137"/>
            <a:ext cx="7772400" cy="4114800"/>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chemeClr val="accent1"/>
              </a:buClr>
              <a:buSzPts val="2992"/>
              <a:buFont typeface="Noto Sans Symbols"/>
              <a:buNone/>
            </a:pPr>
            <a:r>
              <a:t/>
            </a:r>
            <a:endParaRPr b="1" i="0" sz="4400" u="none" cap="none" strike="noStrike">
              <a:solidFill>
                <a:schemeClr val="dk2"/>
              </a:solidFill>
              <a:latin typeface="Lucida Sans"/>
              <a:ea typeface="Lucida Sans"/>
              <a:cs typeface="Lucida Sans"/>
              <a:sym typeface="Lucida Sans"/>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cap="none" strike="noStrike">
                <a:solidFill>
                  <a:schemeClr val="dk1"/>
                </a:solidFill>
                <a:latin typeface="Lucida Sans"/>
                <a:ea typeface="Lucida Sans"/>
                <a:cs typeface="Lucida Sans"/>
                <a:sym typeface="Lucida Sans"/>
              </a:rPr>
              <a:t>Vad har hänt</a:t>
            </a:r>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cap="none" strike="noStrike">
                <a:solidFill>
                  <a:schemeClr val="dk1"/>
                </a:solidFill>
                <a:latin typeface="Lucida Sans"/>
                <a:ea typeface="Lucida Sans"/>
                <a:cs typeface="Lucida Sans"/>
                <a:sym typeface="Lucida Sans"/>
              </a:rPr>
              <a:t>Var? GPS-koordinater</a:t>
            </a:r>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cap="none" strike="noStrike">
                <a:solidFill>
                  <a:schemeClr val="dk1"/>
                </a:solidFill>
                <a:latin typeface="Lucida Sans"/>
                <a:ea typeface="Lucida Sans"/>
                <a:cs typeface="Lucida Sans"/>
                <a:sym typeface="Lucida Sans"/>
              </a:rPr>
              <a:t>Hur många skadade</a:t>
            </a:r>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cap="none" strike="noStrike">
                <a:solidFill>
                  <a:schemeClr val="dk1"/>
                </a:solidFill>
                <a:latin typeface="Lucida Sans"/>
                <a:ea typeface="Lucida Sans"/>
                <a:cs typeface="Lucida Sans"/>
                <a:sym typeface="Lucida Sans"/>
              </a:rPr>
              <a:t>Ditt namn</a:t>
            </a:r>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cap="none" strike="noStrike">
                <a:solidFill>
                  <a:schemeClr val="dk1"/>
                </a:solidFill>
                <a:latin typeface="Lucida Sans"/>
                <a:ea typeface="Lucida Sans"/>
                <a:cs typeface="Lucida Sans"/>
                <a:sym typeface="Lucida Sans"/>
              </a:rPr>
              <a:t>Vilket nummer ringer Du från</a:t>
            </a:r>
            <a:endParaRPr/>
          </a:p>
          <a:p>
            <a:pPr indent="-139002" lvl="0" marL="365125" marR="0" rtl="0" algn="l">
              <a:spcBef>
                <a:spcPts val="400"/>
              </a:spcBef>
              <a:spcAft>
                <a:spcPts val="0"/>
              </a:spcAft>
              <a:buClr>
                <a:schemeClr val="accent1"/>
              </a:buClr>
              <a:buSzPts val="1836"/>
              <a:buFont typeface="Noto Sans Symbols"/>
              <a:buNone/>
            </a:pPr>
            <a:r>
              <a:t/>
            </a:r>
            <a:endParaRPr b="0" i="0" sz="2700" u="none">
              <a:solidFill>
                <a:schemeClr val="dk1"/>
              </a:solidFill>
              <a:latin typeface="Lucida Sans"/>
              <a:ea typeface="Lucida Sans"/>
              <a:cs typeface="Lucida Sans"/>
              <a:sym typeface="Lucida Sans"/>
            </a:endParaRPr>
          </a:p>
        </p:txBody>
      </p:sp>
      <p:pic>
        <p:nvPicPr>
          <p:cNvPr descr="Stor_sos_alarm_logo.jpg" id="1905" name="Google Shape;1905;p244"/>
          <p:cNvPicPr preferRelativeResize="0"/>
          <p:nvPr/>
        </p:nvPicPr>
        <p:blipFill rotWithShape="1">
          <a:blip r:embed="rId3">
            <a:alphaModFix/>
          </a:blip>
          <a:srcRect b="33903" l="0" r="7864" t="0"/>
          <a:stretch/>
        </p:blipFill>
        <p:spPr>
          <a:xfrm>
            <a:off x="1403350" y="765175"/>
            <a:ext cx="5616575" cy="1150937"/>
          </a:xfrm>
          <a:prstGeom prst="rect">
            <a:avLst/>
          </a:prstGeom>
          <a:noFill/>
          <a:ln>
            <a:noFill/>
          </a:ln>
        </p:spPr>
      </p:pic>
      <p:sp>
        <p:nvSpPr>
          <p:cNvPr id="1906" name="Google Shape;1906;p244"/>
          <p:cNvSpPr txBox="1"/>
          <p:nvPr/>
        </p:nvSpPr>
        <p:spPr>
          <a:xfrm>
            <a:off x="707000" y="65146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44</a:t>
            </a:r>
            <a:endParaRPr>
              <a:latin typeface="Lucida Sans"/>
              <a:ea typeface="Lucida Sans"/>
              <a:cs typeface="Lucida Sans"/>
              <a:sym typeface="Lucida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1" name="Shape 1911"/>
        <p:cNvGrpSpPr/>
        <p:nvPr/>
      </p:nvGrpSpPr>
      <p:grpSpPr>
        <a:xfrm>
          <a:off x="0" y="0"/>
          <a:ext cx="0" cy="0"/>
          <a:chOff x="0" y="0"/>
          <a:chExt cx="0" cy="0"/>
        </a:xfrm>
      </p:grpSpPr>
      <p:sp>
        <p:nvSpPr>
          <p:cNvPr id="1912" name="Google Shape;1912;p245"/>
          <p:cNvSpPr txBox="1"/>
          <p:nvPr>
            <p:ph idx="4294967295" type="title"/>
          </p:nvPr>
        </p:nvSpPr>
        <p:spPr>
          <a:xfrm>
            <a:off x="611560" y="404664"/>
            <a:ext cx="7772400" cy="6794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90"/>
              <a:buFont typeface="Lucida Sans"/>
              <a:buNone/>
            </a:pPr>
            <a:r>
              <a:rPr b="1" i="0" lang="en-US" sz="3690" u="none" cap="none" strike="noStrike">
                <a:solidFill>
                  <a:schemeClr val="dk2"/>
                </a:solidFill>
                <a:latin typeface="Lucida Sans"/>
                <a:ea typeface="Lucida Sans"/>
                <a:cs typeface="Lucida Sans"/>
                <a:sym typeface="Lucida Sans"/>
              </a:rPr>
              <a:t>Fjällräddningen</a:t>
            </a:r>
            <a:endParaRPr/>
          </a:p>
        </p:txBody>
      </p:sp>
      <p:pic>
        <p:nvPicPr>
          <p:cNvPr descr="C:\Documents and Settings\Anders\Mina dokument\ÖSSK\Förarb. Snöskoter\Fjällräddning.JPG" id="1913" name="Google Shape;1913;p245"/>
          <p:cNvPicPr preferRelativeResize="0"/>
          <p:nvPr>
            <p:ph idx="4294967295" type="body"/>
          </p:nvPr>
        </p:nvPicPr>
        <p:blipFill rotWithShape="1">
          <a:blip r:embed="rId3">
            <a:alphaModFix/>
          </a:blip>
          <a:srcRect b="0" l="0" r="0" t="0"/>
          <a:stretch/>
        </p:blipFill>
        <p:spPr>
          <a:xfrm>
            <a:off x="1547813" y="1125538"/>
            <a:ext cx="6042025" cy="3398837"/>
          </a:xfrm>
          <a:prstGeom prst="rect">
            <a:avLst/>
          </a:prstGeom>
          <a:noFill/>
          <a:ln>
            <a:noFill/>
          </a:ln>
        </p:spPr>
      </p:pic>
      <p:sp>
        <p:nvSpPr>
          <p:cNvPr id="1914" name="Google Shape;1914;p245"/>
          <p:cNvSpPr txBox="1"/>
          <p:nvPr>
            <p:ph idx="1" type="body"/>
          </p:nvPr>
        </p:nvSpPr>
        <p:spPr>
          <a:xfrm>
            <a:off x="468303" y="4724400"/>
            <a:ext cx="4963500" cy="1524000"/>
          </a:xfrm>
          <a:prstGeom prst="rect">
            <a:avLst/>
          </a:prstGeom>
          <a:noFill/>
          <a:ln>
            <a:noFill/>
          </a:ln>
        </p:spPr>
        <p:txBody>
          <a:bodyPr anchorCtr="0" anchor="t" bIns="45700" lIns="91425" spcFirstLastPara="1" rIns="91425" wrap="square" tIns="45700">
            <a:noAutofit/>
          </a:bodyPr>
          <a:lstStyle/>
          <a:p>
            <a:pPr indent="-255587" lvl="0" marL="365125" rtl="0" algn="l">
              <a:lnSpc>
                <a:spcPct val="90000"/>
              </a:lnSpc>
              <a:spcBef>
                <a:spcPts val="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Lite mer än 400 personer</a:t>
            </a:r>
            <a:endParaRPr/>
          </a:p>
          <a:p>
            <a:pPr indent="-255587" lvl="0" marL="365125" rtl="0" algn="l">
              <a:lnSpc>
                <a:spcPct val="9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Huvuddelen civila</a:t>
            </a:r>
            <a:endParaRPr/>
          </a:p>
          <a:p>
            <a:pPr indent="-255587" lvl="0" marL="365125" rtl="0" algn="l">
              <a:lnSpc>
                <a:spcPct val="9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Polisen är huvudman.</a:t>
            </a:r>
            <a:endParaRPr u="sng"/>
          </a:p>
        </p:txBody>
      </p:sp>
      <p:sp>
        <p:nvSpPr>
          <p:cNvPr id="1915" name="Google Shape;1915;p245"/>
          <p:cNvSpPr txBox="1"/>
          <p:nvPr/>
        </p:nvSpPr>
        <p:spPr>
          <a:xfrm>
            <a:off x="444400" y="62520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49</a:t>
            </a:r>
            <a:endParaRPr>
              <a:latin typeface="Lucida Sans"/>
              <a:ea typeface="Lucida Sans"/>
              <a:cs typeface="Lucida Sans"/>
              <a:sym typeface="Lucida Sans"/>
            </a:endParaRPr>
          </a:p>
        </p:txBody>
      </p:sp>
      <p:sp>
        <p:nvSpPr>
          <p:cNvPr id="1916" name="Google Shape;1916;p245"/>
          <p:cNvSpPr txBox="1"/>
          <p:nvPr/>
        </p:nvSpPr>
        <p:spPr>
          <a:xfrm>
            <a:off x="5729800" y="6060525"/>
            <a:ext cx="2940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latin typeface="Lucida Sans"/>
                <a:ea typeface="Lucida Sans"/>
                <a:cs typeface="Lucida Sans"/>
                <a:sym typeface="Lucida Sans"/>
                <a:hlinkClick r:id="rId4"/>
              </a:rPr>
              <a:t>https://www.youtube.com/watch?v=TQc3dqH6qDs&amp;list=PL86xsQeQvuXpKefPDPtnjL3e4cgccM4dr&amp;index=4</a:t>
            </a:r>
            <a:endParaRPr sz="1000">
              <a:solidFill>
                <a:schemeClr val="dk1"/>
              </a:solidFill>
              <a:latin typeface="Lucida Sans"/>
              <a:ea typeface="Lucida Sans"/>
              <a:cs typeface="Lucida Sans"/>
              <a:sym typeface="Lucida Sans"/>
            </a:endParaRPr>
          </a:p>
          <a:p>
            <a:pPr indent="0" lvl="0" marL="0" rtl="0" algn="l">
              <a:spcBef>
                <a:spcPts val="0"/>
              </a:spcBef>
              <a:spcAft>
                <a:spcPts val="0"/>
              </a:spcAft>
              <a:buNone/>
            </a:pPr>
            <a:r>
              <a:t/>
            </a:r>
            <a:endParaRPr sz="1000">
              <a:solidFill>
                <a:schemeClr val="dk1"/>
              </a:solidFill>
              <a:latin typeface="Lucida Sans"/>
              <a:ea typeface="Lucida Sans"/>
              <a:cs typeface="Lucida Sans"/>
              <a:sym typeface="Lucida Sans"/>
            </a:endParaRPr>
          </a:p>
        </p:txBody>
      </p:sp>
      <p:sp>
        <p:nvSpPr>
          <p:cNvPr id="1917" name="Google Shape;1917;p245"/>
          <p:cNvSpPr txBox="1"/>
          <p:nvPr/>
        </p:nvSpPr>
        <p:spPr>
          <a:xfrm>
            <a:off x="5748225" y="5469275"/>
            <a:ext cx="3040500" cy="50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latin typeface="Lucida Sans"/>
                <a:ea typeface="Lucida Sans"/>
                <a:cs typeface="Lucida Sans"/>
                <a:sym typeface="Lucida Sans"/>
                <a:hlinkClick r:id="rId5"/>
              </a:rPr>
              <a:t>https://youtu.be/oqBG3ZwSEM4?si=mKzgdKQU6L7_vEC-</a:t>
            </a:r>
            <a:r>
              <a:rPr lang="en-US" sz="1000">
                <a:solidFill>
                  <a:schemeClr val="dk1"/>
                </a:solidFill>
                <a:latin typeface="Lucida Sans"/>
                <a:ea typeface="Lucida Sans"/>
                <a:cs typeface="Lucida Sans"/>
                <a:sym typeface="Lucida Sans"/>
              </a:rPr>
              <a:t> </a:t>
            </a:r>
            <a:endParaRPr sz="1000">
              <a:solidFill>
                <a:schemeClr val="dk1"/>
              </a:solidFill>
              <a:latin typeface="Lucida Sans"/>
              <a:ea typeface="Lucida Sans"/>
              <a:cs typeface="Lucida Sans"/>
              <a:sym typeface="Lucida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4">
                                            <p:txEl>
                                              <p:pRg end="0" st="0"/>
                                            </p:txEl>
                                          </p:spTgt>
                                        </p:tgtEl>
                                        <p:attrNameLst>
                                          <p:attrName>style.visibility</p:attrName>
                                        </p:attrNameLst>
                                      </p:cBhvr>
                                      <p:to>
                                        <p:strVal val="visible"/>
                                      </p:to>
                                    </p:set>
                                    <p:anim calcmode="lin" valueType="num">
                                      <p:cBhvr additive="base">
                                        <p:cTn dur="300"/>
                                        <p:tgtEl>
                                          <p:spTgt spid="191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4">
                                            <p:txEl>
                                              <p:pRg end="1" st="1"/>
                                            </p:txEl>
                                          </p:spTgt>
                                        </p:tgtEl>
                                        <p:attrNameLst>
                                          <p:attrName>style.visibility</p:attrName>
                                        </p:attrNameLst>
                                      </p:cBhvr>
                                      <p:to>
                                        <p:strVal val="visible"/>
                                      </p:to>
                                    </p:set>
                                    <p:anim calcmode="lin" valueType="num">
                                      <p:cBhvr additive="base">
                                        <p:cTn dur="300"/>
                                        <p:tgtEl>
                                          <p:spTgt spid="191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14">
                                            <p:txEl>
                                              <p:pRg end="2" st="2"/>
                                            </p:txEl>
                                          </p:spTgt>
                                        </p:tgtEl>
                                        <p:attrNameLst>
                                          <p:attrName>style.visibility</p:attrName>
                                        </p:attrNameLst>
                                      </p:cBhvr>
                                      <p:to>
                                        <p:strVal val="visible"/>
                                      </p:to>
                                    </p:set>
                                    <p:anim calcmode="lin" valueType="num">
                                      <p:cBhvr additive="base">
                                        <p:cTn dur="300"/>
                                        <p:tgtEl>
                                          <p:spTgt spid="191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2" name="Shape 1922"/>
        <p:cNvGrpSpPr/>
        <p:nvPr/>
      </p:nvGrpSpPr>
      <p:grpSpPr>
        <a:xfrm>
          <a:off x="0" y="0"/>
          <a:ext cx="0" cy="0"/>
          <a:chOff x="0" y="0"/>
          <a:chExt cx="0" cy="0"/>
        </a:xfrm>
      </p:grpSpPr>
      <p:sp>
        <p:nvSpPr>
          <p:cNvPr id="1923" name="Google Shape;1923;p246"/>
          <p:cNvSpPr txBox="1"/>
          <p:nvPr>
            <p:ph type="title"/>
          </p:nvPr>
        </p:nvSpPr>
        <p:spPr>
          <a:xfrm>
            <a:off x="685800" y="768350"/>
            <a:ext cx="7772400" cy="90805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5000"/>
              <a:buFont typeface="Calibri"/>
              <a:buNone/>
            </a:pPr>
            <a:r>
              <a:rPr b="0" i="0" lang="en-US" sz="5000" u="none">
                <a:solidFill>
                  <a:schemeClr val="dk2"/>
                </a:solidFill>
                <a:latin typeface="Calibri"/>
                <a:ea typeface="Calibri"/>
                <a:cs typeface="Calibri"/>
                <a:sym typeface="Calibri"/>
              </a:rPr>
              <a:t>Klädsel, flerlagersprincip</a:t>
            </a:r>
            <a:endParaRPr/>
          </a:p>
        </p:txBody>
      </p:sp>
      <p:sp>
        <p:nvSpPr>
          <p:cNvPr id="1924" name="Google Shape;1924;p246"/>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p>
            <a:pPr indent="-273050" lvl="0" marL="273050" rtl="0" algn="l">
              <a:lnSpc>
                <a:spcPct val="90000"/>
              </a:lnSpc>
              <a:spcBef>
                <a:spcPts val="0"/>
              </a:spcBef>
              <a:spcAft>
                <a:spcPts val="0"/>
              </a:spcAft>
              <a:buSzPts val="2660"/>
              <a:buNone/>
            </a:pPr>
            <a:r>
              <a:t/>
            </a:r>
            <a:endParaRPr b="0" i="0" sz="2800" u="none">
              <a:solidFill>
                <a:schemeClr val="dk1"/>
              </a:solidFill>
              <a:latin typeface="Constantia"/>
              <a:ea typeface="Constantia"/>
              <a:cs typeface="Constantia"/>
              <a:sym typeface="Constantia"/>
            </a:endParaRPr>
          </a:p>
          <a:p>
            <a:pPr indent="-273050" lvl="0" marL="273050" rtl="0" algn="l">
              <a:lnSpc>
                <a:spcPct val="90000"/>
              </a:lnSpc>
              <a:spcBef>
                <a:spcPts val="560"/>
              </a:spcBef>
              <a:spcAft>
                <a:spcPts val="0"/>
              </a:spcAft>
              <a:buClr>
                <a:srgbClr val="E7BC29"/>
              </a:buClr>
              <a:buSzPts val="2660"/>
              <a:buFont typeface="Noto Sans Symbols"/>
              <a:buChar char="⚫"/>
            </a:pPr>
            <a:r>
              <a:rPr b="0" i="0" lang="en-US" sz="2800" u="none">
                <a:solidFill>
                  <a:schemeClr val="dk1"/>
                </a:solidFill>
                <a:latin typeface="Constantia"/>
                <a:ea typeface="Constantia"/>
                <a:cs typeface="Constantia"/>
                <a:sym typeface="Constantia"/>
              </a:rPr>
              <a:t>Fukttransporterande</a:t>
            </a:r>
            <a:endParaRPr/>
          </a:p>
          <a:p>
            <a:pPr indent="-246062" lvl="1" marL="639762" rtl="0" algn="l">
              <a:lnSpc>
                <a:spcPct val="9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Ej bomull</a:t>
            </a:r>
            <a:endParaRPr/>
          </a:p>
          <a:p>
            <a:pPr indent="-273050" lvl="0" marL="273050" rtl="0" algn="l">
              <a:lnSpc>
                <a:spcPct val="90000"/>
              </a:lnSpc>
              <a:spcBef>
                <a:spcPts val="560"/>
              </a:spcBef>
              <a:spcAft>
                <a:spcPts val="0"/>
              </a:spcAft>
              <a:buClr>
                <a:srgbClr val="E7BC29"/>
              </a:buClr>
              <a:buSzPts val="2660"/>
              <a:buFont typeface="Noto Sans Symbols"/>
              <a:buChar char="⚫"/>
            </a:pPr>
            <a:r>
              <a:rPr b="0" i="0" lang="en-US" sz="2800" u="none">
                <a:solidFill>
                  <a:schemeClr val="dk1"/>
                </a:solidFill>
                <a:latin typeface="Constantia"/>
                <a:ea typeface="Constantia"/>
                <a:cs typeface="Constantia"/>
                <a:sym typeface="Constantia"/>
              </a:rPr>
              <a:t>Värmande</a:t>
            </a:r>
            <a:endParaRPr/>
          </a:p>
          <a:p>
            <a:pPr indent="-246062" lvl="1" marL="639762" rtl="0" algn="l">
              <a:lnSpc>
                <a:spcPct val="9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Fleece, microfleece</a:t>
            </a:r>
            <a:endParaRPr/>
          </a:p>
          <a:p>
            <a:pPr indent="-273050" lvl="0" marL="273050" rtl="0" algn="l">
              <a:lnSpc>
                <a:spcPct val="90000"/>
              </a:lnSpc>
              <a:spcBef>
                <a:spcPts val="560"/>
              </a:spcBef>
              <a:spcAft>
                <a:spcPts val="0"/>
              </a:spcAft>
              <a:buClr>
                <a:srgbClr val="E7BC29"/>
              </a:buClr>
              <a:buSzPts val="2660"/>
              <a:buFont typeface="Noto Sans Symbols"/>
              <a:buChar char="⚫"/>
            </a:pPr>
            <a:r>
              <a:rPr b="0" i="0" lang="en-US" sz="2800" u="none">
                <a:solidFill>
                  <a:schemeClr val="dk1"/>
                </a:solidFill>
                <a:latin typeface="Constantia"/>
                <a:ea typeface="Constantia"/>
                <a:cs typeface="Constantia"/>
                <a:sym typeface="Constantia"/>
              </a:rPr>
              <a:t>Vind- och regnskydd</a:t>
            </a:r>
            <a:endParaRPr/>
          </a:p>
          <a:p>
            <a:pPr indent="-246062" lvl="1" marL="639762" rtl="0" algn="l">
              <a:lnSpc>
                <a:spcPct val="9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 Gore-Tex, el. liknande</a:t>
            </a:r>
            <a:endParaRPr/>
          </a:p>
          <a:p>
            <a:pPr indent="-273050" lvl="0" marL="273050" rtl="0" algn="l">
              <a:lnSpc>
                <a:spcPct val="90000"/>
              </a:lnSpc>
              <a:spcBef>
                <a:spcPts val="560"/>
              </a:spcBef>
              <a:spcAft>
                <a:spcPts val="0"/>
              </a:spcAft>
              <a:buClr>
                <a:srgbClr val="E7BC29"/>
              </a:buClr>
              <a:buSzPts val="2660"/>
              <a:buFont typeface="Noto Sans Symbols"/>
              <a:buChar char="⚫"/>
            </a:pPr>
            <a:r>
              <a:rPr b="0" i="0" lang="en-US" sz="2800" u="none">
                <a:solidFill>
                  <a:schemeClr val="dk1"/>
                </a:solidFill>
                <a:latin typeface="Constantia"/>
                <a:ea typeface="Constantia"/>
                <a:cs typeface="Constantia"/>
                <a:sym typeface="Constantia"/>
              </a:rPr>
              <a:t>Skoterkläder</a:t>
            </a:r>
            <a:endParaRPr/>
          </a:p>
        </p:txBody>
      </p:sp>
      <p:pic>
        <p:nvPicPr>
          <p:cNvPr descr="C:\Documents and Settings\Anders\Mina dokument\Mina bilder\Craftprincipen3d_NY.gif" id="1925" name="Google Shape;1925;p246"/>
          <p:cNvPicPr preferRelativeResize="0"/>
          <p:nvPr>
            <p:ph idx="2" type="clipArt"/>
          </p:nvPr>
        </p:nvPicPr>
        <p:blipFill rotWithShape="1">
          <a:blip r:embed="rId3">
            <a:alphaModFix/>
          </a:blip>
          <a:srcRect b="0" l="0" r="0" t="0"/>
          <a:stretch/>
        </p:blipFill>
        <p:spPr>
          <a:xfrm>
            <a:off x="4284662" y="2636837"/>
            <a:ext cx="4649787" cy="3406775"/>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9" name="Shape 1929"/>
        <p:cNvGrpSpPr/>
        <p:nvPr/>
      </p:nvGrpSpPr>
      <p:grpSpPr>
        <a:xfrm>
          <a:off x="0" y="0"/>
          <a:ext cx="0" cy="0"/>
          <a:chOff x="0" y="0"/>
          <a:chExt cx="0" cy="0"/>
        </a:xfrm>
      </p:grpSpPr>
      <p:sp>
        <p:nvSpPr>
          <p:cNvPr id="1930" name="Google Shape;1930;p247"/>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Libre Franklin"/>
              <a:buNone/>
            </a:pPr>
            <a:r>
              <a:rPr b="0" i="0" lang="en-US" sz="4000" u="none">
                <a:solidFill>
                  <a:schemeClr val="dk2"/>
                </a:solidFill>
                <a:latin typeface="Libre Franklin"/>
                <a:ea typeface="Libre Franklin"/>
                <a:cs typeface="Libre Franklin"/>
                <a:sym typeface="Libre Franklin"/>
              </a:rPr>
              <a:t>Väder och vind, Kyleffekt</a:t>
            </a:r>
            <a:endParaRPr/>
          </a:p>
        </p:txBody>
      </p:sp>
      <p:pic>
        <p:nvPicPr>
          <p:cNvPr id="1931" name="Google Shape;1931;p247"/>
          <p:cNvPicPr preferRelativeResize="0"/>
          <p:nvPr>
            <p:ph idx="1" type="body"/>
          </p:nvPr>
        </p:nvPicPr>
        <p:blipFill rotWithShape="1">
          <a:blip r:embed="rId3">
            <a:alphaModFix/>
          </a:blip>
          <a:srcRect b="0" l="0" r="0" t="0"/>
          <a:stretch/>
        </p:blipFill>
        <p:spPr>
          <a:xfrm>
            <a:off x="755650" y="1773237"/>
            <a:ext cx="7627937" cy="4464050"/>
          </a:xfrm>
          <a:prstGeom prst="rect">
            <a:avLst/>
          </a:prstGeom>
          <a:noFill/>
          <a:ln>
            <a:noFill/>
          </a:ln>
        </p:spPr>
      </p:pic>
      <p:sp>
        <p:nvSpPr>
          <p:cNvPr id="1932" name="Google Shape;1932;p247"/>
          <p:cNvSpPr/>
          <p:nvPr/>
        </p:nvSpPr>
        <p:spPr>
          <a:xfrm>
            <a:off x="5148262" y="2852737"/>
            <a:ext cx="431800" cy="288925"/>
          </a:xfrm>
          <a:prstGeom prst="ellipse">
            <a:avLst/>
          </a:prstGeom>
          <a:solidFill>
            <a:srgbClr val="E1E0E0">
              <a:alpha val="19608"/>
            </a:srgbClr>
          </a:solidFill>
          <a:ln cap="flat" cmpd="sng" w="127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33" name="Google Shape;1933;p247"/>
          <p:cNvSpPr/>
          <p:nvPr/>
        </p:nvSpPr>
        <p:spPr>
          <a:xfrm>
            <a:off x="5148262" y="3789362"/>
            <a:ext cx="431800" cy="287337"/>
          </a:xfrm>
          <a:prstGeom prst="ellipse">
            <a:avLst/>
          </a:prstGeom>
          <a:solidFill>
            <a:srgbClr val="E1E0E0">
              <a:alpha val="19608"/>
            </a:srgbClr>
          </a:solidFill>
          <a:ln cap="flat" cmpd="sng" w="127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34" name="Google Shape;1934;p247"/>
          <p:cNvSpPr/>
          <p:nvPr/>
        </p:nvSpPr>
        <p:spPr>
          <a:xfrm>
            <a:off x="4140200" y="4437062"/>
            <a:ext cx="477837" cy="285750"/>
          </a:xfrm>
          <a:prstGeom prst="ellipse">
            <a:avLst/>
          </a:prstGeom>
          <a:solidFill>
            <a:srgbClr val="E1E0E0">
              <a:alpha val="19608"/>
            </a:srgbClr>
          </a:solidFill>
          <a:ln cap="flat" cmpd="sng" w="127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35" name="Google Shape;1935;p247"/>
          <p:cNvSpPr/>
          <p:nvPr/>
        </p:nvSpPr>
        <p:spPr>
          <a:xfrm>
            <a:off x="2627312" y="4437062"/>
            <a:ext cx="477837" cy="285750"/>
          </a:xfrm>
          <a:prstGeom prst="ellipse">
            <a:avLst/>
          </a:prstGeom>
          <a:solidFill>
            <a:srgbClr val="E1E0E0">
              <a:alpha val="19608"/>
            </a:srgbClr>
          </a:solidFill>
          <a:ln cap="flat" cmpd="sng" w="12700">
            <a:solidFill>
              <a:srgbClr val="FF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36" name="Google Shape;1936;p247"/>
          <p:cNvSpPr txBox="1"/>
          <p:nvPr/>
        </p:nvSpPr>
        <p:spPr>
          <a:xfrm>
            <a:off x="363600" y="6237275"/>
            <a:ext cx="12120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ibre Baskerville"/>
                <a:ea typeface="Libre Baskerville"/>
                <a:cs typeface="Libre Baskerville"/>
                <a:sym typeface="Libre Baskerville"/>
              </a:rPr>
              <a:t>sid 45</a:t>
            </a:r>
            <a:endParaRPr>
              <a:latin typeface="Libre Baskerville"/>
              <a:ea typeface="Libre Baskerville"/>
              <a:cs typeface="Libre Baskerville"/>
              <a:sym typeface="Libre Baskervill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32"/>
                                        </p:tgtEl>
                                        <p:attrNameLst>
                                          <p:attrName>style.visibility</p:attrName>
                                        </p:attrNameLst>
                                      </p:cBhvr>
                                      <p:to>
                                        <p:strVal val="visible"/>
                                      </p:to>
                                    </p:set>
                                    <p:anim calcmode="lin" valueType="num">
                                      <p:cBhvr additive="base">
                                        <p:cTn dur="500"/>
                                        <p:tgtEl>
                                          <p:spTgt spid="193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33"/>
                                        </p:tgtEl>
                                        <p:attrNameLst>
                                          <p:attrName>style.visibility</p:attrName>
                                        </p:attrNameLst>
                                      </p:cBhvr>
                                      <p:to>
                                        <p:strVal val="visible"/>
                                      </p:to>
                                    </p:set>
                                    <p:anim calcmode="lin" valueType="num">
                                      <p:cBhvr additive="base">
                                        <p:cTn dur="500"/>
                                        <p:tgtEl>
                                          <p:spTgt spid="193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34"/>
                                        </p:tgtEl>
                                        <p:attrNameLst>
                                          <p:attrName>style.visibility</p:attrName>
                                        </p:attrNameLst>
                                      </p:cBhvr>
                                      <p:to>
                                        <p:strVal val="visible"/>
                                      </p:to>
                                    </p:set>
                                    <p:anim calcmode="lin" valueType="num">
                                      <p:cBhvr additive="base">
                                        <p:cTn dur="500"/>
                                        <p:tgtEl>
                                          <p:spTgt spid="193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35"/>
                                        </p:tgtEl>
                                        <p:attrNameLst>
                                          <p:attrName>style.visibility</p:attrName>
                                        </p:attrNameLst>
                                      </p:cBhvr>
                                      <p:to>
                                        <p:strVal val="visible"/>
                                      </p:to>
                                    </p:set>
                                    <p:anim calcmode="lin" valueType="num">
                                      <p:cBhvr additive="base">
                                        <p:cTn dur="500"/>
                                        <p:tgtEl>
                                          <p:spTgt spid="193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0" name="Shape 1940"/>
        <p:cNvGrpSpPr/>
        <p:nvPr/>
      </p:nvGrpSpPr>
      <p:grpSpPr>
        <a:xfrm>
          <a:off x="0" y="0"/>
          <a:ext cx="0" cy="0"/>
          <a:chOff x="0" y="0"/>
          <a:chExt cx="0" cy="0"/>
        </a:xfrm>
      </p:grpSpPr>
      <p:sp>
        <p:nvSpPr>
          <p:cNvPr id="1941" name="Google Shape;1941;p248"/>
          <p:cNvSpPr txBox="1"/>
          <p:nvPr>
            <p:ph idx="4294967295"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b="1" i="0" lang="en-US" sz="4100" u="none" cap="none" strike="noStrike">
                <a:solidFill>
                  <a:schemeClr val="dk2"/>
                </a:solidFill>
                <a:latin typeface="Lucida Sans"/>
                <a:ea typeface="Lucida Sans"/>
                <a:cs typeface="Lucida Sans"/>
                <a:sym typeface="Lucida Sans"/>
              </a:rPr>
              <a:t>Kylskada</a:t>
            </a:r>
            <a:endParaRPr/>
          </a:p>
        </p:txBody>
      </p:sp>
      <p:pic>
        <p:nvPicPr>
          <p:cNvPr descr="Kylskada.jpg" id="1942" name="Google Shape;1942;p248"/>
          <p:cNvPicPr preferRelativeResize="0"/>
          <p:nvPr>
            <p:ph idx="2" type="clipArt"/>
          </p:nvPr>
        </p:nvPicPr>
        <p:blipFill rotWithShape="1">
          <a:blip r:embed="rId3">
            <a:alphaModFix/>
          </a:blip>
          <a:srcRect b="0" l="0" r="0" t="0"/>
          <a:stretch/>
        </p:blipFill>
        <p:spPr>
          <a:xfrm>
            <a:off x="685800" y="2609850"/>
            <a:ext cx="3810000" cy="2857500"/>
          </a:xfrm>
          <a:prstGeom prst="rect">
            <a:avLst/>
          </a:prstGeom>
          <a:noFill/>
          <a:ln>
            <a:noFill/>
          </a:ln>
        </p:spPr>
      </p:pic>
      <p:sp>
        <p:nvSpPr>
          <p:cNvPr id="1943" name="Google Shape;1943;p248"/>
          <p:cNvSpPr txBox="1"/>
          <p:nvPr>
            <p:ph idx="1" type="body"/>
          </p:nvPr>
        </p:nvSpPr>
        <p:spPr>
          <a:xfrm>
            <a:off x="5580062" y="2205037"/>
            <a:ext cx="3240087" cy="3890962"/>
          </a:xfrm>
          <a:prstGeom prst="rect">
            <a:avLst/>
          </a:prstGeom>
          <a:noFill/>
          <a:ln>
            <a:noFill/>
          </a:ln>
        </p:spPr>
        <p:txBody>
          <a:bodyPr anchorCtr="0" anchor="t" bIns="45700" lIns="91425" spcFirstLastPara="1" rIns="91425" wrap="square" tIns="45700">
            <a:noAutofit/>
          </a:bodyPr>
          <a:lstStyle/>
          <a:p>
            <a:pPr indent="-255587" lvl="0" marL="365125" rtl="0" algn="l">
              <a:lnSpc>
                <a:spcPct val="100000"/>
              </a:lnSpc>
              <a:spcBef>
                <a:spcPts val="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Värm skadan med din egen hand.</a:t>
            </a:r>
            <a:endParaRPr/>
          </a:p>
          <a:p>
            <a:pPr indent="-255587" lvl="0" marL="365125"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Värm händer och fötter i armhålan.</a:t>
            </a:r>
            <a:endParaRPr/>
          </a:p>
          <a:p>
            <a:pPr indent="-255587" lvl="0" marL="365125"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Ingen alkohol.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3">
                                            <p:txEl>
                                              <p:pRg end="0" st="0"/>
                                            </p:txEl>
                                          </p:spTgt>
                                        </p:tgtEl>
                                        <p:attrNameLst>
                                          <p:attrName>style.visibility</p:attrName>
                                        </p:attrNameLst>
                                      </p:cBhvr>
                                      <p:to>
                                        <p:strVal val="visible"/>
                                      </p:to>
                                    </p:set>
                                    <p:animEffect filter="fade" transition="in">
                                      <p:cBhvr>
                                        <p:cTn dur="500"/>
                                        <p:tgtEl>
                                          <p:spTgt spid="19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3">
                                            <p:txEl>
                                              <p:pRg end="1" st="1"/>
                                            </p:txEl>
                                          </p:spTgt>
                                        </p:tgtEl>
                                        <p:attrNameLst>
                                          <p:attrName>style.visibility</p:attrName>
                                        </p:attrNameLst>
                                      </p:cBhvr>
                                      <p:to>
                                        <p:strVal val="visible"/>
                                      </p:to>
                                    </p:set>
                                    <p:animEffect filter="fade" transition="in">
                                      <p:cBhvr>
                                        <p:cTn dur="500"/>
                                        <p:tgtEl>
                                          <p:spTgt spid="19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3">
                                            <p:txEl>
                                              <p:pRg end="2" st="2"/>
                                            </p:txEl>
                                          </p:spTgt>
                                        </p:tgtEl>
                                        <p:attrNameLst>
                                          <p:attrName>style.visibility</p:attrName>
                                        </p:attrNameLst>
                                      </p:cBhvr>
                                      <p:to>
                                        <p:strVal val="visible"/>
                                      </p:to>
                                    </p:set>
                                    <p:animEffect filter="fade" transition="in">
                                      <p:cBhvr>
                                        <p:cTn dur="500"/>
                                        <p:tgtEl>
                                          <p:spTgt spid="1943">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7" name="Shape 1947"/>
        <p:cNvGrpSpPr/>
        <p:nvPr/>
      </p:nvGrpSpPr>
      <p:grpSpPr>
        <a:xfrm>
          <a:off x="0" y="0"/>
          <a:ext cx="0" cy="0"/>
          <a:chOff x="0" y="0"/>
          <a:chExt cx="0" cy="0"/>
        </a:xfrm>
      </p:grpSpPr>
      <p:sp>
        <p:nvSpPr>
          <p:cNvPr id="1948" name="Google Shape;1948;p249"/>
          <p:cNvSpPr txBox="1"/>
          <p:nvPr>
            <p:ph type="title"/>
          </p:nvPr>
        </p:nvSpPr>
        <p:spPr>
          <a:xfrm>
            <a:off x="457200" y="1143000"/>
            <a:ext cx="8229600" cy="91757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rebuchet MS"/>
              <a:buNone/>
            </a:pPr>
            <a:r>
              <a:rPr b="0" i="0" lang="en-US" sz="4000" u="none">
                <a:solidFill>
                  <a:schemeClr val="dk2"/>
                </a:solidFill>
                <a:latin typeface="Trebuchet MS"/>
                <a:ea typeface="Trebuchet MS"/>
                <a:cs typeface="Trebuchet MS"/>
                <a:sym typeface="Trebuchet MS"/>
              </a:rPr>
              <a:t>Grundutrustning</a:t>
            </a:r>
            <a:endParaRPr/>
          </a:p>
        </p:txBody>
      </p:sp>
      <p:pic>
        <p:nvPicPr>
          <p:cNvPr descr="startsnöre.jpg" id="1949" name="Google Shape;1949;p249"/>
          <p:cNvPicPr preferRelativeResize="0"/>
          <p:nvPr/>
        </p:nvPicPr>
        <p:blipFill rotWithShape="1">
          <a:blip r:embed="rId3">
            <a:alphaModFix/>
          </a:blip>
          <a:srcRect b="0" l="0" r="0" t="0"/>
          <a:stretch/>
        </p:blipFill>
        <p:spPr>
          <a:xfrm>
            <a:off x="539750" y="2492375"/>
            <a:ext cx="792162" cy="762000"/>
          </a:xfrm>
          <a:prstGeom prst="rect">
            <a:avLst/>
          </a:prstGeom>
          <a:noFill/>
          <a:ln>
            <a:noFill/>
          </a:ln>
        </p:spPr>
      </p:pic>
      <p:pic>
        <p:nvPicPr>
          <p:cNvPr descr="Instruktionsbok H-D.jpg" id="1950" name="Google Shape;1950;p249"/>
          <p:cNvPicPr preferRelativeResize="0"/>
          <p:nvPr/>
        </p:nvPicPr>
        <p:blipFill rotWithShape="1">
          <a:blip r:embed="rId4">
            <a:alphaModFix/>
          </a:blip>
          <a:srcRect b="0" l="0" r="0" t="0"/>
          <a:stretch/>
        </p:blipFill>
        <p:spPr>
          <a:xfrm>
            <a:off x="1476375" y="2205037"/>
            <a:ext cx="1651000" cy="1052512"/>
          </a:xfrm>
          <a:prstGeom prst="rect">
            <a:avLst/>
          </a:prstGeom>
          <a:noFill/>
          <a:ln>
            <a:noFill/>
          </a:ln>
        </p:spPr>
      </p:pic>
      <p:pic>
        <p:nvPicPr>
          <p:cNvPr descr="isdubbar" id="1951" name="Google Shape;1951;p249"/>
          <p:cNvPicPr preferRelativeResize="0"/>
          <p:nvPr/>
        </p:nvPicPr>
        <p:blipFill rotWithShape="1">
          <a:blip r:embed="rId5">
            <a:alphaModFix/>
          </a:blip>
          <a:srcRect b="0" l="0" r="0" t="0"/>
          <a:stretch/>
        </p:blipFill>
        <p:spPr>
          <a:xfrm>
            <a:off x="3203575" y="2284412"/>
            <a:ext cx="936625" cy="800100"/>
          </a:xfrm>
          <a:prstGeom prst="rect">
            <a:avLst/>
          </a:prstGeom>
          <a:noFill/>
          <a:ln>
            <a:noFill/>
          </a:ln>
        </p:spPr>
      </p:pic>
      <p:pic>
        <p:nvPicPr>
          <p:cNvPr descr="Första förband.png" id="1952" name="Google Shape;1952;p249"/>
          <p:cNvPicPr preferRelativeResize="0"/>
          <p:nvPr/>
        </p:nvPicPr>
        <p:blipFill rotWithShape="1">
          <a:blip r:embed="rId6">
            <a:alphaModFix/>
          </a:blip>
          <a:srcRect b="16813" l="5310" r="0" t="19468"/>
          <a:stretch/>
        </p:blipFill>
        <p:spPr>
          <a:xfrm>
            <a:off x="4643437" y="2133600"/>
            <a:ext cx="2160587" cy="1452562"/>
          </a:xfrm>
          <a:prstGeom prst="rect">
            <a:avLst/>
          </a:prstGeom>
          <a:noFill/>
          <a:ln>
            <a:noFill/>
          </a:ln>
        </p:spPr>
      </p:pic>
      <p:pic>
        <p:nvPicPr>
          <p:cNvPr descr="karta, kompass" id="1953" name="Google Shape;1953;p249"/>
          <p:cNvPicPr preferRelativeResize="0"/>
          <p:nvPr/>
        </p:nvPicPr>
        <p:blipFill rotWithShape="1">
          <a:blip r:embed="rId7">
            <a:alphaModFix/>
          </a:blip>
          <a:srcRect b="0" l="0" r="0" t="0"/>
          <a:stretch/>
        </p:blipFill>
        <p:spPr>
          <a:xfrm>
            <a:off x="6875462" y="2349500"/>
            <a:ext cx="1152525" cy="1150937"/>
          </a:xfrm>
          <a:prstGeom prst="rect">
            <a:avLst/>
          </a:prstGeom>
          <a:noFill/>
          <a:ln>
            <a:noFill/>
          </a:ln>
        </p:spPr>
      </p:pic>
      <p:pic>
        <p:nvPicPr>
          <p:cNvPr descr="Variatorrem.jpg" id="1954" name="Google Shape;1954;p249"/>
          <p:cNvPicPr preferRelativeResize="0"/>
          <p:nvPr/>
        </p:nvPicPr>
        <p:blipFill rotWithShape="1">
          <a:blip r:embed="rId8">
            <a:alphaModFix/>
          </a:blip>
          <a:srcRect b="30456" l="7614" r="10659" t="28425"/>
          <a:stretch/>
        </p:blipFill>
        <p:spPr>
          <a:xfrm>
            <a:off x="323850" y="3429000"/>
            <a:ext cx="2576512" cy="1295400"/>
          </a:xfrm>
          <a:prstGeom prst="rect">
            <a:avLst/>
          </a:prstGeom>
          <a:noFill/>
          <a:ln>
            <a:noFill/>
          </a:ln>
        </p:spPr>
      </p:pic>
      <p:pic>
        <p:nvPicPr>
          <p:cNvPr descr="tändstift.gif" id="1955" name="Google Shape;1955;p249"/>
          <p:cNvPicPr preferRelativeResize="0"/>
          <p:nvPr/>
        </p:nvPicPr>
        <p:blipFill rotWithShape="1">
          <a:blip r:embed="rId9">
            <a:alphaModFix/>
          </a:blip>
          <a:srcRect b="0" l="0" r="0" t="0"/>
          <a:stretch/>
        </p:blipFill>
        <p:spPr>
          <a:xfrm rot="-1920000">
            <a:off x="6151562" y="3613150"/>
            <a:ext cx="633412" cy="717550"/>
          </a:xfrm>
          <a:prstGeom prst="rect">
            <a:avLst/>
          </a:prstGeom>
          <a:noFill/>
          <a:ln>
            <a:noFill/>
          </a:ln>
        </p:spPr>
      </p:pic>
      <p:pic>
        <p:nvPicPr>
          <p:cNvPr descr="Verktyg grund.jpg" id="1956" name="Google Shape;1956;p249"/>
          <p:cNvPicPr preferRelativeResize="0"/>
          <p:nvPr/>
        </p:nvPicPr>
        <p:blipFill rotWithShape="1">
          <a:blip r:embed="rId10">
            <a:alphaModFix/>
          </a:blip>
          <a:srcRect b="0" l="0" r="0" t="0"/>
          <a:stretch/>
        </p:blipFill>
        <p:spPr>
          <a:xfrm>
            <a:off x="3059112" y="3213100"/>
            <a:ext cx="1598612" cy="1597025"/>
          </a:xfrm>
          <a:prstGeom prst="rect">
            <a:avLst/>
          </a:prstGeom>
          <a:noFill/>
          <a:ln>
            <a:noFill/>
          </a:ln>
        </p:spPr>
      </p:pic>
      <p:pic>
        <p:nvPicPr>
          <p:cNvPr descr="Skoterhandskar.png" id="1957" name="Google Shape;1957;p249"/>
          <p:cNvPicPr preferRelativeResize="0"/>
          <p:nvPr/>
        </p:nvPicPr>
        <p:blipFill rotWithShape="1">
          <a:blip r:embed="rId11">
            <a:alphaModFix/>
          </a:blip>
          <a:srcRect b="0" l="17189" r="25300" t="0"/>
          <a:stretch/>
        </p:blipFill>
        <p:spPr>
          <a:xfrm>
            <a:off x="4643437" y="3429000"/>
            <a:ext cx="876300" cy="1503362"/>
          </a:xfrm>
          <a:prstGeom prst="rect">
            <a:avLst/>
          </a:prstGeom>
          <a:noFill/>
          <a:ln>
            <a:noFill/>
          </a:ln>
        </p:spPr>
      </p:pic>
      <p:pic>
        <p:nvPicPr>
          <p:cNvPr descr="Sockar Aklima.png" id="1958" name="Google Shape;1958;p249"/>
          <p:cNvPicPr preferRelativeResize="0"/>
          <p:nvPr/>
        </p:nvPicPr>
        <p:blipFill rotWithShape="1">
          <a:blip r:embed="rId12">
            <a:alphaModFix/>
          </a:blip>
          <a:srcRect b="0" l="0" r="0" t="0"/>
          <a:stretch/>
        </p:blipFill>
        <p:spPr>
          <a:xfrm>
            <a:off x="5364162" y="3573462"/>
            <a:ext cx="936625" cy="1506537"/>
          </a:xfrm>
          <a:prstGeom prst="rect">
            <a:avLst/>
          </a:prstGeom>
          <a:noFill/>
          <a:ln>
            <a:noFill/>
          </a:ln>
        </p:spPr>
      </p:pic>
      <p:pic>
        <p:nvPicPr>
          <p:cNvPr descr="Kniv Yxa.jpg" id="1959" name="Google Shape;1959;p249"/>
          <p:cNvPicPr preferRelativeResize="0"/>
          <p:nvPr/>
        </p:nvPicPr>
        <p:blipFill rotWithShape="1">
          <a:blip r:embed="rId13">
            <a:alphaModFix/>
          </a:blip>
          <a:srcRect b="0" l="0" r="0" t="0"/>
          <a:stretch/>
        </p:blipFill>
        <p:spPr>
          <a:xfrm rot="1260000">
            <a:off x="6858000" y="3554412"/>
            <a:ext cx="1622425" cy="706437"/>
          </a:xfrm>
          <a:prstGeom prst="rect">
            <a:avLst/>
          </a:prstGeom>
          <a:noFill/>
          <a:ln>
            <a:noFill/>
          </a:ln>
        </p:spPr>
      </p:pic>
      <p:pic>
        <p:nvPicPr>
          <p:cNvPr descr="Spade.jpg" id="1960" name="Google Shape;1960;p249"/>
          <p:cNvPicPr preferRelativeResize="0"/>
          <p:nvPr/>
        </p:nvPicPr>
        <p:blipFill rotWithShape="1">
          <a:blip r:embed="rId14">
            <a:alphaModFix/>
          </a:blip>
          <a:srcRect b="19999" l="4443" r="2903" t="17778"/>
          <a:stretch/>
        </p:blipFill>
        <p:spPr>
          <a:xfrm>
            <a:off x="471487" y="4437062"/>
            <a:ext cx="2486025" cy="1663700"/>
          </a:xfrm>
          <a:prstGeom prst="rect">
            <a:avLst/>
          </a:prstGeom>
          <a:noFill/>
          <a:ln>
            <a:noFill/>
          </a:ln>
        </p:spPr>
      </p:pic>
      <p:pic>
        <p:nvPicPr>
          <p:cNvPr descr="silvertejp.jpg" id="1961" name="Google Shape;1961;p249"/>
          <p:cNvPicPr preferRelativeResize="0"/>
          <p:nvPr/>
        </p:nvPicPr>
        <p:blipFill rotWithShape="1">
          <a:blip r:embed="rId15">
            <a:alphaModFix/>
          </a:blip>
          <a:srcRect b="0" l="0" r="0" t="0"/>
          <a:stretch/>
        </p:blipFill>
        <p:spPr>
          <a:xfrm>
            <a:off x="3851275" y="5084762"/>
            <a:ext cx="1081087" cy="1000125"/>
          </a:xfrm>
          <a:prstGeom prst="rect">
            <a:avLst/>
          </a:prstGeom>
          <a:noFill/>
          <a:ln>
            <a:noFill/>
          </a:ln>
        </p:spPr>
      </p:pic>
      <p:pic>
        <p:nvPicPr>
          <p:cNvPr descr="Mobiltelefoner.jpg" id="1962" name="Google Shape;1962;p249"/>
          <p:cNvPicPr preferRelativeResize="0"/>
          <p:nvPr/>
        </p:nvPicPr>
        <p:blipFill rotWithShape="1">
          <a:blip r:embed="rId16">
            <a:alphaModFix/>
          </a:blip>
          <a:srcRect b="0" l="0" r="0" t="0"/>
          <a:stretch/>
        </p:blipFill>
        <p:spPr>
          <a:xfrm>
            <a:off x="5219700" y="5229225"/>
            <a:ext cx="1436687" cy="863600"/>
          </a:xfrm>
          <a:prstGeom prst="rect">
            <a:avLst/>
          </a:prstGeom>
          <a:noFill/>
          <a:ln>
            <a:noFill/>
          </a:ln>
        </p:spPr>
      </p:pic>
      <p:pic>
        <p:nvPicPr>
          <p:cNvPr descr="Rygga.bmp" id="1963" name="Google Shape;1963;p249"/>
          <p:cNvPicPr preferRelativeResize="0"/>
          <p:nvPr/>
        </p:nvPicPr>
        <p:blipFill rotWithShape="1">
          <a:blip r:embed="rId17">
            <a:alphaModFix/>
          </a:blip>
          <a:srcRect b="45588" l="29804" r="32829" t="10478"/>
          <a:stretch/>
        </p:blipFill>
        <p:spPr>
          <a:xfrm>
            <a:off x="7019925" y="4797425"/>
            <a:ext cx="1081087" cy="1757362"/>
          </a:xfrm>
          <a:prstGeom prst="rect">
            <a:avLst/>
          </a:prstGeom>
          <a:noFill/>
          <a:ln>
            <a:noFill/>
          </a:ln>
        </p:spPr>
      </p:pic>
      <p:sp>
        <p:nvSpPr>
          <p:cNvPr id="1964" name="Google Shape;1964;p249"/>
          <p:cNvSpPr txBox="1"/>
          <p:nvPr/>
        </p:nvSpPr>
        <p:spPr>
          <a:xfrm>
            <a:off x="0" y="0"/>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65" name="Google Shape;1965;p249"/>
          <p:cNvSpPr txBox="1"/>
          <p:nvPr/>
        </p:nvSpPr>
        <p:spPr>
          <a:xfrm>
            <a:off x="0" y="933450"/>
            <a:ext cx="9144000" cy="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a:solidFill>
                  <a:schemeClr val="dk1"/>
                </a:solidFill>
                <a:latin typeface="Calibri"/>
                <a:ea typeface="Calibri"/>
                <a:cs typeface="Calibri"/>
                <a:sym typeface="Calibri"/>
              </a:rPr>
              <a:t>   </a:t>
            </a:r>
            <a:endParaRPr/>
          </a:p>
        </p:txBody>
      </p:sp>
      <p:sp>
        <p:nvSpPr>
          <p:cNvPr id="1966" name="Google Shape;1966;p249"/>
          <p:cNvSpPr txBox="1"/>
          <p:nvPr/>
        </p:nvSpPr>
        <p:spPr>
          <a:xfrm>
            <a:off x="0" y="1619250"/>
            <a:ext cx="9144000" cy="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a:solidFill>
                  <a:schemeClr val="dk1"/>
                </a:solidFill>
                <a:latin typeface="Calibri"/>
                <a:ea typeface="Calibri"/>
                <a:cs typeface="Calibri"/>
                <a:sym typeface="Calibri"/>
              </a:rPr>
              <a:t>  </a:t>
            </a:r>
            <a:endParaRPr/>
          </a:p>
        </p:txBody>
      </p:sp>
      <p:sp>
        <p:nvSpPr>
          <p:cNvPr id="1967" name="Google Shape;1967;p249"/>
          <p:cNvSpPr txBox="1"/>
          <p:nvPr/>
        </p:nvSpPr>
        <p:spPr>
          <a:xfrm>
            <a:off x="0" y="459105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68" name="Google Shape;1968;p249"/>
          <p:cNvSpPr txBox="1"/>
          <p:nvPr/>
        </p:nvSpPr>
        <p:spPr>
          <a:xfrm>
            <a:off x="0" y="5324475"/>
            <a:ext cx="9144000" cy="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Calibri"/>
              <a:buNone/>
            </a:pPr>
            <a:r>
              <a:rPr b="0" i="0" lang="en-US" sz="1100" u="none">
                <a:solidFill>
                  <a:schemeClr val="dk1"/>
                </a:solidFill>
                <a:latin typeface="Calibri"/>
                <a:ea typeface="Calibri"/>
                <a:cs typeface="Calibri"/>
                <a:sym typeface="Calibri"/>
              </a:rPr>
              <a:t>  </a:t>
            </a:r>
            <a:endParaRPr/>
          </a:p>
        </p:txBody>
      </p:sp>
      <p:sp>
        <p:nvSpPr>
          <p:cNvPr id="1969" name="Google Shape;1969;p249"/>
          <p:cNvSpPr txBox="1"/>
          <p:nvPr/>
        </p:nvSpPr>
        <p:spPr>
          <a:xfrm>
            <a:off x="0" y="7043737"/>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descr="Pannlampa.jpg" id="1970" name="Google Shape;1970;p249"/>
          <p:cNvPicPr preferRelativeResize="0"/>
          <p:nvPr/>
        </p:nvPicPr>
        <p:blipFill rotWithShape="1">
          <a:blip r:embed="rId18">
            <a:alphaModFix/>
          </a:blip>
          <a:srcRect b="0" l="0" r="0" t="0"/>
          <a:stretch/>
        </p:blipFill>
        <p:spPr>
          <a:xfrm>
            <a:off x="2124075" y="5013325"/>
            <a:ext cx="1747837" cy="149066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9"/>
                                        </p:tgtEl>
                                        <p:attrNameLst>
                                          <p:attrName>style.visibility</p:attrName>
                                        </p:attrNameLst>
                                      </p:cBhvr>
                                      <p:to>
                                        <p:strVal val="visible"/>
                                      </p:to>
                                    </p:set>
                                    <p:animEffect filter="fade" transition="in">
                                      <p:cBhvr>
                                        <p:cTn dur="500"/>
                                        <p:tgtEl>
                                          <p:spTgt spid="19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0"/>
                                        </p:tgtEl>
                                        <p:attrNameLst>
                                          <p:attrName>style.visibility</p:attrName>
                                        </p:attrNameLst>
                                      </p:cBhvr>
                                      <p:to>
                                        <p:strVal val="visible"/>
                                      </p:to>
                                    </p:set>
                                    <p:animEffect filter="fade" transition="in">
                                      <p:cBhvr>
                                        <p:cTn dur="500"/>
                                        <p:tgtEl>
                                          <p:spTgt spid="19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1"/>
                                        </p:tgtEl>
                                        <p:attrNameLst>
                                          <p:attrName>style.visibility</p:attrName>
                                        </p:attrNameLst>
                                      </p:cBhvr>
                                      <p:to>
                                        <p:strVal val="visible"/>
                                      </p:to>
                                    </p:set>
                                    <p:animEffect filter="fade" transition="in">
                                      <p:cBhvr>
                                        <p:cTn dur="500"/>
                                        <p:tgtEl>
                                          <p:spTgt spid="19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2"/>
                                        </p:tgtEl>
                                        <p:attrNameLst>
                                          <p:attrName>style.visibility</p:attrName>
                                        </p:attrNameLst>
                                      </p:cBhvr>
                                      <p:to>
                                        <p:strVal val="visible"/>
                                      </p:to>
                                    </p:set>
                                    <p:animEffect filter="fade" transition="in">
                                      <p:cBhvr>
                                        <p:cTn dur="500"/>
                                        <p:tgtEl>
                                          <p:spTgt spid="19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3"/>
                                        </p:tgtEl>
                                        <p:attrNameLst>
                                          <p:attrName>style.visibility</p:attrName>
                                        </p:attrNameLst>
                                      </p:cBhvr>
                                      <p:to>
                                        <p:strVal val="visible"/>
                                      </p:to>
                                    </p:set>
                                    <p:animEffect filter="fade" transition="in">
                                      <p:cBhvr>
                                        <p:cTn dur="500"/>
                                        <p:tgtEl>
                                          <p:spTgt spid="19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500"/>
                                        <p:tgtEl>
                                          <p:spTgt spid="19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6"/>
                                        </p:tgtEl>
                                        <p:attrNameLst>
                                          <p:attrName>style.visibility</p:attrName>
                                        </p:attrNameLst>
                                      </p:cBhvr>
                                      <p:to>
                                        <p:strVal val="visible"/>
                                      </p:to>
                                    </p:set>
                                    <p:animEffect filter="fade" transition="in">
                                      <p:cBhvr>
                                        <p:cTn dur="500"/>
                                        <p:tgtEl>
                                          <p:spTgt spid="19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7"/>
                                        </p:tgtEl>
                                        <p:attrNameLst>
                                          <p:attrName>style.visibility</p:attrName>
                                        </p:attrNameLst>
                                      </p:cBhvr>
                                      <p:to>
                                        <p:strVal val="visible"/>
                                      </p:to>
                                    </p:set>
                                    <p:animEffect filter="fade" transition="in">
                                      <p:cBhvr>
                                        <p:cTn dur="500"/>
                                        <p:tgtEl>
                                          <p:spTgt spid="19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8"/>
                                        </p:tgtEl>
                                        <p:attrNameLst>
                                          <p:attrName>style.visibility</p:attrName>
                                        </p:attrNameLst>
                                      </p:cBhvr>
                                      <p:to>
                                        <p:strVal val="visible"/>
                                      </p:to>
                                    </p:set>
                                    <p:animEffect filter="fade" transition="in">
                                      <p:cBhvr>
                                        <p:cTn dur="500"/>
                                        <p:tgtEl>
                                          <p:spTgt spid="19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5"/>
                                        </p:tgtEl>
                                        <p:attrNameLst>
                                          <p:attrName>style.visibility</p:attrName>
                                        </p:attrNameLst>
                                      </p:cBhvr>
                                      <p:to>
                                        <p:strVal val="visible"/>
                                      </p:to>
                                    </p:set>
                                    <p:animEffect filter="fade" transition="in">
                                      <p:cBhvr>
                                        <p:cTn dur="500"/>
                                        <p:tgtEl>
                                          <p:spTgt spid="19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9"/>
                                        </p:tgtEl>
                                        <p:attrNameLst>
                                          <p:attrName>style.visibility</p:attrName>
                                        </p:attrNameLst>
                                      </p:cBhvr>
                                      <p:to>
                                        <p:strVal val="visible"/>
                                      </p:to>
                                    </p:set>
                                    <p:animEffect filter="fade" transition="in">
                                      <p:cBhvr>
                                        <p:cTn dur="500"/>
                                        <p:tgtEl>
                                          <p:spTgt spid="19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0"/>
                                        </p:tgtEl>
                                        <p:attrNameLst>
                                          <p:attrName>style.visibility</p:attrName>
                                        </p:attrNameLst>
                                      </p:cBhvr>
                                      <p:to>
                                        <p:strVal val="visible"/>
                                      </p:to>
                                    </p:set>
                                    <p:animEffect filter="fade" transition="in">
                                      <p:cBhvr>
                                        <p:cTn dur="500"/>
                                        <p:tgtEl>
                                          <p:spTgt spid="19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0"/>
                                        </p:tgtEl>
                                        <p:attrNameLst>
                                          <p:attrName>style.visibility</p:attrName>
                                        </p:attrNameLst>
                                      </p:cBhvr>
                                      <p:to>
                                        <p:strVal val="visible"/>
                                      </p:to>
                                    </p:set>
                                    <p:animEffect filter="fade" transition="in">
                                      <p:cBhvr>
                                        <p:cTn dur="500"/>
                                        <p:tgtEl>
                                          <p:spTgt spid="19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1"/>
                                        </p:tgtEl>
                                        <p:attrNameLst>
                                          <p:attrName>style.visibility</p:attrName>
                                        </p:attrNameLst>
                                      </p:cBhvr>
                                      <p:to>
                                        <p:strVal val="visible"/>
                                      </p:to>
                                    </p:set>
                                    <p:animEffect filter="fade" transition="in">
                                      <p:cBhvr>
                                        <p:cTn dur="500"/>
                                        <p:tgtEl>
                                          <p:spTgt spid="19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2"/>
                                        </p:tgtEl>
                                        <p:attrNameLst>
                                          <p:attrName>style.visibility</p:attrName>
                                        </p:attrNameLst>
                                      </p:cBhvr>
                                      <p:to>
                                        <p:strVal val="visible"/>
                                      </p:to>
                                    </p:set>
                                    <p:animEffect filter="fade" transition="in">
                                      <p:cBhvr>
                                        <p:cTn dur="500"/>
                                        <p:tgtEl>
                                          <p:spTgt spid="19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3"/>
                                        </p:tgtEl>
                                        <p:attrNameLst>
                                          <p:attrName>style.visibility</p:attrName>
                                        </p:attrNameLst>
                                      </p:cBhvr>
                                      <p:to>
                                        <p:strVal val="visible"/>
                                      </p:to>
                                    </p:set>
                                    <p:animEffect filter="fade" transition="in">
                                      <p:cBhvr>
                                        <p:cTn dur="500"/>
                                        <p:tgtEl>
                                          <p:spTgt spid="19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5" name="Shape 1975"/>
        <p:cNvGrpSpPr/>
        <p:nvPr/>
      </p:nvGrpSpPr>
      <p:grpSpPr>
        <a:xfrm>
          <a:off x="0" y="0"/>
          <a:ext cx="0" cy="0"/>
          <a:chOff x="0" y="0"/>
          <a:chExt cx="0" cy="0"/>
        </a:xfrm>
      </p:grpSpPr>
      <p:sp>
        <p:nvSpPr>
          <p:cNvPr id="1976" name="Google Shape;1976;p250"/>
          <p:cNvSpPr txBox="1"/>
          <p:nvPr>
            <p:ph type="title"/>
          </p:nvPr>
        </p:nvSpPr>
        <p:spPr>
          <a:xfrm>
            <a:off x="685800" y="768350"/>
            <a:ext cx="7772400" cy="11430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chemeClr val="dk2"/>
              </a:buClr>
              <a:buSzPts val="3200"/>
              <a:buFont typeface="Bookman Old Style"/>
              <a:buNone/>
            </a:pPr>
            <a:r>
              <a:rPr b="0" i="0" lang="en-US" sz="3200" u="none">
                <a:solidFill>
                  <a:schemeClr val="dk2"/>
                </a:solidFill>
                <a:latin typeface="Bookman Old Style"/>
                <a:ea typeface="Bookman Old Style"/>
                <a:cs typeface="Bookman Old Style"/>
                <a:sym typeface="Bookman Old Style"/>
              </a:rPr>
              <a:t>Färdsäkerhet</a:t>
            </a:r>
            <a:endParaRPr/>
          </a:p>
        </p:txBody>
      </p:sp>
      <p:pic>
        <p:nvPicPr>
          <p:cNvPr descr="Helags.jpg" id="1977" name="Google Shape;1977;p250"/>
          <p:cNvPicPr preferRelativeResize="0"/>
          <p:nvPr>
            <p:ph idx="2" type="clipArt"/>
          </p:nvPr>
        </p:nvPicPr>
        <p:blipFill rotWithShape="1">
          <a:blip r:embed="rId3">
            <a:alphaModFix/>
          </a:blip>
          <a:srcRect b="0" l="0" r="0" t="0"/>
          <a:stretch/>
        </p:blipFill>
        <p:spPr>
          <a:xfrm>
            <a:off x="395287" y="2060575"/>
            <a:ext cx="4176712" cy="3600450"/>
          </a:xfrm>
          <a:prstGeom prst="rect">
            <a:avLst/>
          </a:prstGeom>
          <a:noFill/>
          <a:ln>
            <a:noFill/>
          </a:ln>
        </p:spPr>
      </p:pic>
      <p:sp>
        <p:nvSpPr>
          <p:cNvPr id="1978" name="Google Shape;1978;p250"/>
          <p:cNvSpPr txBox="1"/>
          <p:nvPr>
            <p:ph idx="1" type="body"/>
          </p:nvPr>
        </p:nvSpPr>
        <p:spPr>
          <a:xfrm>
            <a:off x="4648200" y="1981200"/>
            <a:ext cx="4244975" cy="4114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chemeClr val="accent1"/>
              </a:buClr>
              <a:buSzPts val="2128"/>
              <a:buFont typeface="Noto Sans Symbols"/>
              <a:buChar char="🞂"/>
            </a:pPr>
            <a:r>
              <a:rPr b="0" i="0" lang="en-US" sz="2800" u="none">
                <a:solidFill>
                  <a:schemeClr val="dk1"/>
                </a:solidFill>
                <a:latin typeface="Gill Sans"/>
                <a:ea typeface="Gill Sans"/>
                <a:cs typeface="Gill Sans"/>
                <a:sym typeface="Gill Sans"/>
              </a:rPr>
              <a:t>Planera åkturen väl.</a:t>
            </a:r>
            <a:endParaRPr/>
          </a:p>
          <a:p>
            <a:pPr indent="-273050" lvl="0" marL="273050" rtl="0" algn="l">
              <a:lnSpc>
                <a:spcPct val="100000"/>
              </a:lnSpc>
              <a:spcBef>
                <a:spcPts val="600"/>
              </a:spcBef>
              <a:spcAft>
                <a:spcPts val="0"/>
              </a:spcAft>
              <a:buClr>
                <a:schemeClr val="accent1"/>
              </a:buClr>
              <a:buSzPts val="2128"/>
              <a:buFont typeface="Noto Sans Symbols"/>
              <a:buChar char="🞂"/>
            </a:pPr>
            <a:r>
              <a:rPr b="0" i="0" lang="en-US" sz="2800" u="none">
                <a:solidFill>
                  <a:schemeClr val="dk1"/>
                </a:solidFill>
                <a:latin typeface="Gill Sans"/>
                <a:ea typeface="Gill Sans"/>
                <a:cs typeface="Gill Sans"/>
                <a:sym typeface="Gill Sans"/>
              </a:rPr>
              <a:t>Åk aldrig ensam.</a:t>
            </a:r>
            <a:endParaRPr/>
          </a:p>
          <a:p>
            <a:pPr indent="-273050" lvl="0" marL="273050" rtl="0" algn="l">
              <a:lnSpc>
                <a:spcPct val="100000"/>
              </a:lnSpc>
              <a:spcBef>
                <a:spcPts val="600"/>
              </a:spcBef>
              <a:spcAft>
                <a:spcPts val="0"/>
              </a:spcAft>
              <a:buClr>
                <a:schemeClr val="accent1"/>
              </a:buClr>
              <a:buSzPts val="2128"/>
              <a:buFont typeface="Noto Sans Symbols"/>
              <a:buChar char="🞂"/>
            </a:pPr>
            <a:r>
              <a:rPr b="0" i="0" lang="en-US" sz="2800" u="none">
                <a:solidFill>
                  <a:schemeClr val="dk1"/>
                </a:solidFill>
                <a:latin typeface="Gill Sans"/>
                <a:ea typeface="Gill Sans"/>
                <a:cs typeface="Gill Sans"/>
                <a:sym typeface="Gill Sans"/>
              </a:rPr>
              <a:t>Skriv färdmeddelande.</a:t>
            </a:r>
            <a:endParaRPr/>
          </a:p>
          <a:p>
            <a:pPr indent="-273050" lvl="0" marL="273050" rtl="0" algn="l">
              <a:lnSpc>
                <a:spcPct val="100000"/>
              </a:lnSpc>
              <a:spcBef>
                <a:spcPts val="600"/>
              </a:spcBef>
              <a:spcAft>
                <a:spcPts val="0"/>
              </a:spcAft>
              <a:buClr>
                <a:schemeClr val="accent1"/>
              </a:buClr>
              <a:buSzPts val="2128"/>
              <a:buFont typeface="Noto Sans Symbols"/>
              <a:buChar char="🞂"/>
            </a:pPr>
            <a:r>
              <a:rPr b="0" i="0" lang="en-US" sz="2800" u="none">
                <a:solidFill>
                  <a:schemeClr val="dk1"/>
                </a:solidFill>
                <a:latin typeface="Gill Sans"/>
                <a:ea typeface="Gill Sans"/>
                <a:cs typeface="Gill Sans"/>
                <a:sym typeface="Gill Sans"/>
              </a:rPr>
              <a:t>Karta / Kompass, GPS</a:t>
            </a:r>
            <a:endParaRPr/>
          </a:p>
          <a:p>
            <a:pPr indent="-273050" lvl="0" marL="273050" rtl="0" algn="l">
              <a:lnSpc>
                <a:spcPct val="100000"/>
              </a:lnSpc>
              <a:spcBef>
                <a:spcPts val="600"/>
              </a:spcBef>
              <a:spcAft>
                <a:spcPts val="0"/>
              </a:spcAft>
              <a:buClr>
                <a:schemeClr val="accent1"/>
              </a:buClr>
              <a:buSzPts val="2128"/>
              <a:buFont typeface="Noto Sans Symbols"/>
              <a:buChar char="🞂"/>
            </a:pPr>
            <a:r>
              <a:rPr b="0" i="0" lang="en-US" sz="2800" u="none">
                <a:solidFill>
                  <a:schemeClr val="dk1"/>
                </a:solidFill>
                <a:latin typeface="Gill Sans"/>
                <a:ea typeface="Gill Sans"/>
                <a:cs typeface="Gill Sans"/>
                <a:sym typeface="Gill Sans"/>
              </a:rPr>
              <a:t>Vänd i tid.</a:t>
            </a:r>
            <a:endParaRPr/>
          </a:p>
          <a:p>
            <a:pPr indent="-273050" lvl="0" marL="273050" rtl="0" algn="l">
              <a:lnSpc>
                <a:spcPct val="100000"/>
              </a:lnSpc>
              <a:spcBef>
                <a:spcPts val="600"/>
              </a:spcBef>
              <a:spcAft>
                <a:spcPts val="0"/>
              </a:spcAft>
              <a:buClr>
                <a:schemeClr val="accent1"/>
              </a:buClr>
              <a:buSzPts val="2128"/>
              <a:buFont typeface="Noto Sans Symbols"/>
              <a:buChar char="🞂"/>
            </a:pPr>
            <a:r>
              <a:rPr b="0" i="0" lang="en-US" sz="2800" u="none">
                <a:solidFill>
                  <a:schemeClr val="dk1"/>
                </a:solidFill>
                <a:latin typeface="Gill Sans"/>
                <a:ea typeface="Gill Sans"/>
                <a:cs typeface="Gill Sans"/>
                <a:sym typeface="Gill Sans"/>
              </a:rPr>
              <a:t>Räkna med lavinfaran.</a:t>
            </a:r>
            <a:endParaRPr/>
          </a:p>
          <a:p>
            <a:pPr indent="-273050" lvl="0" marL="273050" rtl="0" algn="l">
              <a:lnSpc>
                <a:spcPct val="100000"/>
              </a:lnSpc>
              <a:spcBef>
                <a:spcPts val="600"/>
              </a:spcBef>
              <a:spcAft>
                <a:spcPts val="0"/>
              </a:spcAft>
              <a:buClr>
                <a:schemeClr val="accent1"/>
              </a:buClr>
              <a:buSzPts val="2128"/>
              <a:buFont typeface="Noto Sans Symbols"/>
              <a:buChar char="🞂"/>
            </a:pPr>
            <a:r>
              <a:rPr b="0" i="0" lang="en-US" sz="2800" u="none">
                <a:solidFill>
                  <a:schemeClr val="dk1"/>
                </a:solidFill>
                <a:latin typeface="Gill Sans"/>
                <a:ea typeface="Gill Sans"/>
                <a:cs typeface="Gill Sans"/>
                <a:sym typeface="Gill Sans"/>
              </a:rPr>
              <a:t>Gräv ned dig.</a:t>
            </a:r>
            <a:endParaRPr/>
          </a:p>
        </p:txBody>
      </p:sp>
      <p:sp>
        <p:nvSpPr>
          <p:cNvPr id="1979" name="Google Shape;1979;p250"/>
          <p:cNvSpPr txBox="1"/>
          <p:nvPr/>
        </p:nvSpPr>
        <p:spPr>
          <a:xfrm>
            <a:off x="737300" y="5948975"/>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Gill Sans"/>
                <a:ea typeface="Gill Sans"/>
                <a:cs typeface="Gill Sans"/>
                <a:sym typeface="Gill Sans"/>
              </a:rPr>
              <a:t>sid 46</a:t>
            </a:r>
            <a:endParaRPr>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78">
                                            <p:txEl>
                                              <p:pRg end="0" st="0"/>
                                            </p:txEl>
                                          </p:spTgt>
                                        </p:tgtEl>
                                        <p:attrNameLst>
                                          <p:attrName>style.visibility</p:attrName>
                                        </p:attrNameLst>
                                      </p:cBhvr>
                                      <p:to>
                                        <p:strVal val="visible"/>
                                      </p:to>
                                    </p:set>
                                    <p:anim calcmode="lin" valueType="num">
                                      <p:cBhvr additive="base">
                                        <p:cTn dur="500"/>
                                        <p:tgtEl>
                                          <p:spTgt spid="197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78">
                                            <p:txEl>
                                              <p:pRg end="1" st="1"/>
                                            </p:txEl>
                                          </p:spTgt>
                                        </p:tgtEl>
                                        <p:attrNameLst>
                                          <p:attrName>style.visibility</p:attrName>
                                        </p:attrNameLst>
                                      </p:cBhvr>
                                      <p:to>
                                        <p:strVal val="visible"/>
                                      </p:to>
                                    </p:set>
                                    <p:anim calcmode="lin" valueType="num">
                                      <p:cBhvr additive="base">
                                        <p:cTn dur="500"/>
                                        <p:tgtEl>
                                          <p:spTgt spid="197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78">
                                            <p:txEl>
                                              <p:pRg end="2" st="2"/>
                                            </p:txEl>
                                          </p:spTgt>
                                        </p:tgtEl>
                                        <p:attrNameLst>
                                          <p:attrName>style.visibility</p:attrName>
                                        </p:attrNameLst>
                                      </p:cBhvr>
                                      <p:to>
                                        <p:strVal val="visible"/>
                                      </p:to>
                                    </p:set>
                                    <p:anim calcmode="lin" valueType="num">
                                      <p:cBhvr additive="base">
                                        <p:cTn dur="500"/>
                                        <p:tgtEl>
                                          <p:spTgt spid="197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78">
                                            <p:txEl>
                                              <p:pRg end="3" st="3"/>
                                            </p:txEl>
                                          </p:spTgt>
                                        </p:tgtEl>
                                        <p:attrNameLst>
                                          <p:attrName>style.visibility</p:attrName>
                                        </p:attrNameLst>
                                      </p:cBhvr>
                                      <p:to>
                                        <p:strVal val="visible"/>
                                      </p:to>
                                    </p:set>
                                    <p:anim calcmode="lin" valueType="num">
                                      <p:cBhvr additive="base">
                                        <p:cTn dur="500"/>
                                        <p:tgtEl>
                                          <p:spTgt spid="197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78">
                                            <p:txEl>
                                              <p:pRg end="4" st="4"/>
                                            </p:txEl>
                                          </p:spTgt>
                                        </p:tgtEl>
                                        <p:attrNameLst>
                                          <p:attrName>style.visibility</p:attrName>
                                        </p:attrNameLst>
                                      </p:cBhvr>
                                      <p:to>
                                        <p:strVal val="visible"/>
                                      </p:to>
                                    </p:set>
                                    <p:anim calcmode="lin" valueType="num">
                                      <p:cBhvr additive="base">
                                        <p:cTn dur="500"/>
                                        <p:tgtEl>
                                          <p:spTgt spid="197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78">
                                            <p:txEl>
                                              <p:pRg end="5" st="5"/>
                                            </p:txEl>
                                          </p:spTgt>
                                        </p:tgtEl>
                                        <p:attrNameLst>
                                          <p:attrName>style.visibility</p:attrName>
                                        </p:attrNameLst>
                                      </p:cBhvr>
                                      <p:to>
                                        <p:strVal val="visible"/>
                                      </p:to>
                                    </p:set>
                                    <p:anim calcmode="lin" valueType="num">
                                      <p:cBhvr additive="base">
                                        <p:cTn dur="500"/>
                                        <p:tgtEl>
                                          <p:spTgt spid="197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78">
                                            <p:txEl>
                                              <p:pRg end="6" st="6"/>
                                            </p:txEl>
                                          </p:spTgt>
                                        </p:tgtEl>
                                        <p:attrNameLst>
                                          <p:attrName>style.visibility</p:attrName>
                                        </p:attrNameLst>
                                      </p:cBhvr>
                                      <p:to>
                                        <p:strVal val="visible"/>
                                      </p:to>
                                    </p:set>
                                    <p:anim calcmode="lin" valueType="num">
                                      <p:cBhvr additive="base">
                                        <p:cTn dur="500"/>
                                        <p:tgtEl>
                                          <p:spTgt spid="197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3" name="Shape 1983"/>
        <p:cNvGrpSpPr/>
        <p:nvPr/>
      </p:nvGrpSpPr>
      <p:grpSpPr>
        <a:xfrm>
          <a:off x="0" y="0"/>
          <a:ext cx="0" cy="0"/>
          <a:chOff x="0" y="0"/>
          <a:chExt cx="0" cy="0"/>
        </a:xfrm>
      </p:grpSpPr>
      <p:sp>
        <p:nvSpPr>
          <p:cNvPr id="1984" name="Google Shape;1984;p251"/>
          <p:cNvSpPr txBox="1"/>
          <p:nvPr>
            <p:ph type="title"/>
          </p:nvPr>
        </p:nvSpPr>
        <p:spPr>
          <a:xfrm>
            <a:off x="457200" y="1143000"/>
            <a:ext cx="8229600" cy="10668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rebuchet MS"/>
              <a:buNone/>
            </a:pPr>
            <a:r>
              <a:rPr b="1" i="0" lang="en-US" sz="4000" u="none">
                <a:solidFill>
                  <a:schemeClr val="dk2"/>
                </a:solidFill>
                <a:latin typeface="Trebuchet MS"/>
                <a:ea typeface="Trebuchet MS"/>
                <a:cs typeface="Trebuchet MS"/>
                <a:sym typeface="Trebuchet MS"/>
              </a:rPr>
              <a:t>Exempel på "fjällutrustning".</a:t>
            </a:r>
            <a:br>
              <a:rPr b="1" i="0" lang="en-US" sz="4000" u="none">
                <a:solidFill>
                  <a:schemeClr val="dk2"/>
                </a:solidFill>
                <a:latin typeface="Trebuchet MS"/>
                <a:ea typeface="Trebuchet MS"/>
                <a:cs typeface="Trebuchet MS"/>
                <a:sym typeface="Trebuchet MS"/>
              </a:rPr>
            </a:br>
            <a:r>
              <a:rPr b="0" i="0" lang="en-US" sz="4000" u="none">
                <a:solidFill>
                  <a:schemeClr val="dk2"/>
                </a:solidFill>
                <a:latin typeface="Trebuchet MS"/>
                <a:ea typeface="Trebuchet MS"/>
                <a:cs typeface="Trebuchet MS"/>
                <a:sym typeface="Trebuchet MS"/>
              </a:rPr>
              <a:t>                          </a:t>
            </a:r>
            <a:br>
              <a:rPr b="0" i="0" lang="en-US" sz="4000" u="none">
                <a:solidFill>
                  <a:schemeClr val="dk2"/>
                </a:solidFill>
                <a:latin typeface="Trebuchet MS"/>
                <a:ea typeface="Trebuchet MS"/>
                <a:cs typeface="Trebuchet MS"/>
                <a:sym typeface="Trebuchet MS"/>
              </a:rPr>
            </a:br>
            <a:endParaRPr/>
          </a:p>
        </p:txBody>
      </p:sp>
      <p:pic>
        <p:nvPicPr>
          <p:cNvPr descr="Lavinsond.jpg" id="1985" name="Google Shape;1985;p251"/>
          <p:cNvPicPr preferRelativeResize="0"/>
          <p:nvPr/>
        </p:nvPicPr>
        <p:blipFill rotWithShape="1">
          <a:blip r:embed="rId3">
            <a:alphaModFix/>
          </a:blip>
          <a:srcRect b="0" l="0" r="0" t="0"/>
          <a:stretch/>
        </p:blipFill>
        <p:spPr>
          <a:xfrm>
            <a:off x="468312" y="1844675"/>
            <a:ext cx="1943100" cy="1944687"/>
          </a:xfrm>
          <a:prstGeom prst="rect">
            <a:avLst/>
          </a:prstGeom>
          <a:noFill/>
          <a:ln>
            <a:noFill/>
          </a:ln>
        </p:spPr>
      </p:pic>
      <p:pic>
        <p:nvPicPr>
          <p:cNvPr descr="Transiver.jpg" id="1986" name="Google Shape;1986;p251"/>
          <p:cNvPicPr preferRelativeResize="0"/>
          <p:nvPr/>
        </p:nvPicPr>
        <p:blipFill rotWithShape="1">
          <a:blip r:embed="rId4">
            <a:alphaModFix/>
          </a:blip>
          <a:srcRect b="0" l="36010" r="30842" t="0"/>
          <a:stretch/>
        </p:blipFill>
        <p:spPr>
          <a:xfrm>
            <a:off x="2484437" y="2205037"/>
            <a:ext cx="1008062" cy="1520825"/>
          </a:xfrm>
          <a:prstGeom prst="rect">
            <a:avLst/>
          </a:prstGeom>
          <a:noFill/>
          <a:ln>
            <a:noFill/>
          </a:ln>
        </p:spPr>
      </p:pic>
      <p:pic>
        <p:nvPicPr>
          <p:cNvPr descr="GPS.jpg" id="1987" name="Google Shape;1987;p251"/>
          <p:cNvPicPr preferRelativeResize="0"/>
          <p:nvPr/>
        </p:nvPicPr>
        <p:blipFill rotWithShape="1">
          <a:blip r:embed="rId5">
            <a:alphaModFix/>
          </a:blip>
          <a:srcRect b="0" l="19935" r="13343" t="0"/>
          <a:stretch/>
        </p:blipFill>
        <p:spPr>
          <a:xfrm>
            <a:off x="4284662" y="1989137"/>
            <a:ext cx="1366837" cy="2062162"/>
          </a:xfrm>
          <a:prstGeom prst="rect">
            <a:avLst/>
          </a:prstGeom>
          <a:noFill/>
          <a:ln>
            <a:noFill/>
          </a:ln>
        </p:spPr>
      </p:pic>
      <p:pic>
        <p:nvPicPr>
          <p:cNvPr descr="matsack.jpg" id="1988" name="Google Shape;1988;p251"/>
          <p:cNvPicPr preferRelativeResize="0"/>
          <p:nvPr/>
        </p:nvPicPr>
        <p:blipFill rotWithShape="1">
          <a:blip r:embed="rId6">
            <a:alphaModFix/>
          </a:blip>
          <a:srcRect b="0" l="0" r="0" t="0"/>
          <a:stretch/>
        </p:blipFill>
        <p:spPr>
          <a:xfrm>
            <a:off x="5795962" y="1916112"/>
            <a:ext cx="2495550" cy="2305050"/>
          </a:xfrm>
          <a:prstGeom prst="rect">
            <a:avLst/>
          </a:prstGeom>
          <a:noFill/>
          <a:ln>
            <a:noFill/>
          </a:ln>
        </p:spPr>
      </p:pic>
      <p:pic>
        <p:nvPicPr>
          <p:cNvPr descr="Reservdunk.jpg" id="1989" name="Google Shape;1989;p251"/>
          <p:cNvPicPr preferRelativeResize="0"/>
          <p:nvPr/>
        </p:nvPicPr>
        <p:blipFill rotWithShape="1">
          <a:blip r:embed="rId7">
            <a:alphaModFix/>
          </a:blip>
          <a:srcRect b="19340" l="19505" r="19221" t="19480"/>
          <a:stretch/>
        </p:blipFill>
        <p:spPr>
          <a:xfrm>
            <a:off x="539750" y="4005262"/>
            <a:ext cx="2003425" cy="2016125"/>
          </a:xfrm>
          <a:prstGeom prst="rect">
            <a:avLst/>
          </a:prstGeom>
          <a:noFill/>
          <a:ln>
            <a:noFill/>
          </a:ln>
        </p:spPr>
      </p:pic>
      <p:pic>
        <p:nvPicPr>
          <p:cNvPr descr="Bogserlina.jpg" id="1990" name="Google Shape;1990;p251"/>
          <p:cNvPicPr preferRelativeResize="0"/>
          <p:nvPr/>
        </p:nvPicPr>
        <p:blipFill rotWithShape="1">
          <a:blip r:embed="rId8">
            <a:alphaModFix/>
          </a:blip>
          <a:srcRect b="8373" l="5752" r="1792" t="6399"/>
          <a:stretch/>
        </p:blipFill>
        <p:spPr>
          <a:xfrm>
            <a:off x="3131840" y="4149080"/>
            <a:ext cx="1779991" cy="1641930"/>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1991" name="Google Shape;1991;p251"/>
          <p:cNvSpPr txBox="1"/>
          <p:nvPr/>
        </p:nvSpPr>
        <p:spPr>
          <a:xfrm>
            <a:off x="0" y="0"/>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F81BD"/>
              </a:buClr>
              <a:buSzPts val="1100"/>
              <a:buFont typeface="Cambria"/>
              <a:buNone/>
            </a:pPr>
            <a:br>
              <a:rPr b="1" i="0" lang="en-US" sz="1100" u="none">
                <a:solidFill>
                  <a:srgbClr val="4F81BD"/>
                </a:solidFill>
                <a:latin typeface="Cambria"/>
                <a:ea typeface="Cambria"/>
                <a:cs typeface="Cambria"/>
                <a:sym typeface="Cambria"/>
              </a:rPr>
            </a:br>
            <a:endParaRPr/>
          </a:p>
        </p:txBody>
      </p:sp>
      <p:sp>
        <p:nvSpPr>
          <p:cNvPr id="1992" name="Google Shape;1992;p251"/>
          <p:cNvSpPr txBox="1"/>
          <p:nvPr/>
        </p:nvSpPr>
        <p:spPr>
          <a:xfrm>
            <a:off x="0" y="158115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a:solidFill>
                  <a:schemeClr val="dk1"/>
                </a:solidFill>
                <a:latin typeface="Calibri"/>
                <a:ea typeface="Calibri"/>
                <a:cs typeface="Calibri"/>
                <a:sym typeface="Calibri"/>
              </a:rPr>
              <a:t>    </a:t>
            </a:r>
            <a:endParaRPr/>
          </a:p>
        </p:txBody>
      </p:sp>
      <p:sp>
        <p:nvSpPr>
          <p:cNvPr id="1993" name="Google Shape;1993;p251"/>
          <p:cNvSpPr txBox="1"/>
          <p:nvPr/>
        </p:nvSpPr>
        <p:spPr>
          <a:xfrm>
            <a:off x="0" y="240030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a:solidFill>
                  <a:schemeClr val="dk1"/>
                </a:solidFill>
                <a:latin typeface="Calibri"/>
                <a:ea typeface="Calibri"/>
                <a:cs typeface="Calibri"/>
                <a:sym typeface="Calibri"/>
              </a:rPr>
              <a:t>            </a:t>
            </a:r>
            <a:endParaRPr/>
          </a:p>
        </p:txBody>
      </p:sp>
      <p:sp>
        <p:nvSpPr>
          <p:cNvPr id="1994" name="Google Shape;1994;p251"/>
          <p:cNvSpPr txBox="1"/>
          <p:nvPr/>
        </p:nvSpPr>
        <p:spPr>
          <a:xfrm>
            <a:off x="0" y="3419475"/>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100"/>
              <a:buFont typeface="Calibri"/>
              <a:buNone/>
            </a:pPr>
            <a:r>
              <a:rPr b="0" i="0" lang="en-US" sz="1100" u="none">
                <a:solidFill>
                  <a:schemeClr val="dk1"/>
                </a:solidFill>
                <a:latin typeface="Calibri"/>
                <a:ea typeface="Calibri"/>
                <a:cs typeface="Calibri"/>
                <a:sym typeface="Calibri"/>
              </a:rPr>
              <a:t>        </a:t>
            </a:r>
            <a:endParaRPr/>
          </a:p>
        </p:txBody>
      </p:sp>
      <p:sp>
        <p:nvSpPr>
          <p:cNvPr id="1995" name="Google Shape;1995;p251"/>
          <p:cNvSpPr txBox="1"/>
          <p:nvPr/>
        </p:nvSpPr>
        <p:spPr>
          <a:xfrm>
            <a:off x="0" y="4914900"/>
            <a:ext cx="91440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sp>
        <p:nvSpPr>
          <p:cNvPr id="1996" name="Google Shape;1996;p251"/>
          <p:cNvSpPr txBox="1"/>
          <p:nvPr/>
        </p:nvSpPr>
        <p:spPr>
          <a:xfrm>
            <a:off x="0" y="5372100"/>
            <a:ext cx="9144000" cy="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Times New Roman"/>
              <a:ea typeface="Times New Roman"/>
              <a:cs typeface="Times New Roman"/>
              <a:sym typeface="Times New Roman"/>
            </a:endParaRPr>
          </a:p>
        </p:txBody>
      </p:sp>
      <p:pic>
        <p:nvPicPr>
          <p:cNvPr descr="Förstahjälpenfilt.jpg" id="1997" name="Google Shape;1997;p251"/>
          <p:cNvPicPr preferRelativeResize="0"/>
          <p:nvPr/>
        </p:nvPicPr>
        <p:blipFill rotWithShape="1">
          <a:blip r:embed="rId9">
            <a:alphaModFix/>
          </a:blip>
          <a:srcRect b="0" l="0" r="0" t="0"/>
          <a:stretch/>
        </p:blipFill>
        <p:spPr>
          <a:xfrm>
            <a:off x="4716462" y="5013325"/>
            <a:ext cx="1511300" cy="1368425"/>
          </a:xfrm>
          <a:prstGeom prst="rect">
            <a:avLst/>
          </a:prstGeom>
          <a:noFill/>
          <a:ln>
            <a:noFill/>
          </a:ln>
        </p:spPr>
      </p:pic>
      <p:pic>
        <p:nvPicPr>
          <p:cNvPr descr="Ficklampa.jpg" id="1998" name="Google Shape;1998;p251"/>
          <p:cNvPicPr preferRelativeResize="0"/>
          <p:nvPr/>
        </p:nvPicPr>
        <p:blipFill rotWithShape="1">
          <a:blip r:embed="rId10">
            <a:alphaModFix/>
          </a:blip>
          <a:srcRect b="29479" l="0" r="0" t="28901"/>
          <a:stretch/>
        </p:blipFill>
        <p:spPr>
          <a:xfrm>
            <a:off x="6516687" y="4754562"/>
            <a:ext cx="1584325" cy="654050"/>
          </a:xfrm>
          <a:prstGeom prst="rect">
            <a:avLst/>
          </a:prstGeom>
          <a:noFill/>
          <a:ln>
            <a:noFill/>
          </a:ln>
        </p:spPr>
      </p:pic>
      <p:pic>
        <p:nvPicPr>
          <p:cNvPr descr="Stormtändstickor.png" id="1999" name="Google Shape;1999;p251"/>
          <p:cNvPicPr preferRelativeResize="0"/>
          <p:nvPr/>
        </p:nvPicPr>
        <p:blipFill rotWithShape="1">
          <a:blip r:embed="rId11">
            <a:alphaModFix/>
          </a:blip>
          <a:srcRect b="0" l="0" r="0" t="0"/>
          <a:stretch/>
        </p:blipFill>
        <p:spPr>
          <a:xfrm>
            <a:off x="6516687" y="5589587"/>
            <a:ext cx="890587" cy="889000"/>
          </a:xfrm>
          <a:prstGeom prst="rect">
            <a:avLst/>
          </a:prstGeom>
          <a:noFill/>
          <a:ln>
            <a:noFill/>
          </a:ln>
        </p:spPr>
      </p:pic>
      <p:pic>
        <p:nvPicPr>
          <p:cNvPr descr="Tändstål.jpg" id="2000" name="Google Shape;2000;p251"/>
          <p:cNvPicPr preferRelativeResize="0"/>
          <p:nvPr/>
        </p:nvPicPr>
        <p:blipFill rotWithShape="1">
          <a:blip r:embed="rId12">
            <a:alphaModFix/>
          </a:blip>
          <a:srcRect b="0" l="0" r="0" t="0"/>
          <a:stretch/>
        </p:blipFill>
        <p:spPr>
          <a:xfrm>
            <a:off x="7092950" y="5445125"/>
            <a:ext cx="1001712" cy="1001712"/>
          </a:xfrm>
          <a:prstGeom prst="rect">
            <a:avLst/>
          </a:prstGeom>
          <a:noFill/>
          <a:ln>
            <a:noFill/>
          </a:ln>
        </p:spPr>
      </p:pic>
      <p:sp>
        <p:nvSpPr>
          <p:cNvPr id="2001" name="Google Shape;2001;p251"/>
          <p:cNvSpPr txBox="1"/>
          <p:nvPr/>
        </p:nvSpPr>
        <p:spPr>
          <a:xfrm>
            <a:off x="636300" y="60601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Georgia"/>
                <a:ea typeface="Georgia"/>
                <a:cs typeface="Georgia"/>
                <a:sym typeface="Georgia"/>
              </a:rPr>
              <a:t>sid 47</a:t>
            </a:r>
            <a:endParaRPr>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85"/>
                                        </p:tgtEl>
                                        <p:attrNameLst>
                                          <p:attrName>style.visibility</p:attrName>
                                        </p:attrNameLst>
                                      </p:cBhvr>
                                      <p:to>
                                        <p:strVal val="visible"/>
                                      </p:to>
                                    </p:set>
                                    <p:anim calcmode="lin" valueType="num">
                                      <p:cBhvr additive="base">
                                        <p:cTn dur="500"/>
                                        <p:tgtEl>
                                          <p:spTgt spid="198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6"/>
                                        </p:tgtEl>
                                        <p:attrNameLst>
                                          <p:attrName>style.visibility</p:attrName>
                                        </p:attrNameLst>
                                      </p:cBhvr>
                                      <p:to>
                                        <p:strVal val="visible"/>
                                      </p:to>
                                    </p:set>
                                    <p:animEffect filter="fade" transition="in">
                                      <p:cBhvr>
                                        <p:cTn dur="500"/>
                                        <p:tgtEl>
                                          <p:spTgt spid="19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8"/>
                                        </p:tgtEl>
                                        <p:attrNameLst>
                                          <p:attrName>style.visibility</p:attrName>
                                        </p:attrNameLst>
                                      </p:cBhvr>
                                      <p:to>
                                        <p:strVal val="visible"/>
                                      </p:to>
                                    </p:set>
                                    <p:animEffect filter="fade" transition="in">
                                      <p:cBhvr>
                                        <p:cTn dur="500"/>
                                        <p:tgtEl>
                                          <p:spTgt spid="19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9"/>
                                        </p:tgtEl>
                                        <p:attrNameLst>
                                          <p:attrName>style.visibility</p:attrName>
                                        </p:attrNameLst>
                                      </p:cBhvr>
                                      <p:to>
                                        <p:strVal val="visible"/>
                                      </p:to>
                                    </p:set>
                                    <p:animEffect filter="fade" transition="in">
                                      <p:cBhvr>
                                        <p:cTn dur="500"/>
                                        <p:tgtEl>
                                          <p:spTgt spid="19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7"/>
                                        </p:tgtEl>
                                        <p:attrNameLst>
                                          <p:attrName>style.visibility</p:attrName>
                                        </p:attrNameLst>
                                      </p:cBhvr>
                                      <p:to>
                                        <p:strVal val="visible"/>
                                      </p:to>
                                    </p:set>
                                    <p:animEffect filter="fade" transition="in">
                                      <p:cBhvr>
                                        <p:cTn dur="500"/>
                                        <p:tgtEl>
                                          <p:spTgt spid="19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998"/>
                                        </p:tgtEl>
                                        <p:attrNameLst>
                                          <p:attrName>style.visibility</p:attrName>
                                        </p:attrNameLst>
                                      </p:cBhvr>
                                      <p:to>
                                        <p:strVal val="visible"/>
                                      </p:to>
                                    </p:set>
                                    <p:anim calcmode="lin" valueType="num">
                                      <p:cBhvr additive="base">
                                        <p:cTn dur="500"/>
                                        <p:tgtEl>
                                          <p:spTgt spid="199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999"/>
                                        </p:tgtEl>
                                        <p:attrNameLst>
                                          <p:attrName>style.visibility</p:attrName>
                                        </p:attrNameLst>
                                      </p:cBhvr>
                                      <p:to>
                                        <p:strVal val="visible"/>
                                      </p:to>
                                    </p:set>
                                    <p:anim calcmode="lin" valueType="num">
                                      <p:cBhvr additive="base">
                                        <p:cTn dur="500"/>
                                        <p:tgtEl>
                                          <p:spTgt spid="199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000"/>
                                        </p:tgtEl>
                                        <p:attrNameLst>
                                          <p:attrName>style.visibility</p:attrName>
                                        </p:attrNameLst>
                                      </p:cBhvr>
                                      <p:to>
                                        <p:strVal val="visible"/>
                                      </p:to>
                                    </p:set>
                                    <p:anim calcmode="lin" valueType="num">
                                      <p:cBhvr additive="base">
                                        <p:cTn dur="500"/>
                                        <p:tgtEl>
                                          <p:spTgt spid="200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5" name="Shape 2005"/>
        <p:cNvGrpSpPr/>
        <p:nvPr/>
      </p:nvGrpSpPr>
      <p:grpSpPr>
        <a:xfrm>
          <a:off x="0" y="0"/>
          <a:ext cx="0" cy="0"/>
          <a:chOff x="0" y="0"/>
          <a:chExt cx="0" cy="0"/>
        </a:xfrm>
      </p:grpSpPr>
      <p:sp>
        <p:nvSpPr>
          <p:cNvPr id="2006" name="Google Shape;2006;p252"/>
          <p:cNvSpPr txBox="1"/>
          <p:nvPr>
            <p:ph type="title"/>
          </p:nvPr>
        </p:nvSpPr>
        <p:spPr>
          <a:xfrm>
            <a:off x="684212" y="115887"/>
            <a:ext cx="7772400" cy="720725"/>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Georgia"/>
              <a:buNone/>
            </a:pPr>
            <a:r>
              <a:rPr b="0" i="0" lang="en-US" sz="3300" u="none">
                <a:solidFill>
                  <a:schemeClr val="dk1"/>
                </a:solidFill>
                <a:latin typeface="Georgia"/>
                <a:ea typeface="Georgia"/>
                <a:cs typeface="Georgia"/>
                <a:sym typeface="Georgia"/>
              </a:rPr>
              <a:t>Navigering</a:t>
            </a:r>
            <a:endParaRPr/>
          </a:p>
        </p:txBody>
      </p:sp>
      <p:pic>
        <p:nvPicPr>
          <p:cNvPr descr="http://www.skovdenatur.nu/produktbilder/gps60.jpg" id="2007" name="Google Shape;2007;p252"/>
          <p:cNvPicPr preferRelativeResize="0"/>
          <p:nvPr>
            <p:ph idx="2" type="clipArt"/>
          </p:nvPr>
        </p:nvPicPr>
        <p:blipFill rotWithShape="1">
          <a:blip r:embed="rId3">
            <a:alphaModFix/>
          </a:blip>
          <a:srcRect b="0" l="0" r="0" t="0"/>
          <a:stretch/>
        </p:blipFill>
        <p:spPr>
          <a:xfrm>
            <a:off x="900112" y="549275"/>
            <a:ext cx="2447925" cy="2447925"/>
          </a:xfrm>
          <a:prstGeom prst="rect">
            <a:avLst/>
          </a:prstGeom>
          <a:noFill/>
          <a:ln>
            <a:noFill/>
          </a:ln>
        </p:spPr>
      </p:pic>
      <p:sp>
        <p:nvSpPr>
          <p:cNvPr id="2008" name="Google Shape;2008;p252"/>
          <p:cNvSpPr txBox="1"/>
          <p:nvPr>
            <p:ph idx="1" type="body"/>
          </p:nvPr>
        </p:nvSpPr>
        <p:spPr>
          <a:xfrm>
            <a:off x="5148262" y="3068637"/>
            <a:ext cx="3527425" cy="2376487"/>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chemeClr val="accent1"/>
              </a:buClr>
              <a:buSzPts val="2295"/>
              <a:buFont typeface="Noto Sans Symbols"/>
              <a:buChar char="⚫"/>
            </a:pPr>
            <a:r>
              <a:rPr b="0" i="0" lang="en-US" sz="2700" u="none">
                <a:solidFill>
                  <a:schemeClr val="dk1"/>
                </a:solidFill>
                <a:latin typeface="Georgia"/>
                <a:ea typeface="Georgia"/>
                <a:cs typeface="Georgia"/>
                <a:sym typeface="Georgia"/>
              </a:rPr>
              <a:t>GPS</a:t>
            </a:r>
            <a:endParaRPr/>
          </a:p>
          <a:p>
            <a:pPr indent="-273049" lvl="1" marL="547687" rtl="0" algn="l">
              <a:lnSpc>
                <a:spcPct val="100000"/>
              </a:lnSpc>
              <a:spcBef>
                <a:spcPts val="440"/>
              </a:spcBef>
              <a:spcAft>
                <a:spcPts val="0"/>
              </a:spcAft>
              <a:buClr>
                <a:schemeClr val="accent2"/>
              </a:buClr>
              <a:buSzPts val="1540"/>
              <a:buFont typeface="Noto Sans Symbols"/>
              <a:buChar char="⚪"/>
            </a:pPr>
            <a:r>
              <a:rPr b="0" i="0" lang="en-US" sz="2200" u="none">
                <a:solidFill>
                  <a:schemeClr val="dk2"/>
                </a:solidFill>
                <a:latin typeface="Georgia"/>
                <a:ea typeface="Georgia"/>
                <a:cs typeface="Georgia"/>
                <a:sym typeface="Georgia"/>
              </a:rPr>
              <a:t>Global Positioning System</a:t>
            </a:r>
            <a:endParaRPr/>
          </a:p>
          <a:p>
            <a:pPr indent="-273049" lvl="1" marL="547687" rtl="0" algn="l">
              <a:lnSpc>
                <a:spcPct val="100000"/>
              </a:lnSpc>
              <a:spcBef>
                <a:spcPts val="440"/>
              </a:spcBef>
              <a:spcAft>
                <a:spcPts val="0"/>
              </a:spcAft>
              <a:buClr>
                <a:schemeClr val="accent2"/>
              </a:buClr>
              <a:buSzPts val="1540"/>
              <a:buFont typeface="Noto Sans Symbols"/>
              <a:buChar char="⚪"/>
            </a:pPr>
            <a:r>
              <a:rPr b="0" i="0" lang="en-US" sz="2200" u="none">
                <a:solidFill>
                  <a:schemeClr val="dk2"/>
                </a:solidFill>
                <a:latin typeface="Georgia"/>
                <a:ea typeface="Georgia"/>
                <a:cs typeface="Georgia"/>
                <a:sym typeface="Georgia"/>
              </a:rPr>
              <a:t>Globalt Positionerings System</a:t>
            </a:r>
            <a:endParaRPr/>
          </a:p>
          <a:p>
            <a:pPr indent="-273050" lvl="0" marL="273050" rtl="0" algn="l">
              <a:lnSpc>
                <a:spcPct val="100000"/>
              </a:lnSpc>
              <a:spcBef>
                <a:spcPts val="540"/>
              </a:spcBef>
              <a:spcAft>
                <a:spcPts val="0"/>
              </a:spcAft>
              <a:buClr>
                <a:schemeClr val="accent1"/>
              </a:buClr>
              <a:buSzPts val="2295"/>
              <a:buFont typeface="Noto Sans Symbols"/>
              <a:buChar char="⚫"/>
            </a:pPr>
            <a:r>
              <a:rPr b="0" i="0" lang="en-US" sz="2700" u="none">
                <a:solidFill>
                  <a:schemeClr val="dk1"/>
                </a:solidFill>
                <a:latin typeface="Georgia"/>
                <a:ea typeface="Georgia"/>
                <a:cs typeface="Georgia"/>
                <a:sym typeface="Georgia"/>
              </a:rPr>
              <a:t>Karta / kompass</a:t>
            </a:r>
            <a:endParaRPr/>
          </a:p>
          <a:p>
            <a:pPr indent="-273050" lvl="0" marL="273050" rtl="0" algn="l">
              <a:lnSpc>
                <a:spcPct val="100000"/>
              </a:lnSpc>
              <a:spcBef>
                <a:spcPts val="540"/>
              </a:spcBef>
              <a:spcAft>
                <a:spcPts val="0"/>
              </a:spcAft>
              <a:buClr>
                <a:schemeClr val="accent1"/>
              </a:buClr>
              <a:buSzPts val="2295"/>
              <a:buFont typeface="Noto Sans Symbols"/>
              <a:buChar char="⚫"/>
            </a:pPr>
            <a:r>
              <a:rPr b="0" i="0" lang="en-US" sz="2700" u="none">
                <a:solidFill>
                  <a:schemeClr val="dk1"/>
                </a:solidFill>
                <a:latin typeface="Georgia"/>
                <a:ea typeface="Georgia"/>
                <a:cs typeface="Georgia"/>
                <a:sym typeface="Georgia"/>
              </a:rPr>
              <a:t>180° = syd.</a:t>
            </a:r>
            <a:endParaRPr/>
          </a:p>
        </p:txBody>
      </p:sp>
      <p:pic>
        <p:nvPicPr>
          <p:cNvPr descr="http://www.greenandfree.se/wp-content/gallery/karta-och-kompass/img_7949.jpg" id="2009" name="Google Shape;2009;p252"/>
          <p:cNvPicPr preferRelativeResize="0"/>
          <p:nvPr/>
        </p:nvPicPr>
        <p:blipFill rotWithShape="1">
          <a:blip r:embed="rId4">
            <a:alphaModFix/>
          </a:blip>
          <a:srcRect b="0" l="0" r="0" t="0"/>
          <a:stretch/>
        </p:blipFill>
        <p:spPr>
          <a:xfrm>
            <a:off x="611187" y="3213100"/>
            <a:ext cx="3851275" cy="2568575"/>
          </a:xfrm>
          <a:prstGeom prst="rect">
            <a:avLst/>
          </a:prstGeom>
          <a:noFill/>
          <a:ln>
            <a:noFill/>
          </a:ln>
        </p:spPr>
      </p:pic>
      <p:pic>
        <p:nvPicPr>
          <p:cNvPr descr="Mobiltelefoner.jpg" id="2010" name="Google Shape;2010;p252"/>
          <p:cNvPicPr preferRelativeResize="0"/>
          <p:nvPr/>
        </p:nvPicPr>
        <p:blipFill rotWithShape="1">
          <a:blip r:embed="rId5">
            <a:alphaModFix/>
          </a:blip>
          <a:srcRect b="0" l="0" r="0" t="0"/>
          <a:stretch/>
        </p:blipFill>
        <p:spPr>
          <a:xfrm>
            <a:off x="5435600" y="908050"/>
            <a:ext cx="3406775" cy="20558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7"/>
                                        </p:tgtEl>
                                        <p:attrNameLst>
                                          <p:attrName>style.visibility</p:attrName>
                                        </p:attrNameLst>
                                      </p:cBhvr>
                                      <p:to>
                                        <p:strVal val="visible"/>
                                      </p:to>
                                    </p:set>
                                    <p:animEffect filter="fade" transition="in">
                                      <p:cBhvr>
                                        <p:cTn dur="455"/>
                                        <p:tgtEl>
                                          <p:spTgt spid="20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8">
                                            <p:txEl>
                                              <p:pRg end="0" st="0"/>
                                            </p:txEl>
                                          </p:spTgt>
                                        </p:tgtEl>
                                        <p:attrNameLst>
                                          <p:attrName>style.visibility</p:attrName>
                                        </p:attrNameLst>
                                      </p:cBhvr>
                                      <p:to>
                                        <p:strVal val="visible"/>
                                      </p:to>
                                    </p:set>
                                    <p:anim calcmode="lin" valueType="num">
                                      <p:cBhvr additive="base">
                                        <p:cTn dur="500"/>
                                        <p:tgtEl>
                                          <p:spTgt spid="200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8">
                                            <p:txEl>
                                              <p:pRg end="1" st="1"/>
                                            </p:txEl>
                                          </p:spTgt>
                                        </p:tgtEl>
                                        <p:attrNameLst>
                                          <p:attrName>style.visibility</p:attrName>
                                        </p:attrNameLst>
                                      </p:cBhvr>
                                      <p:to>
                                        <p:strVal val="visible"/>
                                      </p:to>
                                    </p:set>
                                    <p:anim calcmode="lin" valueType="num">
                                      <p:cBhvr additive="base">
                                        <p:cTn dur="500"/>
                                        <p:tgtEl>
                                          <p:spTgt spid="200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8">
                                            <p:txEl>
                                              <p:pRg end="2" st="2"/>
                                            </p:txEl>
                                          </p:spTgt>
                                        </p:tgtEl>
                                        <p:attrNameLst>
                                          <p:attrName>style.visibility</p:attrName>
                                        </p:attrNameLst>
                                      </p:cBhvr>
                                      <p:to>
                                        <p:strVal val="visible"/>
                                      </p:to>
                                    </p:set>
                                    <p:anim calcmode="lin" valueType="num">
                                      <p:cBhvr additive="base">
                                        <p:cTn dur="500"/>
                                        <p:tgtEl>
                                          <p:spTgt spid="200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8">
                                            <p:txEl>
                                              <p:pRg end="3" st="3"/>
                                            </p:txEl>
                                          </p:spTgt>
                                        </p:tgtEl>
                                        <p:attrNameLst>
                                          <p:attrName>style.visibility</p:attrName>
                                        </p:attrNameLst>
                                      </p:cBhvr>
                                      <p:to>
                                        <p:strVal val="visible"/>
                                      </p:to>
                                    </p:set>
                                    <p:anim calcmode="lin" valueType="num">
                                      <p:cBhvr additive="base">
                                        <p:cTn dur="500"/>
                                        <p:tgtEl>
                                          <p:spTgt spid="200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08">
                                            <p:txEl>
                                              <p:pRg end="4" st="4"/>
                                            </p:txEl>
                                          </p:spTgt>
                                        </p:tgtEl>
                                        <p:attrNameLst>
                                          <p:attrName>style.visibility</p:attrName>
                                        </p:attrNameLst>
                                      </p:cBhvr>
                                      <p:to>
                                        <p:strVal val="visible"/>
                                      </p:to>
                                    </p:set>
                                    <p:anim calcmode="lin" valueType="num">
                                      <p:cBhvr additive="base">
                                        <p:cTn dur="500"/>
                                        <p:tgtEl>
                                          <p:spTgt spid="200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0"/>
                                        </p:tgtEl>
                                        <p:attrNameLst>
                                          <p:attrName>style.visibility</p:attrName>
                                        </p:attrNameLst>
                                      </p:cBhvr>
                                      <p:to>
                                        <p:strVal val="visible"/>
                                      </p:to>
                                    </p:set>
                                    <p:animEffect filter="fade" transition="in">
                                      <p:cBhvr>
                                        <p:cTn dur="500"/>
                                        <p:tgtEl>
                                          <p:spTgt spid="20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9"/>
                                        </p:tgtEl>
                                        <p:attrNameLst>
                                          <p:attrName>style.visibility</p:attrName>
                                        </p:attrNameLst>
                                      </p:cBhvr>
                                      <p:to>
                                        <p:strVal val="visible"/>
                                      </p:to>
                                    </p:set>
                                    <p:animEffect filter="fade" transition="in">
                                      <p:cBhvr>
                                        <p:cTn dur="500"/>
                                        <p:tgtEl>
                                          <p:spTgt spid="20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5" name="Shape 2015"/>
        <p:cNvGrpSpPr/>
        <p:nvPr/>
      </p:nvGrpSpPr>
      <p:grpSpPr>
        <a:xfrm>
          <a:off x="0" y="0"/>
          <a:ext cx="0" cy="0"/>
          <a:chOff x="0" y="0"/>
          <a:chExt cx="0" cy="0"/>
        </a:xfrm>
      </p:grpSpPr>
      <p:sp>
        <p:nvSpPr>
          <p:cNvPr id="2016" name="Google Shape;2016;p253"/>
          <p:cNvSpPr txBox="1"/>
          <p:nvPr>
            <p:ph type="title"/>
          </p:nvPr>
        </p:nvSpPr>
        <p:spPr>
          <a:xfrm>
            <a:off x="685800" y="768350"/>
            <a:ext cx="7772400" cy="67945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rebuchet MS"/>
              <a:buNone/>
            </a:pPr>
            <a:r>
              <a:rPr b="0" i="0" lang="en-US" sz="3600" u="none">
                <a:solidFill>
                  <a:schemeClr val="dk2"/>
                </a:solidFill>
                <a:latin typeface="Trebuchet MS"/>
                <a:ea typeface="Trebuchet MS"/>
                <a:cs typeface="Trebuchet MS"/>
                <a:sym typeface="Trebuchet MS"/>
              </a:rPr>
              <a:t>Snöbivack</a:t>
            </a:r>
            <a:endParaRPr/>
          </a:p>
        </p:txBody>
      </p:sp>
      <p:pic>
        <p:nvPicPr>
          <p:cNvPr descr="C:\Documents and Settings\Anders\Mina dokument\ÖSSK\Förarb. Snöskoter\Gräva ned.JPG" id="2017" name="Google Shape;2017;p253"/>
          <p:cNvPicPr preferRelativeResize="0"/>
          <p:nvPr>
            <p:ph idx="1" type="body"/>
          </p:nvPr>
        </p:nvPicPr>
        <p:blipFill rotWithShape="1">
          <a:blip r:embed="rId3">
            <a:alphaModFix/>
          </a:blip>
          <a:srcRect b="0" l="0" r="0" t="0"/>
          <a:stretch/>
        </p:blipFill>
        <p:spPr>
          <a:xfrm>
            <a:off x="0" y="1504925"/>
            <a:ext cx="8763000" cy="459120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1" name="Shape 2021"/>
        <p:cNvGrpSpPr/>
        <p:nvPr/>
      </p:nvGrpSpPr>
      <p:grpSpPr>
        <a:xfrm>
          <a:off x="0" y="0"/>
          <a:ext cx="0" cy="0"/>
          <a:chOff x="0" y="0"/>
          <a:chExt cx="0" cy="0"/>
        </a:xfrm>
      </p:grpSpPr>
      <p:sp>
        <p:nvSpPr>
          <p:cNvPr id="2022" name="Google Shape;2022;p254"/>
          <p:cNvSpPr txBox="1"/>
          <p:nvPr>
            <p:ph idx="4294967295" type="title"/>
          </p:nvPr>
        </p:nvSpPr>
        <p:spPr>
          <a:xfrm>
            <a:off x="685800" y="692150"/>
            <a:ext cx="7772400" cy="649288"/>
          </a:xfrm>
          <a:prstGeom prst="rect">
            <a:avLst/>
          </a:prstGeom>
          <a:noFill/>
          <a:ln>
            <a:noFill/>
          </a:ln>
        </p:spPr>
        <p:txBody>
          <a:bodyPr anchorCtr="0" anchor="b" bIns="45700" lIns="91425" spcFirstLastPara="1" rIns="91425" wrap="square" tIns="45700">
            <a:noAutofit/>
          </a:bodyPr>
          <a:lstStyle/>
          <a:p>
            <a:pPr indent="0" lvl="0" marL="54864" marR="0" rtl="0" algn="r">
              <a:lnSpc>
                <a:spcPct val="100000"/>
              </a:lnSpc>
              <a:spcBef>
                <a:spcPts val="0"/>
              </a:spcBef>
              <a:spcAft>
                <a:spcPts val="0"/>
              </a:spcAft>
              <a:buClr>
                <a:srgbClr val="E7E9C9"/>
              </a:buClr>
              <a:buSzPts val="4140"/>
              <a:buFont typeface="Rockwell"/>
              <a:buNone/>
            </a:pPr>
            <a:r>
              <a:rPr b="0" i="0" lang="en-US" sz="4140" u="none" cap="none" strike="noStrike">
                <a:solidFill>
                  <a:srgbClr val="E7E9C9"/>
                </a:solidFill>
                <a:latin typeface="Rockwell"/>
                <a:ea typeface="Rockwell"/>
                <a:cs typeface="Rockwell"/>
                <a:sym typeface="Rockwell"/>
              </a:rPr>
              <a:t>Frakta med släp</a:t>
            </a:r>
            <a:endParaRPr/>
          </a:p>
        </p:txBody>
      </p:sp>
      <p:pic>
        <p:nvPicPr>
          <p:cNvPr descr="C:\Documents and Settings\Anders\Mina dokument\ÖSSK\Förarb. Snöskoter\Släp.JPG" id="2023" name="Google Shape;2023;p254"/>
          <p:cNvPicPr preferRelativeResize="0"/>
          <p:nvPr>
            <p:ph idx="1" type="body"/>
          </p:nvPr>
        </p:nvPicPr>
        <p:blipFill rotWithShape="1">
          <a:blip r:embed="rId3">
            <a:alphaModFix/>
          </a:blip>
          <a:srcRect b="0" l="0" r="0" t="0"/>
          <a:stretch/>
        </p:blipFill>
        <p:spPr>
          <a:xfrm>
            <a:off x="795737" y="455850"/>
            <a:ext cx="2193900" cy="2925900"/>
          </a:xfrm>
          <a:prstGeom prst="rect">
            <a:avLst/>
          </a:prstGeom>
          <a:noFill/>
          <a:ln>
            <a:noFill/>
          </a:ln>
        </p:spPr>
      </p:pic>
      <p:sp>
        <p:nvSpPr>
          <p:cNvPr id="2024" name="Google Shape;2024;p254"/>
          <p:cNvSpPr txBox="1"/>
          <p:nvPr>
            <p:ph idx="1" type="body"/>
          </p:nvPr>
        </p:nvSpPr>
        <p:spPr>
          <a:xfrm>
            <a:off x="217550" y="3716325"/>
            <a:ext cx="5253000" cy="2546400"/>
          </a:xfrm>
          <a:prstGeom prst="rect">
            <a:avLst/>
          </a:prstGeom>
          <a:noFill/>
          <a:ln>
            <a:noFill/>
          </a:ln>
        </p:spPr>
        <p:txBody>
          <a:bodyPr anchorCtr="0" anchor="t" bIns="45700" lIns="91425" spcFirstLastPara="1" rIns="91425" wrap="square" tIns="45700">
            <a:noAutofit/>
          </a:bodyPr>
          <a:lstStyle/>
          <a:p>
            <a:pPr indent="-330200" lvl="0" marL="292100" rtl="0" algn="l">
              <a:lnSpc>
                <a:spcPct val="100000"/>
              </a:lnSpc>
              <a:spcBef>
                <a:spcPts val="0"/>
              </a:spcBef>
              <a:spcAft>
                <a:spcPts val="0"/>
              </a:spcAft>
              <a:buClr>
                <a:schemeClr val="accent1"/>
              </a:buClr>
              <a:buSzPts val="2000"/>
              <a:buFont typeface="Noto Sans Symbols"/>
              <a:buChar char="⦿"/>
            </a:pPr>
            <a:r>
              <a:rPr b="0" i="0" lang="en-US" sz="2000" u="none">
                <a:solidFill>
                  <a:schemeClr val="lt1"/>
                </a:solidFill>
                <a:latin typeface="Rockwell"/>
                <a:ea typeface="Rockwell"/>
                <a:cs typeface="Rockwell"/>
                <a:sym typeface="Rockwell"/>
              </a:rPr>
              <a:t>Fastspänd i alla riktningar.</a:t>
            </a:r>
            <a:endParaRPr/>
          </a:p>
          <a:p>
            <a:pPr indent="-330200" lvl="0" marL="292100" rtl="0" algn="l">
              <a:lnSpc>
                <a:spcPct val="100000"/>
              </a:lnSpc>
              <a:spcBef>
                <a:spcPts val="0"/>
              </a:spcBef>
              <a:spcAft>
                <a:spcPts val="0"/>
              </a:spcAft>
              <a:buClr>
                <a:schemeClr val="accent1"/>
              </a:buClr>
              <a:buSzPts val="2000"/>
              <a:buFont typeface="Noto Sans Symbols"/>
              <a:buChar char="⦿"/>
            </a:pPr>
            <a:r>
              <a:rPr lang="en-US" sz="2000"/>
              <a:t>80% framåt, 50% sidled och bakåt</a:t>
            </a:r>
            <a:r>
              <a:rPr b="0" i="0" lang="en-US" sz="2000" u="none">
                <a:solidFill>
                  <a:schemeClr val="lt1"/>
                </a:solidFill>
                <a:latin typeface="Rockwell"/>
                <a:ea typeface="Rockwell"/>
                <a:cs typeface="Rockwell"/>
                <a:sym typeface="Rockwell"/>
              </a:rPr>
              <a:t>.</a:t>
            </a:r>
            <a:endParaRPr/>
          </a:p>
          <a:p>
            <a:pPr indent="-330200" lvl="0" marL="292100" rtl="0" algn="l">
              <a:lnSpc>
                <a:spcPct val="100000"/>
              </a:lnSpc>
              <a:spcBef>
                <a:spcPts val="0"/>
              </a:spcBef>
              <a:spcAft>
                <a:spcPts val="0"/>
              </a:spcAft>
              <a:buClr>
                <a:schemeClr val="accent1"/>
              </a:buClr>
              <a:buSzPts val="2000"/>
              <a:buFont typeface="Noto Sans Symbols"/>
              <a:buChar char="⦿"/>
            </a:pPr>
            <a:r>
              <a:rPr lang="en-US" sz="2000"/>
              <a:t>G</a:t>
            </a:r>
            <a:r>
              <a:rPr b="0" i="0" lang="en-US" sz="2000" u="none">
                <a:solidFill>
                  <a:schemeClr val="lt1"/>
                </a:solidFill>
                <a:latin typeface="Rockwell"/>
                <a:ea typeface="Rockwell"/>
                <a:cs typeface="Rockwell"/>
                <a:sym typeface="Rockwell"/>
              </a:rPr>
              <a:t>odkända </a:t>
            </a:r>
            <a:r>
              <a:rPr lang="en-US" sz="2000"/>
              <a:t>spännband</a:t>
            </a:r>
            <a:r>
              <a:rPr b="0" i="0" lang="en-US" sz="2000" u="none">
                <a:solidFill>
                  <a:schemeClr val="lt1"/>
                </a:solidFill>
                <a:latin typeface="Rockwell"/>
                <a:ea typeface="Rockwell"/>
                <a:cs typeface="Rockwell"/>
                <a:sym typeface="Rockwell"/>
              </a:rPr>
              <a:t>.</a:t>
            </a:r>
            <a:endParaRPr/>
          </a:p>
          <a:p>
            <a:pPr indent="-330200" lvl="0" marL="292100" rtl="0" algn="l">
              <a:lnSpc>
                <a:spcPct val="100000"/>
              </a:lnSpc>
              <a:spcBef>
                <a:spcPts val="0"/>
              </a:spcBef>
              <a:spcAft>
                <a:spcPts val="0"/>
              </a:spcAft>
              <a:buClr>
                <a:schemeClr val="accent1"/>
              </a:buClr>
              <a:buSzPts val="2000"/>
              <a:buFont typeface="Noto Sans Symbols"/>
              <a:buChar char="⦿"/>
            </a:pPr>
            <a:r>
              <a:rPr b="0" i="0" lang="en-US" sz="2000" u="none">
                <a:solidFill>
                  <a:schemeClr val="lt1"/>
                </a:solidFill>
                <a:latin typeface="Rockwell"/>
                <a:ea typeface="Rockwell"/>
                <a:cs typeface="Rockwell"/>
                <a:sym typeface="Rockwell"/>
              </a:rPr>
              <a:t>Godkända klampor.</a:t>
            </a:r>
            <a:endParaRPr/>
          </a:p>
          <a:p>
            <a:pPr indent="-330200" lvl="0" marL="292100" rtl="0" algn="l">
              <a:lnSpc>
                <a:spcPct val="100000"/>
              </a:lnSpc>
              <a:spcBef>
                <a:spcPts val="0"/>
              </a:spcBef>
              <a:spcAft>
                <a:spcPts val="0"/>
              </a:spcAft>
              <a:buClr>
                <a:schemeClr val="accent1"/>
              </a:buClr>
              <a:buSzPts val="2000"/>
              <a:buFont typeface="Noto Sans Symbols"/>
              <a:buChar char="⦿"/>
            </a:pPr>
            <a:r>
              <a:rPr b="0" i="0" lang="en-US" sz="2000" u="none">
                <a:solidFill>
                  <a:schemeClr val="lt1"/>
                </a:solidFill>
                <a:latin typeface="Rockwell"/>
                <a:ea typeface="Rockwell"/>
                <a:cs typeface="Rockwell"/>
                <a:sym typeface="Rockwell"/>
              </a:rPr>
              <a:t>Släpvagn med kåpa.</a:t>
            </a:r>
            <a:endParaRPr/>
          </a:p>
          <a:p>
            <a:pPr indent="-330200" lvl="0" marL="292100" rtl="0" algn="l">
              <a:lnSpc>
                <a:spcPct val="100000"/>
              </a:lnSpc>
              <a:spcBef>
                <a:spcPts val="0"/>
              </a:spcBef>
              <a:spcAft>
                <a:spcPts val="0"/>
              </a:spcAft>
              <a:buClr>
                <a:schemeClr val="accent1"/>
              </a:buClr>
              <a:buSzPts val="2000"/>
              <a:buFont typeface="Noto Sans Symbols"/>
              <a:buChar char="⦿"/>
            </a:pPr>
            <a:r>
              <a:rPr b="0" i="0" lang="en-US" sz="2000" u="none">
                <a:solidFill>
                  <a:schemeClr val="lt1"/>
                </a:solidFill>
                <a:latin typeface="Rockwell"/>
                <a:ea typeface="Rockwell"/>
                <a:cs typeface="Rockwell"/>
                <a:sym typeface="Rockwell"/>
              </a:rPr>
              <a:t>Parkeringsbromsen.</a:t>
            </a:r>
            <a:endParaRPr b="0" i="0" sz="2000" u="none">
              <a:solidFill>
                <a:schemeClr val="lt1"/>
              </a:solidFill>
              <a:latin typeface="Rockwell"/>
              <a:ea typeface="Rockwell"/>
              <a:cs typeface="Rockwell"/>
              <a:sym typeface="Rockwell"/>
            </a:endParaRPr>
          </a:p>
          <a:p>
            <a:pPr indent="0" lvl="0" marL="292100" rtl="0" algn="l">
              <a:lnSpc>
                <a:spcPct val="100000"/>
              </a:lnSpc>
              <a:spcBef>
                <a:spcPts val="0"/>
              </a:spcBef>
              <a:spcAft>
                <a:spcPts val="0"/>
              </a:spcAft>
              <a:buNone/>
            </a:pPr>
            <a:r>
              <a:rPr lang="en-US" sz="1300" u="sng">
                <a:solidFill>
                  <a:schemeClr val="hlink"/>
                </a:solidFill>
                <a:hlinkClick r:id="rId4"/>
              </a:rPr>
              <a:t>https://www.youtube.com/watch?v=M4YE1kKttuY&amp;list=PL86xsQeQvuXpKefPDPtnjL3e4cgccM4dr&amp;index=5</a:t>
            </a:r>
            <a:endParaRPr sz="1300"/>
          </a:p>
        </p:txBody>
      </p:sp>
      <p:pic>
        <p:nvPicPr>
          <p:cNvPr descr="ce.gif" id="2025" name="Google Shape;2025;p254"/>
          <p:cNvPicPr preferRelativeResize="0"/>
          <p:nvPr/>
        </p:nvPicPr>
        <p:blipFill rotWithShape="1">
          <a:blip r:embed="rId5">
            <a:alphaModFix/>
          </a:blip>
          <a:srcRect b="0" l="0" r="0" t="0"/>
          <a:stretch/>
        </p:blipFill>
        <p:spPr>
          <a:xfrm>
            <a:off x="4140200" y="5300662"/>
            <a:ext cx="1250950" cy="962025"/>
          </a:xfrm>
          <a:prstGeom prst="rect">
            <a:avLst/>
          </a:prstGeom>
          <a:noFill/>
          <a:ln>
            <a:noFill/>
          </a:ln>
        </p:spPr>
      </p:pic>
      <p:sp>
        <p:nvSpPr>
          <p:cNvPr id="2026" name="Google Shape;2026;p254"/>
          <p:cNvSpPr txBox="1"/>
          <p:nvPr/>
        </p:nvSpPr>
        <p:spPr>
          <a:xfrm>
            <a:off x="2627312" y="2636837"/>
            <a:ext cx="6175375"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Times New Roman"/>
              <a:buNone/>
            </a:pPr>
            <a:r>
              <a:rPr b="0" i="0" lang="en-US" sz="2400" u="none">
                <a:solidFill>
                  <a:schemeClr val="lt1"/>
                </a:solidFill>
                <a:latin typeface="Times New Roman"/>
                <a:ea typeface="Times New Roman"/>
                <a:cs typeface="Times New Roman"/>
                <a:sym typeface="Times New Roman"/>
              </a:rPr>
              <a:t>http://shop.tya.se/pdf/lastsakring_lathund.pdf</a:t>
            </a:r>
            <a:endParaRPr/>
          </a:p>
        </p:txBody>
      </p:sp>
      <p:pic>
        <p:nvPicPr>
          <p:cNvPr descr="superclamp_used.jpg" id="2027" name="Google Shape;2027;p254"/>
          <p:cNvPicPr preferRelativeResize="0"/>
          <p:nvPr/>
        </p:nvPicPr>
        <p:blipFill rotWithShape="1">
          <a:blip r:embed="rId6">
            <a:alphaModFix/>
          </a:blip>
          <a:srcRect b="0" l="0" r="0" t="0"/>
          <a:stretch/>
        </p:blipFill>
        <p:spPr>
          <a:xfrm>
            <a:off x="1116012" y="1341437"/>
            <a:ext cx="3475037" cy="2303462"/>
          </a:xfrm>
          <a:prstGeom prst="rect">
            <a:avLst/>
          </a:prstGeom>
          <a:noFill/>
          <a:ln>
            <a:noFill/>
          </a:ln>
        </p:spPr>
      </p:pic>
      <p:pic>
        <p:nvPicPr>
          <p:cNvPr descr="spannb1.jpg" id="2028" name="Google Shape;2028;p254"/>
          <p:cNvPicPr preferRelativeResize="0"/>
          <p:nvPr/>
        </p:nvPicPr>
        <p:blipFill rotWithShape="1">
          <a:blip r:embed="rId7">
            <a:alphaModFix/>
          </a:blip>
          <a:srcRect b="0" l="0" r="0" t="0"/>
          <a:stretch/>
        </p:blipFill>
        <p:spPr>
          <a:xfrm>
            <a:off x="5292725" y="3500437"/>
            <a:ext cx="4135437" cy="3097212"/>
          </a:xfrm>
          <a:prstGeom prst="rect">
            <a:avLst/>
          </a:prstGeom>
          <a:noFill/>
          <a:ln>
            <a:noFill/>
          </a:ln>
        </p:spPr>
      </p:pic>
      <p:pic>
        <p:nvPicPr>
          <p:cNvPr descr="superclamp-rear.jpg" id="2029" name="Google Shape;2029;p254"/>
          <p:cNvPicPr preferRelativeResize="0"/>
          <p:nvPr/>
        </p:nvPicPr>
        <p:blipFill rotWithShape="1">
          <a:blip r:embed="rId8">
            <a:alphaModFix/>
          </a:blip>
          <a:srcRect b="0" l="0" r="0" t="0"/>
          <a:stretch/>
        </p:blipFill>
        <p:spPr>
          <a:xfrm>
            <a:off x="4716462" y="1341437"/>
            <a:ext cx="3490912" cy="2303462"/>
          </a:xfrm>
          <a:prstGeom prst="rect">
            <a:avLst/>
          </a:prstGeom>
          <a:noFill/>
          <a:ln>
            <a:noFill/>
          </a:ln>
        </p:spPr>
      </p:pic>
      <p:sp>
        <p:nvSpPr>
          <p:cNvPr id="2030" name="Google Shape;2030;p254"/>
          <p:cNvSpPr txBox="1"/>
          <p:nvPr/>
        </p:nvSpPr>
        <p:spPr>
          <a:xfrm>
            <a:off x="752075" y="6299750"/>
            <a:ext cx="3228000" cy="29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000" u="sng">
                <a:solidFill>
                  <a:schemeClr val="hlink"/>
                </a:solidFill>
                <a:latin typeface="Rockwell"/>
                <a:ea typeface="Rockwell"/>
                <a:cs typeface="Rockwell"/>
                <a:sym typeface="Rockwell"/>
                <a:hlinkClick r:id="rId9"/>
              </a:rPr>
              <a:t>https://youtu.be/C7OmE1QRbDw?si=aRmvawoHRoK2GO9d</a:t>
            </a:r>
            <a:r>
              <a:rPr lang="en-US" sz="1000">
                <a:solidFill>
                  <a:schemeClr val="lt1"/>
                </a:solidFill>
                <a:latin typeface="Rockwell"/>
                <a:ea typeface="Rockwell"/>
                <a:cs typeface="Rockwell"/>
                <a:sym typeface="Rockwell"/>
              </a:rPr>
              <a:t> </a:t>
            </a:r>
            <a:endParaRPr sz="1000">
              <a:solidFill>
                <a:schemeClr val="lt1"/>
              </a:solidFill>
              <a:latin typeface="Rockwell"/>
              <a:ea typeface="Rockwell"/>
              <a:cs typeface="Rockwell"/>
              <a:sym typeface="Rockwe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xEl>
                                              <p:pRg end="0" st="0"/>
                                            </p:txEl>
                                          </p:spTgt>
                                        </p:tgtEl>
                                        <p:attrNameLst>
                                          <p:attrName>style.visibility</p:attrName>
                                        </p:attrNameLst>
                                      </p:cBhvr>
                                      <p:to>
                                        <p:strVal val="visible"/>
                                      </p:to>
                                    </p:set>
                                    <p:animEffect filter="fade" transition="in">
                                      <p:cBhvr>
                                        <p:cTn dur="300"/>
                                        <p:tgtEl>
                                          <p:spTgt spid="20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xEl>
                                              <p:pRg end="1" st="1"/>
                                            </p:txEl>
                                          </p:spTgt>
                                        </p:tgtEl>
                                        <p:attrNameLst>
                                          <p:attrName>style.visibility</p:attrName>
                                        </p:attrNameLst>
                                      </p:cBhvr>
                                      <p:to>
                                        <p:strVal val="visible"/>
                                      </p:to>
                                    </p:set>
                                    <p:animEffect filter="fade" transition="in">
                                      <p:cBhvr>
                                        <p:cTn dur="300"/>
                                        <p:tgtEl>
                                          <p:spTgt spid="20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xEl>
                                              <p:pRg end="2" st="2"/>
                                            </p:txEl>
                                          </p:spTgt>
                                        </p:tgtEl>
                                        <p:attrNameLst>
                                          <p:attrName>style.visibility</p:attrName>
                                        </p:attrNameLst>
                                      </p:cBhvr>
                                      <p:to>
                                        <p:strVal val="visible"/>
                                      </p:to>
                                    </p:set>
                                    <p:animEffect filter="fade" transition="in">
                                      <p:cBhvr>
                                        <p:cTn dur="300"/>
                                        <p:tgtEl>
                                          <p:spTgt spid="20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xEl>
                                              <p:pRg end="3" st="3"/>
                                            </p:txEl>
                                          </p:spTgt>
                                        </p:tgtEl>
                                        <p:attrNameLst>
                                          <p:attrName>style.visibility</p:attrName>
                                        </p:attrNameLst>
                                      </p:cBhvr>
                                      <p:to>
                                        <p:strVal val="visible"/>
                                      </p:to>
                                    </p:set>
                                    <p:animEffect filter="fade" transition="in">
                                      <p:cBhvr>
                                        <p:cTn dur="300"/>
                                        <p:tgtEl>
                                          <p:spTgt spid="20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xEl>
                                              <p:pRg end="4" st="4"/>
                                            </p:txEl>
                                          </p:spTgt>
                                        </p:tgtEl>
                                        <p:attrNameLst>
                                          <p:attrName>style.visibility</p:attrName>
                                        </p:attrNameLst>
                                      </p:cBhvr>
                                      <p:to>
                                        <p:strVal val="visible"/>
                                      </p:to>
                                    </p:set>
                                    <p:animEffect filter="fade" transition="in">
                                      <p:cBhvr>
                                        <p:cTn dur="300"/>
                                        <p:tgtEl>
                                          <p:spTgt spid="20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xEl>
                                              <p:pRg end="5" st="5"/>
                                            </p:txEl>
                                          </p:spTgt>
                                        </p:tgtEl>
                                        <p:attrNameLst>
                                          <p:attrName>style.visibility</p:attrName>
                                        </p:attrNameLst>
                                      </p:cBhvr>
                                      <p:to>
                                        <p:strVal val="visible"/>
                                      </p:to>
                                    </p:set>
                                    <p:animEffect filter="fade" transition="in">
                                      <p:cBhvr>
                                        <p:cTn dur="300"/>
                                        <p:tgtEl>
                                          <p:spTgt spid="20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4">
                                            <p:txEl>
                                              <p:pRg end="6" st="6"/>
                                            </p:txEl>
                                          </p:spTgt>
                                        </p:tgtEl>
                                        <p:attrNameLst>
                                          <p:attrName>style.visibility</p:attrName>
                                        </p:attrNameLst>
                                      </p:cBhvr>
                                      <p:to>
                                        <p:strVal val="visible"/>
                                      </p:to>
                                    </p:set>
                                    <p:animEffect filter="fade" transition="in">
                                      <p:cBhvr>
                                        <p:cTn dur="300"/>
                                        <p:tgtEl>
                                          <p:spTgt spid="202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23"/>
                                        </p:tgtEl>
                                        <p:attrNameLst>
                                          <p:attrName>style.visibility</p:attrName>
                                        </p:attrNameLst>
                                      </p:cBhvr>
                                      <p:to>
                                        <p:strVal val="visible"/>
                                      </p:to>
                                    </p:set>
                                    <p:anim calcmode="lin" valueType="num">
                                      <p:cBhvr additive="base">
                                        <p:cTn dur="500"/>
                                        <p:tgtEl>
                                          <p:spTgt spid="202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26"/>
                                        </p:tgtEl>
                                        <p:attrNameLst>
                                          <p:attrName>style.visibility</p:attrName>
                                        </p:attrNameLst>
                                      </p:cBhvr>
                                      <p:to>
                                        <p:strVal val="visible"/>
                                      </p:to>
                                    </p:set>
                                    <p:anim calcmode="lin" valueType="num">
                                      <p:cBhvr additive="base">
                                        <p:cTn dur="500"/>
                                        <p:tgtEl>
                                          <p:spTgt spid="20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5"/>
                                        </p:tgtEl>
                                        <p:attrNameLst>
                                          <p:attrName>style.visibility</p:attrName>
                                        </p:attrNameLst>
                                      </p:cBhvr>
                                      <p:to>
                                        <p:strVal val="visible"/>
                                      </p:to>
                                    </p:set>
                                    <p:animEffect filter="fade" transition="in">
                                      <p:cBhvr>
                                        <p:cTn dur="1000"/>
                                        <p:tgtEl>
                                          <p:spTgt spid="20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8"/>
                                        </p:tgtEl>
                                        <p:attrNameLst>
                                          <p:attrName>style.visibility</p:attrName>
                                        </p:attrNameLst>
                                      </p:cBhvr>
                                      <p:to>
                                        <p:strVal val="visible"/>
                                      </p:to>
                                    </p:set>
                                    <p:animEffect filter="fade" transition="in">
                                      <p:cBhvr>
                                        <p:cTn dur="1000"/>
                                        <p:tgtEl>
                                          <p:spTgt spid="20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7"/>
                                        </p:tgtEl>
                                        <p:attrNameLst>
                                          <p:attrName>style.visibility</p:attrName>
                                        </p:attrNameLst>
                                      </p:cBhvr>
                                      <p:to>
                                        <p:strVal val="visible"/>
                                      </p:to>
                                    </p:set>
                                    <p:animEffect filter="fade" transition="in">
                                      <p:cBhvr>
                                        <p:cTn dur="500"/>
                                        <p:tgtEl>
                                          <p:spTgt spid="2027"/>
                                        </p:tgtEl>
                                      </p:cBhvr>
                                    </p:animEffect>
                                  </p:childTnLst>
                                </p:cTn>
                              </p:par>
                              <p:par>
                                <p:cTn fill="hold" nodeType="withEffect" presetClass="entr" presetID="10" presetSubtype="0">
                                  <p:stCondLst>
                                    <p:cond delay="0"/>
                                  </p:stCondLst>
                                  <p:childTnLst>
                                    <p:set>
                                      <p:cBhvr>
                                        <p:cTn dur="1" fill="hold">
                                          <p:stCondLst>
                                            <p:cond delay="0"/>
                                          </p:stCondLst>
                                        </p:cTn>
                                        <p:tgtEl>
                                          <p:spTgt spid="2029"/>
                                        </p:tgtEl>
                                        <p:attrNameLst>
                                          <p:attrName>style.visibility</p:attrName>
                                        </p:attrNameLst>
                                      </p:cBhvr>
                                      <p:to>
                                        <p:strVal val="visible"/>
                                      </p:to>
                                    </p:set>
                                    <p:animEffect filter="fade" transition="in">
                                      <p:cBhvr>
                                        <p:cTn dur="500"/>
                                        <p:tgtEl>
                                          <p:spTgt spid="20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3"/>
                                        </p:tgtEl>
                                        <p:attrNameLst>
                                          <p:attrName>style.visibility</p:attrName>
                                        </p:attrNameLst>
                                      </p:cBhvr>
                                      <p:to>
                                        <p:strVal val="visible"/>
                                      </p:to>
                                    </p:set>
                                    <p:animEffect filter="fade" transition="in">
                                      <p:cBhvr>
                                        <p:cTn dur="1000"/>
                                        <p:tgtEl>
                                          <p:spTgt spid="20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4" name="Shape 2034"/>
        <p:cNvGrpSpPr/>
        <p:nvPr/>
      </p:nvGrpSpPr>
      <p:grpSpPr>
        <a:xfrm>
          <a:off x="0" y="0"/>
          <a:ext cx="0" cy="0"/>
          <a:chOff x="0" y="0"/>
          <a:chExt cx="0" cy="0"/>
        </a:xfrm>
      </p:grpSpPr>
      <p:sp>
        <p:nvSpPr>
          <p:cNvPr id="2035" name="Google Shape;2035;p255"/>
          <p:cNvSpPr txBox="1"/>
          <p:nvPr>
            <p:ph idx="4294967295"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b="1" i="0" lang="en-US" sz="4100" u="none" cap="none" strike="noStrike">
                <a:solidFill>
                  <a:schemeClr val="dk2"/>
                </a:solidFill>
                <a:latin typeface="Lucida Sans"/>
                <a:ea typeface="Lucida Sans"/>
                <a:cs typeface="Lucida Sans"/>
                <a:sym typeface="Lucida Sans"/>
              </a:rPr>
              <a:t>Farligt gods</a:t>
            </a:r>
            <a:endParaRPr/>
          </a:p>
        </p:txBody>
      </p:sp>
      <p:pic>
        <p:nvPicPr>
          <p:cNvPr descr="C:\Documents and Settings\Anders\Mina dokument\ÖSSK\Förarb. Snöskoter\Farligt gods.JPG" id="2036" name="Google Shape;2036;p255"/>
          <p:cNvPicPr preferRelativeResize="0"/>
          <p:nvPr>
            <p:ph idx="1" type="body"/>
          </p:nvPr>
        </p:nvPicPr>
        <p:blipFill rotWithShape="1">
          <a:blip r:embed="rId3">
            <a:alphaModFix/>
          </a:blip>
          <a:srcRect b="0" l="0" r="0" t="0"/>
          <a:stretch/>
        </p:blipFill>
        <p:spPr>
          <a:xfrm>
            <a:off x="0" y="1737225"/>
            <a:ext cx="8839200" cy="2764800"/>
          </a:xfrm>
          <a:prstGeom prst="rect">
            <a:avLst/>
          </a:prstGeom>
          <a:noFill/>
          <a:ln>
            <a:noFill/>
          </a:ln>
        </p:spPr>
      </p:pic>
      <p:sp>
        <p:nvSpPr>
          <p:cNvPr id="2037" name="Google Shape;2037;p255"/>
          <p:cNvSpPr txBox="1"/>
          <p:nvPr>
            <p:ph idx="1" type="body"/>
          </p:nvPr>
        </p:nvSpPr>
        <p:spPr>
          <a:xfrm>
            <a:off x="684212" y="4292600"/>
            <a:ext cx="8101012" cy="1524000"/>
          </a:xfrm>
          <a:prstGeom prst="rect">
            <a:avLst/>
          </a:prstGeom>
          <a:noFill/>
          <a:ln>
            <a:noFill/>
          </a:ln>
        </p:spPr>
        <p:txBody>
          <a:bodyPr anchorCtr="0" anchor="t" bIns="45700" lIns="91425" spcFirstLastPara="1" rIns="91425" wrap="square" tIns="45700">
            <a:noAutofit/>
          </a:bodyPr>
          <a:lstStyle/>
          <a:p>
            <a:pPr indent="-143319" lvl="0" marL="365125" rtl="0" algn="l">
              <a:lnSpc>
                <a:spcPct val="80000"/>
              </a:lnSpc>
              <a:spcBef>
                <a:spcPts val="0"/>
              </a:spcBef>
              <a:spcAft>
                <a:spcPts val="0"/>
              </a:spcAft>
              <a:buClr>
                <a:schemeClr val="accent1"/>
              </a:buClr>
              <a:buSzPts val="1768"/>
              <a:buFont typeface="Noto Sans Symbols"/>
              <a:buNone/>
            </a:pPr>
            <a:r>
              <a:t/>
            </a:r>
            <a:endParaRPr b="0" i="0" sz="2600" u="none">
              <a:solidFill>
                <a:schemeClr val="dk1"/>
              </a:solidFill>
              <a:latin typeface="Lucida Sans"/>
              <a:ea typeface="Lucida Sans"/>
              <a:cs typeface="Lucida Sans"/>
              <a:sym typeface="Lucida Sans"/>
            </a:endParaRPr>
          </a:p>
          <a:p>
            <a:pPr indent="-295719" lvl="0" marL="365125" rtl="0" algn="l">
              <a:lnSpc>
                <a:spcPct val="80000"/>
              </a:lnSpc>
              <a:spcBef>
                <a:spcPts val="400"/>
              </a:spcBef>
              <a:spcAft>
                <a:spcPts val="0"/>
              </a:spcAft>
              <a:buClr>
                <a:schemeClr val="accent1"/>
              </a:buClr>
              <a:buSzPts val="2400"/>
              <a:buFont typeface="Noto Sans Symbols"/>
              <a:buChar char="🞂"/>
            </a:pPr>
            <a:r>
              <a:rPr b="0" i="0" lang="en-US" sz="2400" u="none">
                <a:solidFill>
                  <a:schemeClr val="dk1"/>
                </a:solidFill>
                <a:latin typeface="Lucida Sans"/>
                <a:ea typeface="Lucida Sans"/>
                <a:cs typeface="Lucida Sans"/>
                <a:sym typeface="Lucida Sans"/>
              </a:rPr>
              <a:t>60 liter bensin i godkända kärl</a:t>
            </a:r>
            <a:r>
              <a:rPr lang="en-US" sz="2400"/>
              <a:t>=3st 20 l Jeepdunk</a:t>
            </a:r>
            <a:endParaRPr sz="2400"/>
          </a:p>
          <a:p>
            <a:pPr indent="-228599" lvl="1" marL="620712" rtl="0" algn="l">
              <a:lnSpc>
                <a:spcPct val="80000"/>
              </a:lnSpc>
              <a:spcBef>
                <a:spcPts val="300"/>
              </a:spcBef>
              <a:spcAft>
                <a:spcPts val="0"/>
              </a:spcAft>
              <a:buClr>
                <a:schemeClr val="accent1"/>
              </a:buClr>
              <a:buSzPts val="2200"/>
              <a:buFont typeface="Verdana"/>
              <a:buChar char="◦"/>
            </a:pPr>
            <a:r>
              <a:rPr b="0" i="0" lang="en-US" sz="2200" u="none">
                <a:solidFill>
                  <a:schemeClr val="dk1"/>
                </a:solidFill>
                <a:latin typeface="Lucida Sans"/>
                <a:ea typeface="Lucida Sans"/>
                <a:cs typeface="Lucida Sans"/>
                <a:sym typeface="Lucida Sans"/>
              </a:rPr>
              <a:t>Max. 240 l brännbar vätska= </a:t>
            </a:r>
            <a:r>
              <a:rPr lang="en-US" sz="2200"/>
              <a:t>4</a:t>
            </a:r>
            <a:r>
              <a:rPr b="0" i="0" lang="en-US" sz="2200" u="none">
                <a:solidFill>
                  <a:schemeClr val="dk1"/>
                </a:solidFill>
                <a:latin typeface="Lucida Sans"/>
                <a:ea typeface="Lucida Sans"/>
                <a:cs typeface="Lucida Sans"/>
                <a:sym typeface="Lucida Sans"/>
              </a:rPr>
              <a:t>st 60 </a:t>
            </a:r>
            <a:r>
              <a:rPr lang="en-US" sz="2200"/>
              <a:t>l fat</a:t>
            </a:r>
            <a:endParaRPr/>
          </a:p>
          <a:p>
            <a:pPr indent="0" lvl="0" marL="620713" rtl="0" algn="l">
              <a:lnSpc>
                <a:spcPct val="80000"/>
              </a:lnSpc>
              <a:spcBef>
                <a:spcPts val="300"/>
              </a:spcBef>
              <a:spcAft>
                <a:spcPts val="0"/>
              </a:spcAft>
              <a:buNone/>
            </a:pPr>
            <a:r>
              <a:t/>
            </a:r>
            <a:endParaRPr/>
          </a:p>
        </p:txBody>
      </p:sp>
      <p:sp>
        <p:nvSpPr>
          <p:cNvPr id="2038" name="Google Shape;2038;p255"/>
          <p:cNvSpPr txBox="1"/>
          <p:nvPr/>
        </p:nvSpPr>
        <p:spPr>
          <a:xfrm>
            <a:off x="515100" y="62217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48</a:t>
            </a:r>
            <a:endParaRPr>
              <a:latin typeface="Lucida Sans"/>
              <a:ea typeface="Lucida Sans"/>
              <a:cs typeface="Lucida Sans"/>
              <a:sym typeface="Lucida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2" name="Shape 2042"/>
        <p:cNvGrpSpPr/>
        <p:nvPr/>
      </p:nvGrpSpPr>
      <p:grpSpPr>
        <a:xfrm>
          <a:off x="0" y="0"/>
          <a:ext cx="0" cy="0"/>
          <a:chOff x="0" y="0"/>
          <a:chExt cx="0" cy="0"/>
        </a:xfrm>
      </p:grpSpPr>
      <p:sp>
        <p:nvSpPr>
          <p:cNvPr id="2043" name="Google Shape;2043;p256"/>
          <p:cNvSpPr txBox="1"/>
          <p:nvPr>
            <p:ph type="title"/>
          </p:nvPr>
        </p:nvSpPr>
        <p:spPr>
          <a:xfrm>
            <a:off x="1042987" y="115887"/>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wentieth Century"/>
              <a:buNone/>
            </a:pPr>
            <a:r>
              <a:rPr b="0" i="0" lang="en-US" sz="4400" u="none">
                <a:solidFill>
                  <a:schemeClr val="dk2"/>
                </a:solidFill>
                <a:latin typeface="Twentieth Century"/>
                <a:ea typeface="Twentieth Century"/>
                <a:cs typeface="Twentieth Century"/>
                <a:sym typeface="Twentieth Century"/>
              </a:rPr>
              <a:t>Lagar och regler</a:t>
            </a:r>
            <a:endParaRPr/>
          </a:p>
        </p:txBody>
      </p:sp>
      <p:sp>
        <p:nvSpPr>
          <p:cNvPr id="2044" name="Google Shape;2044;p256"/>
          <p:cNvSpPr txBox="1"/>
          <p:nvPr>
            <p:ph idx="1" type="body"/>
          </p:nvPr>
        </p:nvSpPr>
        <p:spPr>
          <a:xfrm>
            <a:off x="685800" y="1981200"/>
            <a:ext cx="3808412" cy="4114800"/>
          </a:xfrm>
          <a:prstGeom prst="rect">
            <a:avLst/>
          </a:prstGeom>
          <a:noFill/>
          <a:ln>
            <a:noFill/>
          </a:ln>
        </p:spPr>
        <p:txBody>
          <a:bodyPr anchorCtr="0" anchor="t" bIns="45700" lIns="91425" spcFirstLastPara="1" rIns="91425" wrap="square" tIns="45700">
            <a:noAutofit/>
          </a:bodyPr>
          <a:lstStyle/>
          <a:p>
            <a:pPr indent="-319087" lvl="0" marL="319087" marR="0" rtl="0" algn="l">
              <a:lnSpc>
                <a:spcPct val="90000"/>
              </a:lnSpc>
              <a:spcBef>
                <a:spcPts val="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Körkortslagen, KKL</a:t>
            </a:r>
            <a:endParaRPr/>
          </a:p>
          <a:p>
            <a:pPr indent="-319087" lvl="0" marL="319087" marR="0" rtl="0" algn="l">
              <a:lnSpc>
                <a:spcPct val="9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Trafikbrottslagen</a:t>
            </a:r>
            <a:endParaRPr/>
          </a:p>
          <a:p>
            <a:pPr indent="-319087" lvl="0" marL="319087" marR="0" rtl="0" algn="l">
              <a:lnSpc>
                <a:spcPct val="9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Fordonslagen</a:t>
            </a:r>
            <a:endParaRPr/>
          </a:p>
          <a:p>
            <a:pPr indent="-319087" lvl="0" marL="319087" marR="0" rtl="0" algn="l">
              <a:lnSpc>
                <a:spcPct val="9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Bilregisterkungörelsen, BRK</a:t>
            </a:r>
            <a:endParaRPr/>
          </a:p>
          <a:p>
            <a:pPr indent="-319087" lvl="0" marL="319087" marR="0" rtl="0" algn="l">
              <a:lnSpc>
                <a:spcPct val="9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Trafikförordningen, TrF</a:t>
            </a:r>
            <a:endParaRPr/>
          </a:p>
          <a:p>
            <a:pPr indent="-319087" lvl="0" marL="319087" marR="0" rtl="0" algn="l">
              <a:lnSpc>
                <a:spcPct val="9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Terrängkörningslagen, TKL</a:t>
            </a:r>
            <a:endParaRPr/>
          </a:p>
          <a:p>
            <a:pPr indent="-319087" lvl="0" marL="319087" marR="0" rtl="0" algn="l">
              <a:lnSpc>
                <a:spcPct val="9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Terrängkörningsförordningen, TKF</a:t>
            </a:r>
            <a:endParaRPr/>
          </a:p>
        </p:txBody>
      </p:sp>
      <p:sp>
        <p:nvSpPr>
          <p:cNvPr id="2045" name="Google Shape;2045;p256"/>
          <p:cNvSpPr txBox="1"/>
          <p:nvPr>
            <p:ph idx="2" type="body"/>
          </p:nvPr>
        </p:nvSpPr>
        <p:spPr>
          <a:xfrm>
            <a:off x="4649787" y="1981200"/>
            <a:ext cx="3808412" cy="4114800"/>
          </a:xfrm>
          <a:prstGeom prst="rect">
            <a:avLst/>
          </a:prstGeom>
          <a:noFill/>
          <a:ln>
            <a:noFill/>
          </a:ln>
        </p:spPr>
        <p:txBody>
          <a:bodyPr anchorCtr="0" anchor="t" bIns="45700" lIns="91425" spcFirstLastPara="1" rIns="91425" wrap="square" tIns="45700">
            <a:noAutofit/>
          </a:bodyPr>
          <a:lstStyle/>
          <a:p>
            <a:pPr indent="-319087" lvl="0" marL="319087" marR="0" rtl="0" algn="l">
              <a:lnSpc>
                <a:spcPct val="100000"/>
              </a:lnSpc>
              <a:spcBef>
                <a:spcPts val="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Lokala trafikföreskrifter</a:t>
            </a:r>
            <a:endParaRPr/>
          </a:p>
          <a:p>
            <a:pPr indent="-273049" lvl="1" marL="639762" marR="0" rtl="0" algn="l">
              <a:lnSpc>
                <a:spcPct val="100000"/>
              </a:lnSpc>
              <a:spcBef>
                <a:spcPts val="500"/>
              </a:spcBef>
              <a:spcAft>
                <a:spcPts val="0"/>
              </a:spcAft>
              <a:buClr>
                <a:schemeClr val="accent1"/>
              </a:buClr>
              <a:buSzPts val="1400"/>
              <a:buFont typeface="Noto Sans Symbols"/>
              <a:buChar char="🞑"/>
            </a:pPr>
            <a:r>
              <a:rPr b="0" i="0" lang="en-US" sz="2000" u="none" cap="none" strike="noStrike">
                <a:solidFill>
                  <a:schemeClr val="dk1"/>
                </a:solidFill>
                <a:latin typeface="Twentieth Century"/>
                <a:ea typeface="Twentieth Century"/>
                <a:cs typeface="Twentieth Century"/>
                <a:sym typeface="Twentieth Century"/>
              </a:rPr>
              <a:t>Finns hos kommunen</a:t>
            </a:r>
            <a:endParaRPr/>
          </a:p>
          <a:p>
            <a:pPr indent="-319087" lvl="0" marL="319087" marR="0" rtl="0" algn="l">
              <a:lnSpc>
                <a:spcPct val="10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Jaktlagstiftningen</a:t>
            </a:r>
            <a:endParaRPr/>
          </a:p>
          <a:p>
            <a:pPr indent="-319087" lvl="0" marL="319087" marR="0" rtl="0" algn="l">
              <a:lnSpc>
                <a:spcPct val="10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Miljöbalken</a:t>
            </a:r>
            <a:endParaRPr/>
          </a:p>
          <a:p>
            <a:pPr indent="-319087" lvl="0" marL="319087" marR="0" rtl="0" algn="l">
              <a:lnSpc>
                <a:spcPct val="10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Lagen om felparkeringsavgift, FelPL</a:t>
            </a:r>
            <a:endParaRPr/>
          </a:p>
          <a:p>
            <a:pPr indent="-319087" lvl="0" marL="319087" marR="0" rtl="0" algn="l">
              <a:lnSpc>
                <a:spcPct val="10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Vägmärkesförordningen, VMF</a:t>
            </a:r>
            <a:endParaRPr/>
          </a:p>
          <a:p>
            <a:pPr indent="-319087" lvl="0" marL="319087" marR="0" rtl="0" algn="l">
              <a:lnSpc>
                <a:spcPct val="10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Fordonskungörelsen, FK</a:t>
            </a:r>
            <a:endParaRPr/>
          </a:p>
          <a:p>
            <a:pPr indent="-319087" lvl="0" marL="319087" marR="0" rtl="0" algn="l">
              <a:lnSpc>
                <a:spcPct val="100000"/>
              </a:lnSpc>
              <a:spcBef>
                <a:spcPts val="700"/>
              </a:spcBef>
              <a:spcAft>
                <a:spcPts val="0"/>
              </a:spcAft>
              <a:buClr>
                <a:schemeClr val="accent2"/>
              </a:buClr>
              <a:buSzPts val="1320"/>
              <a:buFont typeface="Noto Sans Symbols"/>
              <a:buChar char="◻"/>
            </a:pPr>
            <a:r>
              <a:rPr b="0" i="0" lang="en-US" sz="2200" u="none" cap="none" strike="noStrike">
                <a:solidFill>
                  <a:schemeClr val="dk1"/>
                </a:solidFill>
                <a:latin typeface="Twentieth Century"/>
                <a:ea typeface="Twentieth Century"/>
                <a:cs typeface="Twentieth Century"/>
                <a:sym typeface="Twentieth Century"/>
              </a:rPr>
              <a:t>Trafikskadelagen</a:t>
            </a:r>
            <a:endParaRPr/>
          </a:p>
          <a:p>
            <a:pPr indent="-235267" lvl="0" marL="319087" marR="0" rtl="0" algn="l">
              <a:lnSpc>
                <a:spcPct val="100000"/>
              </a:lnSpc>
              <a:spcBef>
                <a:spcPts val="700"/>
              </a:spcBef>
              <a:spcAft>
                <a:spcPts val="0"/>
              </a:spcAft>
              <a:buClr>
                <a:schemeClr val="accent2"/>
              </a:buClr>
              <a:buSzPts val="1320"/>
              <a:buFont typeface="Noto Sans Symbols"/>
              <a:buNone/>
            </a:pPr>
            <a:r>
              <a:t/>
            </a:r>
            <a:endParaRPr b="0" i="0" sz="2200" u="none" cap="none" strike="noStrike">
              <a:solidFill>
                <a:schemeClr val="dk1"/>
              </a:solidFill>
              <a:latin typeface="Twentieth Century"/>
              <a:ea typeface="Twentieth Century"/>
              <a:cs typeface="Twentieth Century"/>
              <a:sym typeface="Twentieth Century"/>
            </a:endParaRPr>
          </a:p>
          <a:p>
            <a:pPr indent="-235268" lvl="0" marL="319088" marR="0" rtl="0" algn="l">
              <a:spcBef>
                <a:spcPts val="700"/>
              </a:spcBef>
              <a:spcAft>
                <a:spcPts val="0"/>
              </a:spcAft>
              <a:buClr>
                <a:schemeClr val="accent2"/>
              </a:buClr>
              <a:buSzPts val="1320"/>
              <a:buFont typeface="Noto Sans Symbols"/>
              <a:buNone/>
            </a:pPr>
            <a:r>
              <a:t/>
            </a:r>
            <a:endParaRPr b="0" i="0" sz="2200" u="none">
              <a:solidFill>
                <a:schemeClr val="dk1"/>
              </a:solidFill>
              <a:latin typeface="Twentieth Century"/>
              <a:ea typeface="Twentieth Century"/>
              <a:cs typeface="Twentieth Century"/>
              <a:sym typeface="Twentieth Century"/>
            </a:endParaRPr>
          </a:p>
        </p:txBody>
      </p:sp>
      <p:sp>
        <p:nvSpPr>
          <p:cNvPr id="2046" name="Google Shape;2046;p256"/>
          <p:cNvSpPr txBox="1"/>
          <p:nvPr/>
        </p:nvSpPr>
        <p:spPr>
          <a:xfrm>
            <a:off x="737300" y="5938875"/>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wentieth Century"/>
                <a:ea typeface="Twentieth Century"/>
                <a:cs typeface="Twentieth Century"/>
                <a:sym typeface="Twentieth Century"/>
              </a:rPr>
              <a:t>sid 50</a:t>
            </a:r>
            <a:endParaRPr>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44">
                                            <p:txEl>
                                              <p:pRg end="0" st="0"/>
                                            </p:txEl>
                                          </p:spTgt>
                                        </p:tgtEl>
                                        <p:attrNameLst>
                                          <p:attrName>style.visibility</p:attrName>
                                        </p:attrNameLst>
                                      </p:cBhvr>
                                      <p:to>
                                        <p:strVal val="visible"/>
                                      </p:to>
                                    </p:set>
                                    <p:anim calcmode="lin" valueType="num">
                                      <p:cBhvr additive="base">
                                        <p:cTn dur="300"/>
                                        <p:tgtEl>
                                          <p:spTgt spid="20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44">
                                            <p:txEl>
                                              <p:pRg end="1" st="1"/>
                                            </p:txEl>
                                          </p:spTgt>
                                        </p:tgtEl>
                                        <p:attrNameLst>
                                          <p:attrName>style.visibility</p:attrName>
                                        </p:attrNameLst>
                                      </p:cBhvr>
                                      <p:to>
                                        <p:strVal val="visible"/>
                                      </p:to>
                                    </p:set>
                                    <p:anim calcmode="lin" valueType="num">
                                      <p:cBhvr additive="base">
                                        <p:cTn dur="300"/>
                                        <p:tgtEl>
                                          <p:spTgt spid="204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44">
                                            <p:txEl>
                                              <p:pRg end="2" st="2"/>
                                            </p:txEl>
                                          </p:spTgt>
                                        </p:tgtEl>
                                        <p:attrNameLst>
                                          <p:attrName>style.visibility</p:attrName>
                                        </p:attrNameLst>
                                      </p:cBhvr>
                                      <p:to>
                                        <p:strVal val="visible"/>
                                      </p:to>
                                    </p:set>
                                    <p:anim calcmode="lin" valueType="num">
                                      <p:cBhvr additive="base">
                                        <p:cTn dur="300"/>
                                        <p:tgtEl>
                                          <p:spTgt spid="204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44">
                                            <p:txEl>
                                              <p:pRg end="3" st="3"/>
                                            </p:txEl>
                                          </p:spTgt>
                                        </p:tgtEl>
                                        <p:attrNameLst>
                                          <p:attrName>style.visibility</p:attrName>
                                        </p:attrNameLst>
                                      </p:cBhvr>
                                      <p:to>
                                        <p:strVal val="visible"/>
                                      </p:to>
                                    </p:set>
                                    <p:anim calcmode="lin" valueType="num">
                                      <p:cBhvr additive="base">
                                        <p:cTn dur="300"/>
                                        <p:tgtEl>
                                          <p:spTgt spid="204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44">
                                            <p:txEl>
                                              <p:pRg end="4" st="4"/>
                                            </p:txEl>
                                          </p:spTgt>
                                        </p:tgtEl>
                                        <p:attrNameLst>
                                          <p:attrName>style.visibility</p:attrName>
                                        </p:attrNameLst>
                                      </p:cBhvr>
                                      <p:to>
                                        <p:strVal val="visible"/>
                                      </p:to>
                                    </p:set>
                                    <p:anim calcmode="lin" valueType="num">
                                      <p:cBhvr additive="base">
                                        <p:cTn dur="300"/>
                                        <p:tgtEl>
                                          <p:spTgt spid="204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44">
                                            <p:txEl>
                                              <p:pRg end="5" st="5"/>
                                            </p:txEl>
                                          </p:spTgt>
                                        </p:tgtEl>
                                        <p:attrNameLst>
                                          <p:attrName>style.visibility</p:attrName>
                                        </p:attrNameLst>
                                      </p:cBhvr>
                                      <p:to>
                                        <p:strVal val="visible"/>
                                      </p:to>
                                    </p:set>
                                    <p:anim calcmode="lin" valueType="num">
                                      <p:cBhvr additive="base">
                                        <p:cTn dur="300"/>
                                        <p:tgtEl>
                                          <p:spTgt spid="2044">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2044">
                                            <p:txEl>
                                              <p:pRg end="6" st="6"/>
                                            </p:txEl>
                                          </p:spTgt>
                                        </p:tgtEl>
                                        <p:attrNameLst>
                                          <p:attrName>style.visibility</p:attrName>
                                        </p:attrNameLst>
                                      </p:cBhvr>
                                      <p:to>
                                        <p:strVal val="visible"/>
                                      </p:to>
                                    </p:set>
                                    <p:anim calcmode="lin" valueType="num">
                                      <p:cBhvr additive="base">
                                        <p:cTn dur="300"/>
                                        <p:tgtEl>
                                          <p:spTgt spid="2044">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0" st="0"/>
                                            </p:txEl>
                                          </p:spTgt>
                                        </p:tgtEl>
                                        <p:attrNameLst>
                                          <p:attrName>style.visibility</p:attrName>
                                        </p:attrNameLst>
                                      </p:cBhvr>
                                      <p:to>
                                        <p:strVal val="visible"/>
                                      </p:to>
                                    </p:set>
                                    <p:anim calcmode="lin" valueType="num">
                                      <p:cBhvr additive="base">
                                        <p:cTn dur="300"/>
                                        <p:tgtEl>
                                          <p:spTgt spid="204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1" st="1"/>
                                            </p:txEl>
                                          </p:spTgt>
                                        </p:tgtEl>
                                        <p:attrNameLst>
                                          <p:attrName>style.visibility</p:attrName>
                                        </p:attrNameLst>
                                      </p:cBhvr>
                                      <p:to>
                                        <p:strVal val="visible"/>
                                      </p:to>
                                    </p:set>
                                    <p:anim calcmode="lin" valueType="num">
                                      <p:cBhvr additive="base">
                                        <p:cTn dur="300"/>
                                        <p:tgtEl>
                                          <p:spTgt spid="204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2" st="2"/>
                                            </p:txEl>
                                          </p:spTgt>
                                        </p:tgtEl>
                                        <p:attrNameLst>
                                          <p:attrName>style.visibility</p:attrName>
                                        </p:attrNameLst>
                                      </p:cBhvr>
                                      <p:to>
                                        <p:strVal val="visible"/>
                                      </p:to>
                                    </p:set>
                                    <p:anim calcmode="lin" valueType="num">
                                      <p:cBhvr additive="base">
                                        <p:cTn dur="300"/>
                                        <p:tgtEl>
                                          <p:spTgt spid="204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3" st="3"/>
                                            </p:txEl>
                                          </p:spTgt>
                                        </p:tgtEl>
                                        <p:attrNameLst>
                                          <p:attrName>style.visibility</p:attrName>
                                        </p:attrNameLst>
                                      </p:cBhvr>
                                      <p:to>
                                        <p:strVal val="visible"/>
                                      </p:to>
                                    </p:set>
                                    <p:anim calcmode="lin" valueType="num">
                                      <p:cBhvr additive="base">
                                        <p:cTn dur="300"/>
                                        <p:tgtEl>
                                          <p:spTgt spid="204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4" st="4"/>
                                            </p:txEl>
                                          </p:spTgt>
                                        </p:tgtEl>
                                        <p:attrNameLst>
                                          <p:attrName>style.visibility</p:attrName>
                                        </p:attrNameLst>
                                      </p:cBhvr>
                                      <p:to>
                                        <p:strVal val="visible"/>
                                      </p:to>
                                    </p:set>
                                    <p:anim calcmode="lin" valueType="num">
                                      <p:cBhvr additive="base">
                                        <p:cTn dur="300"/>
                                        <p:tgtEl>
                                          <p:spTgt spid="204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5" st="5"/>
                                            </p:txEl>
                                          </p:spTgt>
                                        </p:tgtEl>
                                        <p:attrNameLst>
                                          <p:attrName>style.visibility</p:attrName>
                                        </p:attrNameLst>
                                      </p:cBhvr>
                                      <p:to>
                                        <p:strVal val="visible"/>
                                      </p:to>
                                    </p:set>
                                    <p:anim calcmode="lin" valueType="num">
                                      <p:cBhvr additive="base">
                                        <p:cTn dur="300"/>
                                        <p:tgtEl>
                                          <p:spTgt spid="204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6" st="6"/>
                                            </p:txEl>
                                          </p:spTgt>
                                        </p:tgtEl>
                                        <p:attrNameLst>
                                          <p:attrName>style.visibility</p:attrName>
                                        </p:attrNameLst>
                                      </p:cBhvr>
                                      <p:to>
                                        <p:strVal val="visible"/>
                                      </p:to>
                                    </p:set>
                                    <p:anim calcmode="lin" valueType="num">
                                      <p:cBhvr additive="base">
                                        <p:cTn dur="300"/>
                                        <p:tgtEl>
                                          <p:spTgt spid="204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7" st="7"/>
                                            </p:txEl>
                                          </p:spTgt>
                                        </p:tgtEl>
                                        <p:attrNameLst>
                                          <p:attrName>style.visibility</p:attrName>
                                        </p:attrNameLst>
                                      </p:cBhvr>
                                      <p:to>
                                        <p:strVal val="visible"/>
                                      </p:to>
                                    </p:set>
                                    <p:anim calcmode="lin" valueType="num">
                                      <p:cBhvr additive="base">
                                        <p:cTn dur="300"/>
                                        <p:tgtEl>
                                          <p:spTgt spid="204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8" st="8"/>
                                            </p:txEl>
                                          </p:spTgt>
                                        </p:tgtEl>
                                        <p:attrNameLst>
                                          <p:attrName>style.visibility</p:attrName>
                                        </p:attrNameLst>
                                      </p:cBhvr>
                                      <p:to>
                                        <p:strVal val="visible"/>
                                      </p:to>
                                    </p:set>
                                    <p:anim calcmode="lin" valueType="num">
                                      <p:cBhvr additive="base">
                                        <p:cTn dur="300"/>
                                        <p:tgtEl>
                                          <p:spTgt spid="204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45">
                                            <p:txEl>
                                              <p:pRg end="9" st="9"/>
                                            </p:txEl>
                                          </p:spTgt>
                                        </p:tgtEl>
                                        <p:attrNameLst>
                                          <p:attrName>style.visibility</p:attrName>
                                        </p:attrNameLst>
                                      </p:cBhvr>
                                      <p:to>
                                        <p:strVal val="visible"/>
                                      </p:to>
                                    </p:set>
                                    <p:anim calcmode="lin" valueType="num">
                                      <p:cBhvr additive="base">
                                        <p:cTn dur="300"/>
                                        <p:tgtEl>
                                          <p:spTgt spid="204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1" name="Shape 2051"/>
        <p:cNvGrpSpPr/>
        <p:nvPr/>
      </p:nvGrpSpPr>
      <p:grpSpPr>
        <a:xfrm>
          <a:off x="0" y="0"/>
          <a:ext cx="0" cy="0"/>
          <a:chOff x="0" y="0"/>
          <a:chExt cx="0" cy="0"/>
        </a:xfrm>
      </p:grpSpPr>
      <p:sp>
        <p:nvSpPr>
          <p:cNvPr id="2052" name="Google Shape;2052;p257"/>
          <p:cNvSpPr txBox="1"/>
          <p:nvPr>
            <p:ph idx="1" type="body"/>
          </p:nvPr>
        </p:nvSpPr>
        <p:spPr>
          <a:xfrm>
            <a:off x="642937" y="2357437"/>
            <a:ext cx="7772400" cy="4114800"/>
          </a:xfrm>
          <a:prstGeom prst="rect">
            <a:avLst/>
          </a:prstGeom>
          <a:noFill/>
          <a:ln>
            <a:noFill/>
          </a:ln>
        </p:spPr>
        <p:txBody>
          <a:bodyPr anchorCtr="0" anchor="t" bIns="45700" lIns="91425" spcFirstLastPara="1" rIns="91425" wrap="square" tIns="45700">
            <a:noAutofit/>
          </a:bodyPr>
          <a:lstStyle/>
          <a:p>
            <a:pPr indent="-255587" lvl="0" marL="365125" marR="0" rtl="0" algn="l">
              <a:lnSpc>
                <a:spcPct val="90000"/>
              </a:lnSpc>
              <a:spcBef>
                <a:spcPts val="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Fyllt 16 år.</a:t>
            </a:r>
            <a:endParaRPr/>
          </a:p>
          <a:p>
            <a:pPr indent="-255587" lvl="0" marL="365125" marR="0" rtl="0" algn="l">
              <a:lnSpc>
                <a:spcPct val="9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Förarbevis utfärdat av Transportstyrelsen. </a:t>
            </a:r>
            <a:endParaRPr/>
          </a:p>
          <a:p>
            <a:pPr indent="-255587" lvl="0" marL="365125" marR="0" rtl="0" algn="l">
              <a:lnSpc>
                <a:spcPct val="9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Alternativt, körkort/traktorkort utfärdat före den 1 januari, år 2000.</a:t>
            </a:r>
            <a:endParaRPr/>
          </a:p>
          <a:p>
            <a:pPr indent="-134683" lvl="0" marL="365125" marR="0" rtl="0" algn="l">
              <a:lnSpc>
                <a:spcPct val="90000"/>
              </a:lnSpc>
              <a:spcBef>
                <a:spcPts val="400"/>
              </a:spcBef>
              <a:spcAft>
                <a:spcPts val="0"/>
              </a:spcAft>
              <a:buClr>
                <a:schemeClr val="accent1"/>
              </a:buClr>
              <a:buSzPts val="1904"/>
              <a:buFont typeface="Noto Sans Symbols"/>
              <a:buNone/>
            </a:pPr>
            <a:r>
              <a:t/>
            </a:r>
            <a:endParaRPr b="0" i="0" sz="2800" u="none">
              <a:solidFill>
                <a:schemeClr val="dk1"/>
              </a:solidFill>
              <a:latin typeface="Lucida Sans"/>
              <a:ea typeface="Lucida Sans"/>
              <a:cs typeface="Lucida Sans"/>
              <a:sym typeface="Lucida Sans"/>
            </a:endParaRPr>
          </a:p>
          <a:p>
            <a:pPr indent="-255587" lvl="0" marL="365125" marR="0" rtl="0" algn="l">
              <a:lnSpc>
                <a:spcPct val="9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Omfattas av trafikbrottslagens bestämmelser.</a:t>
            </a:r>
            <a:endParaRPr/>
          </a:p>
          <a:p>
            <a:pPr indent="-255587" lvl="0" marL="365125" marR="0" rtl="0" algn="l">
              <a:lnSpc>
                <a:spcPct val="90000"/>
              </a:lnSpc>
              <a:spcBef>
                <a:spcPts val="400"/>
              </a:spcBef>
              <a:spcAft>
                <a:spcPts val="0"/>
              </a:spcAft>
              <a:buClr>
                <a:schemeClr val="accent1"/>
              </a:buClr>
              <a:buSzPts val="1904"/>
              <a:buFont typeface="Noto Sans Symbols"/>
              <a:buChar char="🞂"/>
            </a:pPr>
            <a:r>
              <a:rPr b="0" i="0" lang="en-US" sz="2800" u="none">
                <a:solidFill>
                  <a:schemeClr val="dk1"/>
                </a:solidFill>
                <a:latin typeface="Lucida Sans"/>
                <a:ea typeface="Lucida Sans"/>
                <a:cs typeface="Lucida Sans"/>
                <a:sym typeface="Lucida Sans"/>
              </a:rPr>
              <a:t>Återkallningsbart fr.o.m. 1/10 2009</a:t>
            </a:r>
            <a:endParaRPr/>
          </a:p>
        </p:txBody>
      </p:sp>
      <p:sp>
        <p:nvSpPr>
          <p:cNvPr id="2053" name="Google Shape;2053;p257"/>
          <p:cNvSpPr txBox="1"/>
          <p:nvPr>
            <p:ph idx="4294967295" type="title"/>
          </p:nvPr>
        </p:nvSpPr>
        <p:spPr>
          <a:xfrm>
            <a:off x="685800" y="1303338"/>
            <a:ext cx="7772400" cy="6080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90"/>
              <a:buFont typeface="Lucida Sans"/>
              <a:buNone/>
            </a:pPr>
            <a:r>
              <a:rPr b="1" i="0" lang="en-US" sz="3690" u="none" cap="none" strike="noStrike">
                <a:solidFill>
                  <a:schemeClr val="dk2"/>
                </a:solidFill>
                <a:latin typeface="Lucida Sans"/>
                <a:ea typeface="Lucida Sans"/>
                <a:cs typeface="Lucida Sans"/>
                <a:sym typeface="Lucida Sans"/>
              </a:rPr>
              <a:t>Lagar och regler, föraren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2">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7" name="Shape 2057"/>
        <p:cNvGrpSpPr/>
        <p:nvPr/>
      </p:nvGrpSpPr>
      <p:grpSpPr>
        <a:xfrm>
          <a:off x="0" y="0"/>
          <a:ext cx="0" cy="0"/>
          <a:chOff x="0" y="0"/>
          <a:chExt cx="0" cy="0"/>
        </a:xfrm>
      </p:grpSpPr>
      <p:sp>
        <p:nvSpPr>
          <p:cNvPr id="2058" name="Google Shape;2058;p258"/>
          <p:cNvSpPr txBox="1"/>
          <p:nvPr>
            <p:ph idx="1" type="body"/>
          </p:nvPr>
        </p:nvSpPr>
        <p:spPr>
          <a:xfrm>
            <a:off x="539750" y="2060575"/>
            <a:ext cx="8229600" cy="3455987"/>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Fordonslagen, reglerar besiktning av fordonstekniska krav.</a:t>
            </a:r>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Registreringsbesiktning och EU-direktiv reglerar vilka krav som gäller varje fordon.</a:t>
            </a:r>
            <a:endParaRPr/>
          </a:p>
          <a:p>
            <a:pPr indent="-139001" lvl="0" marL="365125" marR="0" rtl="0" algn="l">
              <a:lnSpc>
                <a:spcPct val="100000"/>
              </a:lnSpc>
              <a:spcBef>
                <a:spcPts val="400"/>
              </a:spcBef>
              <a:spcAft>
                <a:spcPts val="0"/>
              </a:spcAft>
              <a:buClr>
                <a:schemeClr val="accent1"/>
              </a:buClr>
              <a:buSzPts val="1836"/>
              <a:buFont typeface="Noto Sans Symbols"/>
              <a:buNone/>
            </a:pPr>
            <a:r>
              <a:t/>
            </a:r>
            <a:endParaRPr b="0" i="0" sz="2700" u="none">
              <a:solidFill>
                <a:schemeClr val="dk1"/>
              </a:solidFill>
              <a:latin typeface="Lucida Sans"/>
              <a:ea typeface="Lucida Sans"/>
              <a:cs typeface="Lucida Sans"/>
              <a:sym typeface="Lucida Sans"/>
            </a:endParaRPr>
          </a:p>
          <a:p>
            <a:pPr indent="-255587" lvl="0" marL="365125" marR="0" rtl="0" algn="l">
              <a:lnSpc>
                <a:spcPct val="10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Om registrering, i bilregisterkungörelsen (BRK).</a:t>
            </a:r>
            <a:endParaRPr/>
          </a:p>
          <a:p>
            <a:pPr indent="-228599" lvl="1" marL="620712" marR="0" rtl="0" algn="l">
              <a:lnSpc>
                <a:spcPct val="100000"/>
              </a:lnSpc>
              <a:spcBef>
                <a:spcPts val="300"/>
              </a:spcBef>
              <a:spcAft>
                <a:spcPts val="0"/>
              </a:spcAft>
              <a:buClr>
                <a:schemeClr val="accent1"/>
              </a:buClr>
              <a:buSzPts val="2300"/>
              <a:buFont typeface="Verdana"/>
              <a:buChar char="◦"/>
            </a:pPr>
            <a:r>
              <a:rPr b="0" i="0" lang="en-US" sz="2300" u="none" cap="none" strike="noStrike">
                <a:solidFill>
                  <a:schemeClr val="dk1"/>
                </a:solidFill>
                <a:latin typeface="Lucida Sans"/>
                <a:ea typeface="Lucida Sans"/>
                <a:cs typeface="Lucida Sans"/>
                <a:sym typeface="Lucida Sans"/>
              </a:rPr>
              <a:t>Terrängfordon skall vara registrerat.</a:t>
            </a:r>
            <a:endParaRPr/>
          </a:p>
          <a:p>
            <a:pPr indent="-228599" lvl="1" marL="620712" marR="0" rtl="0" algn="l">
              <a:lnSpc>
                <a:spcPct val="100000"/>
              </a:lnSpc>
              <a:spcBef>
                <a:spcPts val="300"/>
              </a:spcBef>
              <a:spcAft>
                <a:spcPts val="0"/>
              </a:spcAft>
              <a:buClr>
                <a:schemeClr val="accent1"/>
              </a:buClr>
              <a:buSzPts val="2300"/>
              <a:buFont typeface="Verdana"/>
              <a:buChar char="◦"/>
            </a:pPr>
            <a:r>
              <a:rPr b="0" i="0" lang="en-US" sz="2300" u="none" cap="none" strike="noStrike">
                <a:solidFill>
                  <a:schemeClr val="dk1"/>
                </a:solidFill>
                <a:latin typeface="Lucida Sans"/>
                <a:ea typeface="Lucida Sans"/>
                <a:cs typeface="Lucida Sans"/>
                <a:sym typeface="Lucida Sans"/>
              </a:rPr>
              <a:t>Undantag; inhägnat industri- eller tävlingsområde.</a:t>
            </a:r>
            <a:endParaRPr/>
          </a:p>
        </p:txBody>
      </p:sp>
      <p:sp>
        <p:nvSpPr>
          <p:cNvPr id="2059" name="Google Shape;2059;p258"/>
          <p:cNvSpPr txBox="1"/>
          <p:nvPr>
            <p:ph idx="4294967295" type="title"/>
          </p:nvPr>
        </p:nvSpPr>
        <p:spPr>
          <a:xfrm>
            <a:off x="685800" y="1303338"/>
            <a:ext cx="7772400" cy="6080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90"/>
              <a:buFont typeface="Lucida Sans"/>
              <a:buNone/>
            </a:pPr>
            <a:r>
              <a:rPr b="1" i="0" lang="en-US" sz="3690" u="none" cap="none" strike="noStrike">
                <a:solidFill>
                  <a:schemeClr val="dk2"/>
                </a:solidFill>
                <a:latin typeface="Lucida Sans"/>
                <a:ea typeface="Lucida Sans"/>
                <a:cs typeface="Lucida Sans"/>
                <a:sym typeface="Lucida Sans"/>
              </a:rPr>
              <a:t>Lagar och regler, fordonet</a:t>
            </a:r>
            <a:endParaRPr/>
          </a:p>
        </p:txBody>
      </p:sp>
      <p:sp>
        <p:nvSpPr>
          <p:cNvPr id="2060" name="Google Shape;2060;p258"/>
          <p:cNvSpPr txBox="1"/>
          <p:nvPr/>
        </p:nvSpPr>
        <p:spPr>
          <a:xfrm>
            <a:off x="545400" y="62116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53</a:t>
            </a:r>
            <a:endParaRPr>
              <a:latin typeface="Lucida Sans"/>
              <a:ea typeface="Lucida Sans"/>
              <a:cs typeface="Lucida Sans"/>
              <a:sym typeface="Lucida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4" name="Shape 2064"/>
        <p:cNvGrpSpPr/>
        <p:nvPr/>
      </p:nvGrpSpPr>
      <p:grpSpPr>
        <a:xfrm>
          <a:off x="0" y="0"/>
          <a:ext cx="0" cy="0"/>
          <a:chOff x="0" y="0"/>
          <a:chExt cx="0" cy="0"/>
        </a:xfrm>
      </p:grpSpPr>
      <p:sp>
        <p:nvSpPr>
          <p:cNvPr id="2065" name="Google Shape;2065;p259"/>
          <p:cNvSpPr txBox="1"/>
          <p:nvPr>
            <p:ph idx="1" type="body"/>
          </p:nvPr>
        </p:nvSpPr>
        <p:spPr>
          <a:xfrm>
            <a:off x="609600" y="1981200"/>
            <a:ext cx="7772400" cy="3962400"/>
          </a:xfrm>
          <a:prstGeom prst="rect">
            <a:avLst/>
          </a:prstGeom>
          <a:noFill/>
          <a:ln>
            <a:noFill/>
          </a:ln>
        </p:spPr>
        <p:txBody>
          <a:bodyPr anchorCtr="0" anchor="t" bIns="45700" lIns="91425" spcFirstLastPara="1" rIns="91425" wrap="square" tIns="45700">
            <a:noAutofit/>
          </a:bodyPr>
          <a:lstStyle/>
          <a:p>
            <a:pPr indent="-143319" lvl="0" marL="365125" marR="0" rtl="0" algn="l">
              <a:lnSpc>
                <a:spcPct val="90000"/>
              </a:lnSpc>
              <a:spcBef>
                <a:spcPts val="0"/>
              </a:spcBef>
              <a:spcAft>
                <a:spcPts val="0"/>
              </a:spcAft>
              <a:buClr>
                <a:schemeClr val="accent1"/>
              </a:buClr>
              <a:buSzPts val="1768"/>
              <a:buFont typeface="Noto Sans Symbols"/>
              <a:buNone/>
            </a:pPr>
            <a:r>
              <a:t/>
            </a:r>
            <a:endParaRPr b="0" i="0" sz="2600" u="none">
              <a:solidFill>
                <a:schemeClr val="dk1"/>
              </a:solidFill>
              <a:latin typeface="Lucida Sans"/>
              <a:ea typeface="Lucida Sans"/>
              <a:cs typeface="Lucida Sans"/>
              <a:sym typeface="Lucida Sans"/>
            </a:endParaRPr>
          </a:p>
          <a:p>
            <a:pPr indent="-255587" lvl="0" marL="365125" marR="0" rtl="0" algn="l">
              <a:lnSpc>
                <a:spcPct val="90000"/>
              </a:lnSpc>
              <a:spcBef>
                <a:spcPts val="400"/>
              </a:spcBef>
              <a:spcAft>
                <a:spcPts val="0"/>
              </a:spcAft>
              <a:buClr>
                <a:schemeClr val="accent1"/>
              </a:buClr>
              <a:buSzPts val="1768"/>
              <a:buFont typeface="Noto Sans Symbols"/>
              <a:buChar char="🞂"/>
            </a:pPr>
            <a:r>
              <a:rPr b="0" i="0" lang="en-US" sz="2600" u="none">
                <a:solidFill>
                  <a:schemeClr val="dk1"/>
                </a:solidFill>
                <a:latin typeface="Lucida Sans"/>
                <a:ea typeface="Lucida Sans"/>
                <a:cs typeface="Lucida Sans"/>
                <a:sym typeface="Lucida Sans"/>
              </a:rPr>
              <a:t>Bromsutrustning  </a:t>
            </a:r>
            <a:r>
              <a:rPr b="0" i="0" lang="en-US" sz="2800" u="none">
                <a:solidFill>
                  <a:schemeClr val="dk1"/>
                </a:solidFill>
                <a:latin typeface="Lucida Sans"/>
                <a:ea typeface="Lucida Sans"/>
                <a:cs typeface="Lucida Sans"/>
                <a:sym typeface="Lucida Sans"/>
              </a:rPr>
              <a:t>       </a:t>
            </a:r>
            <a:endParaRPr/>
          </a:p>
          <a:p>
            <a:pPr indent="-255587" lvl="0" marL="365125" marR="0" rtl="0" algn="l">
              <a:lnSpc>
                <a:spcPct val="90000"/>
              </a:lnSpc>
              <a:spcBef>
                <a:spcPts val="400"/>
              </a:spcBef>
              <a:spcAft>
                <a:spcPts val="0"/>
              </a:spcAft>
              <a:buClr>
                <a:schemeClr val="accent1"/>
              </a:buClr>
              <a:buSzPts val="1768"/>
              <a:buFont typeface="Noto Sans Symbols"/>
              <a:buChar char="🞂"/>
            </a:pPr>
            <a:r>
              <a:rPr b="0" i="0" lang="en-US" sz="2600" u="none">
                <a:solidFill>
                  <a:schemeClr val="dk1"/>
                </a:solidFill>
                <a:latin typeface="Lucida Sans"/>
                <a:ea typeface="Lucida Sans"/>
                <a:cs typeface="Lucida Sans"/>
                <a:sym typeface="Lucida Sans"/>
              </a:rPr>
              <a:t>Nödstoppsanordning </a:t>
            </a:r>
            <a:endParaRPr/>
          </a:p>
          <a:p>
            <a:pPr indent="-255587" lvl="0" marL="365125" marR="0" rtl="0" algn="l">
              <a:lnSpc>
                <a:spcPct val="90000"/>
              </a:lnSpc>
              <a:spcBef>
                <a:spcPts val="400"/>
              </a:spcBef>
              <a:spcAft>
                <a:spcPts val="0"/>
              </a:spcAft>
              <a:buClr>
                <a:schemeClr val="accent1"/>
              </a:buClr>
              <a:buSzPts val="1768"/>
              <a:buFont typeface="Noto Sans Symbols"/>
              <a:buChar char="🞂"/>
            </a:pPr>
            <a:r>
              <a:rPr b="0" i="0" lang="en-US" sz="2600" u="none">
                <a:solidFill>
                  <a:schemeClr val="dk1"/>
                </a:solidFill>
                <a:latin typeface="Lucida Sans"/>
                <a:ea typeface="Lucida Sans"/>
                <a:cs typeface="Lucida Sans"/>
                <a:sym typeface="Lucida Sans"/>
              </a:rPr>
              <a:t>Identifieringsmärkning </a:t>
            </a:r>
            <a:r>
              <a:rPr b="0" i="0" lang="en-US" sz="2800" u="none">
                <a:solidFill>
                  <a:schemeClr val="dk1"/>
                </a:solidFill>
                <a:latin typeface="Lucida Sans"/>
                <a:ea typeface="Lucida Sans"/>
                <a:cs typeface="Lucida Sans"/>
                <a:sym typeface="Lucida Sans"/>
              </a:rPr>
              <a:t> </a:t>
            </a:r>
            <a:endParaRPr/>
          </a:p>
          <a:p>
            <a:pPr indent="-255587" lvl="0" marL="365125" marR="0" rtl="0" algn="l">
              <a:lnSpc>
                <a:spcPct val="90000"/>
              </a:lnSpc>
              <a:spcBef>
                <a:spcPts val="400"/>
              </a:spcBef>
              <a:spcAft>
                <a:spcPts val="0"/>
              </a:spcAft>
              <a:buClr>
                <a:schemeClr val="accent1"/>
              </a:buClr>
              <a:buSzPts val="1768"/>
              <a:buFont typeface="Noto Sans Symbols"/>
              <a:buChar char="🞂"/>
            </a:pPr>
            <a:r>
              <a:rPr b="0" i="0" lang="en-US" sz="2600" u="none">
                <a:solidFill>
                  <a:schemeClr val="dk1"/>
                </a:solidFill>
                <a:latin typeface="Lucida Sans"/>
                <a:ea typeface="Lucida Sans"/>
                <a:cs typeface="Lucida Sans"/>
                <a:sym typeface="Lucida Sans"/>
              </a:rPr>
              <a:t>Lykta baktill</a:t>
            </a:r>
            <a:endParaRPr/>
          </a:p>
          <a:p>
            <a:pPr indent="-255587" lvl="0" marL="365125" marR="0" rtl="0" algn="l">
              <a:lnSpc>
                <a:spcPct val="90000"/>
              </a:lnSpc>
              <a:spcBef>
                <a:spcPts val="400"/>
              </a:spcBef>
              <a:spcAft>
                <a:spcPts val="0"/>
              </a:spcAft>
              <a:buClr>
                <a:schemeClr val="accent1"/>
              </a:buClr>
              <a:buSzPts val="1768"/>
              <a:buFont typeface="Noto Sans Symbols"/>
              <a:buChar char="🞂"/>
            </a:pPr>
            <a:r>
              <a:rPr b="0" i="0" lang="en-US" sz="2600" u="none">
                <a:solidFill>
                  <a:schemeClr val="dk1"/>
                </a:solidFill>
                <a:latin typeface="Lucida Sans"/>
                <a:ea typeface="Lucida Sans"/>
                <a:cs typeface="Lucida Sans"/>
                <a:sym typeface="Lucida Sans"/>
              </a:rPr>
              <a:t>Strålkastare framtill för halvljus</a:t>
            </a:r>
            <a:endParaRPr/>
          </a:p>
          <a:p>
            <a:pPr indent="-255587" lvl="0" marL="365125" marR="0" rtl="0" algn="l">
              <a:lnSpc>
                <a:spcPct val="90000"/>
              </a:lnSpc>
              <a:spcBef>
                <a:spcPts val="400"/>
              </a:spcBef>
              <a:spcAft>
                <a:spcPts val="0"/>
              </a:spcAft>
              <a:buClr>
                <a:schemeClr val="accent1"/>
              </a:buClr>
              <a:buSzPts val="1768"/>
              <a:buFont typeface="Noto Sans Symbols"/>
              <a:buChar char="🞂"/>
            </a:pPr>
            <a:r>
              <a:rPr b="0" i="0" lang="en-US" sz="2600" u="none">
                <a:solidFill>
                  <a:schemeClr val="dk1"/>
                </a:solidFill>
                <a:latin typeface="Lucida Sans"/>
                <a:ea typeface="Lucida Sans"/>
                <a:cs typeface="Lucida Sans"/>
                <a:sym typeface="Lucida Sans"/>
              </a:rPr>
              <a:t>Strålkastare för helljus</a:t>
            </a:r>
            <a:endParaRPr/>
          </a:p>
          <a:p>
            <a:pPr indent="-255587" lvl="0" marL="365125" marR="0" rtl="0" algn="l">
              <a:lnSpc>
                <a:spcPct val="90000"/>
              </a:lnSpc>
              <a:spcBef>
                <a:spcPts val="400"/>
              </a:spcBef>
              <a:spcAft>
                <a:spcPts val="0"/>
              </a:spcAft>
              <a:buClr>
                <a:schemeClr val="accent1"/>
              </a:buClr>
              <a:buSzPts val="1768"/>
              <a:buFont typeface="Noto Sans Symbols"/>
              <a:buChar char="🞂"/>
            </a:pPr>
            <a:r>
              <a:rPr b="0" i="0" lang="en-US" sz="2600" u="none">
                <a:solidFill>
                  <a:schemeClr val="dk1"/>
                </a:solidFill>
                <a:latin typeface="Lucida Sans"/>
                <a:ea typeface="Lucida Sans"/>
                <a:cs typeface="Lucida Sans"/>
                <a:sym typeface="Lucida Sans"/>
              </a:rPr>
              <a:t>Reflexanordning baktill</a:t>
            </a:r>
            <a:endParaRPr b="0" i="0" sz="2800" u="none">
              <a:solidFill>
                <a:schemeClr val="dk1"/>
              </a:solidFill>
              <a:latin typeface="Lucida Sans"/>
              <a:ea typeface="Lucida Sans"/>
              <a:cs typeface="Lucida Sans"/>
              <a:sym typeface="Lucida Sans"/>
            </a:endParaRPr>
          </a:p>
          <a:p>
            <a:pPr indent="-134684" lvl="0" marL="365125" marR="0" rtl="0" algn="l">
              <a:spcBef>
                <a:spcPts val="400"/>
              </a:spcBef>
              <a:spcAft>
                <a:spcPts val="0"/>
              </a:spcAft>
              <a:buClr>
                <a:schemeClr val="accent1"/>
              </a:buClr>
              <a:buSzPts val="1904"/>
              <a:buFont typeface="Noto Sans Symbols"/>
              <a:buNone/>
            </a:pPr>
            <a:r>
              <a:t/>
            </a:r>
            <a:endParaRPr b="0" i="0" sz="2800" u="none">
              <a:solidFill>
                <a:schemeClr val="dk1"/>
              </a:solidFill>
              <a:latin typeface="Lucida Sans"/>
              <a:ea typeface="Lucida Sans"/>
              <a:cs typeface="Lucida Sans"/>
              <a:sym typeface="Lucida Sans"/>
            </a:endParaRPr>
          </a:p>
        </p:txBody>
      </p:sp>
      <p:sp>
        <p:nvSpPr>
          <p:cNvPr id="2066" name="Google Shape;2066;p259"/>
          <p:cNvSpPr txBox="1"/>
          <p:nvPr>
            <p:ph idx="4294967295" type="title"/>
          </p:nvPr>
        </p:nvSpPr>
        <p:spPr>
          <a:xfrm>
            <a:off x="685800" y="914400"/>
            <a:ext cx="77724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Arial"/>
              <a:buNone/>
            </a:pPr>
            <a:r>
              <a:rPr b="1" i="0" lang="en-US" sz="3600" u="none" cap="none" strike="noStrike">
                <a:solidFill>
                  <a:schemeClr val="dk2"/>
                </a:solidFill>
                <a:latin typeface="Arial"/>
                <a:ea typeface="Arial"/>
                <a:cs typeface="Arial"/>
                <a:sym typeface="Arial"/>
              </a:rPr>
              <a:t>11 §</a:t>
            </a:r>
            <a:r>
              <a:rPr b="1" i="0" lang="en-US" sz="3600" u="none" cap="none" strike="noStrike">
                <a:solidFill>
                  <a:schemeClr val="dk2"/>
                </a:solidFill>
                <a:latin typeface="Lucida Sans"/>
                <a:ea typeface="Lucida Sans"/>
                <a:cs typeface="Lucida Sans"/>
                <a:sym typeface="Lucida Sans"/>
              </a:rPr>
              <a:t>;</a:t>
            </a:r>
            <a:r>
              <a:rPr b="1" i="0" lang="en-US" sz="3600" u="none" cap="none" strike="noStrike">
                <a:solidFill>
                  <a:schemeClr val="dk2"/>
                </a:solidFill>
                <a:latin typeface="Arial"/>
                <a:ea typeface="Arial"/>
                <a:cs typeface="Arial"/>
                <a:sym typeface="Arial"/>
              </a:rPr>
              <a:t> Terrängskoter skall ha följande utrustning.</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0" name="Shape 2070"/>
        <p:cNvGrpSpPr/>
        <p:nvPr/>
      </p:nvGrpSpPr>
      <p:grpSpPr>
        <a:xfrm>
          <a:off x="0" y="0"/>
          <a:ext cx="0" cy="0"/>
          <a:chOff x="0" y="0"/>
          <a:chExt cx="0" cy="0"/>
        </a:xfrm>
      </p:grpSpPr>
      <p:sp>
        <p:nvSpPr>
          <p:cNvPr id="2071" name="Google Shape;2071;p260"/>
          <p:cNvSpPr txBox="1"/>
          <p:nvPr>
            <p:ph type="title"/>
          </p:nvPr>
        </p:nvSpPr>
        <p:spPr>
          <a:xfrm>
            <a:off x="685800" y="1036637"/>
            <a:ext cx="7772400" cy="6080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3600"/>
              <a:buFont typeface="Trebuchet MS"/>
              <a:buNone/>
            </a:pPr>
            <a:r>
              <a:rPr b="0" i="0" lang="en-US" sz="3600" u="none">
                <a:solidFill>
                  <a:schemeClr val="dk2"/>
                </a:solidFill>
                <a:latin typeface="Trebuchet MS"/>
                <a:ea typeface="Trebuchet MS"/>
                <a:cs typeface="Trebuchet MS"/>
                <a:sym typeface="Trebuchet MS"/>
              </a:rPr>
              <a:t>Trafikförordningen, Trf.</a:t>
            </a:r>
            <a:endParaRPr/>
          </a:p>
        </p:txBody>
      </p:sp>
      <p:sp>
        <p:nvSpPr>
          <p:cNvPr id="2072" name="Google Shape;2072;p260"/>
          <p:cNvSpPr txBox="1"/>
          <p:nvPr>
            <p:ph idx="1" type="body"/>
          </p:nvPr>
        </p:nvSpPr>
        <p:spPr>
          <a:xfrm>
            <a:off x="685800" y="1981200"/>
            <a:ext cx="3808412" cy="4114800"/>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969696"/>
              </a:buClr>
              <a:buSzPts val="2800"/>
              <a:buFont typeface="Georgia"/>
              <a:buChar char="•"/>
            </a:pPr>
            <a:r>
              <a:rPr b="0" i="0" lang="en-US" sz="2800" u="none" cap="none" strike="noStrike">
                <a:solidFill>
                  <a:schemeClr val="dk1"/>
                </a:solidFill>
                <a:latin typeface="Georgia"/>
                <a:ea typeface="Georgia"/>
                <a:cs typeface="Georgia"/>
                <a:sym typeface="Georgia"/>
              </a:rPr>
              <a:t>Inte störa</a:t>
            </a:r>
            <a:endParaRPr/>
          </a:p>
          <a:p>
            <a:pPr indent="-255587" lvl="0" marL="365125" marR="0" rtl="0" algn="l">
              <a:lnSpc>
                <a:spcPct val="100000"/>
              </a:lnSpc>
              <a:spcBef>
                <a:spcPts val="300"/>
              </a:spcBef>
              <a:spcAft>
                <a:spcPts val="0"/>
              </a:spcAft>
              <a:buClr>
                <a:srgbClr val="969696"/>
              </a:buClr>
              <a:buSzPts val="2800"/>
              <a:buFont typeface="Georgia"/>
              <a:buChar char="•"/>
            </a:pPr>
            <a:r>
              <a:rPr b="0" i="0" lang="en-US" sz="2800" u="none" cap="none" strike="noStrike">
                <a:solidFill>
                  <a:schemeClr val="dk1"/>
                </a:solidFill>
                <a:latin typeface="Georgia"/>
                <a:ea typeface="Georgia"/>
                <a:cs typeface="Georgia"/>
                <a:sym typeface="Georgia"/>
              </a:rPr>
              <a:t>Undvika skador på mark och växter.</a:t>
            </a:r>
            <a:endParaRPr/>
          </a:p>
          <a:p>
            <a:pPr indent="-255587" lvl="0" marL="365125" marR="0" rtl="0" algn="l">
              <a:lnSpc>
                <a:spcPct val="100000"/>
              </a:lnSpc>
              <a:spcBef>
                <a:spcPts val="300"/>
              </a:spcBef>
              <a:spcAft>
                <a:spcPts val="0"/>
              </a:spcAft>
              <a:buClr>
                <a:srgbClr val="969696"/>
              </a:buClr>
              <a:buSzPts val="2800"/>
              <a:buFont typeface="Georgia"/>
              <a:buChar char="•"/>
            </a:pPr>
            <a:r>
              <a:rPr b="0" i="0" lang="en-US" sz="2800" u="none" cap="none" strike="noStrike">
                <a:solidFill>
                  <a:schemeClr val="dk1"/>
                </a:solidFill>
                <a:latin typeface="Georgia"/>
                <a:ea typeface="Georgia"/>
                <a:cs typeface="Georgia"/>
                <a:sym typeface="Georgia"/>
              </a:rPr>
              <a:t>Följa vägmärken.</a:t>
            </a:r>
            <a:endParaRPr/>
          </a:p>
          <a:p>
            <a:pPr indent="-255587" lvl="0" marL="365125" marR="0" rtl="0" algn="l">
              <a:lnSpc>
                <a:spcPct val="100000"/>
              </a:lnSpc>
              <a:spcBef>
                <a:spcPts val="300"/>
              </a:spcBef>
              <a:spcAft>
                <a:spcPts val="0"/>
              </a:spcAft>
              <a:buClr>
                <a:srgbClr val="969696"/>
              </a:buClr>
              <a:buSzPts val="2800"/>
              <a:buFont typeface="Georgia"/>
              <a:buChar char="•"/>
            </a:pPr>
            <a:r>
              <a:rPr b="0" i="0" lang="en-US" sz="2800" u="none" cap="none" strike="noStrike">
                <a:solidFill>
                  <a:schemeClr val="dk1"/>
                </a:solidFill>
                <a:latin typeface="Georgia"/>
                <a:ea typeface="Georgia"/>
                <a:cs typeface="Georgia"/>
                <a:sym typeface="Georgia"/>
              </a:rPr>
              <a:t>Polismans tecken.</a:t>
            </a:r>
            <a:endParaRPr/>
          </a:p>
          <a:p>
            <a:pPr indent="-255587" lvl="0" marL="365125" marR="0" rtl="0" algn="l">
              <a:lnSpc>
                <a:spcPct val="100000"/>
              </a:lnSpc>
              <a:spcBef>
                <a:spcPts val="300"/>
              </a:spcBef>
              <a:spcAft>
                <a:spcPts val="0"/>
              </a:spcAft>
              <a:buClr>
                <a:srgbClr val="969696"/>
              </a:buClr>
              <a:buSzPts val="2800"/>
              <a:buFont typeface="Georgia"/>
              <a:buChar char="•"/>
            </a:pPr>
            <a:r>
              <a:rPr b="0" i="0" lang="en-US" sz="2800" u="none" cap="none" strike="noStrike">
                <a:solidFill>
                  <a:schemeClr val="dk1"/>
                </a:solidFill>
                <a:latin typeface="Georgia"/>
                <a:ea typeface="Georgia"/>
                <a:cs typeface="Georgia"/>
                <a:sym typeface="Georgia"/>
              </a:rPr>
              <a:t>Högertrafik </a:t>
            </a:r>
            <a:endParaRPr/>
          </a:p>
          <a:p>
            <a:pPr indent="-255587" lvl="0" marL="365125" marR="0" rtl="0" algn="l">
              <a:lnSpc>
                <a:spcPct val="100000"/>
              </a:lnSpc>
              <a:spcBef>
                <a:spcPts val="300"/>
              </a:spcBef>
              <a:spcAft>
                <a:spcPts val="0"/>
              </a:spcAft>
              <a:buClr>
                <a:srgbClr val="969696"/>
              </a:buClr>
              <a:buSzPts val="2800"/>
              <a:buFont typeface="Georgia"/>
              <a:buChar char="•"/>
            </a:pPr>
            <a:r>
              <a:rPr b="0" i="0" lang="en-US" sz="2800" u="none" cap="none" strike="noStrike">
                <a:solidFill>
                  <a:schemeClr val="dk1"/>
                </a:solidFill>
                <a:latin typeface="Georgia"/>
                <a:ea typeface="Georgia"/>
                <a:cs typeface="Georgia"/>
                <a:sym typeface="Georgia"/>
              </a:rPr>
              <a:t>Alltid väjningsplikt.</a:t>
            </a:r>
            <a:endParaRPr/>
          </a:p>
        </p:txBody>
      </p:sp>
      <p:sp>
        <p:nvSpPr>
          <p:cNvPr id="2073" name="Google Shape;2073;p260"/>
          <p:cNvSpPr txBox="1"/>
          <p:nvPr>
            <p:ph idx="2" type="body"/>
          </p:nvPr>
        </p:nvSpPr>
        <p:spPr>
          <a:xfrm>
            <a:off x="4649787" y="1981200"/>
            <a:ext cx="3808412" cy="4114800"/>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rgbClr val="969696"/>
              </a:buClr>
              <a:buSzPts val="2800"/>
              <a:buFont typeface="Georgia"/>
              <a:buChar char="•"/>
            </a:pPr>
            <a:r>
              <a:rPr b="0" i="0" lang="en-US" sz="2800" u="none" cap="none" strike="noStrike">
                <a:solidFill>
                  <a:schemeClr val="dk1"/>
                </a:solidFill>
                <a:latin typeface="Georgia"/>
                <a:ea typeface="Georgia"/>
                <a:cs typeface="Georgia"/>
                <a:sym typeface="Georgia"/>
              </a:rPr>
              <a:t>Högerregeln</a:t>
            </a:r>
            <a:endParaRPr/>
          </a:p>
          <a:p>
            <a:pPr indent="-255587" lvl="0" marL="365125" marR="0" rtl="0" algn="l">
              <a:lnSpc>
                <a:spcPct val="100000"/>
              </a:lnSpc>
              <a:spcBef>
                <a:spcPts val="300"/>
              </a:spcBef>
              <a:spcAft>
                <a:spcPts val="0"/>
              </a:spcAft>
              <a:buClr>
                <a:srgbClr val="969696"/>
              </a:buClr>
              <a:buSzPts val="2800"/>
              <a:buFont typeface="Georgia"/>
              <a:buChar char="•"/>
            </a:pPr>
            <a:r>
              <a:rPr b="0" i="0" lang="en-US" sz="2800" u="none" cap="none" strike="noStrike">
                <a:solidFill>
                  <a:schemeClr val="dk1"/>
                </a:solidFill>
                <a:latin typeface="Georgia"/>
                <a:ea typeface="Georgia"/>
                <a:cs typeface="Georgia"/>
                <a:sym typeface="Georgia"/>
              </a:rPr>
              <a:t>70 km/tim.</a:t>
            </a:r>
            <a:endParaRPr/>
          </a:p>
          <a:p>
            <a:pPr indent="-255587" lvl="0" marL="365125" marR="0" rtl="0" algn="l">
              <a:lnSpc>
                <a:spcPct val="100000"/>
              </a:lnSpc>
              <a:spcBef>
                <a:spcPts val="300"/>
              </a:spcBef>
              <a:spcAft>
                <a:spcPts val="0"/>
              </a:spcAft>
              <a:buClr>
                <a:srgbClr val="969696"/>
              </a:buClr>
              <a:buSzPts val="2800"/>
              <a:buFont typeface="Georgia"/>
              <a:buChar char="•"/>
            </a:pPr>
            <a:r>
              <a:rPr b="0" i="0" lang="en-US" sz="2800" u="none" cap="none" strike="noStrike">
                <a:solidFill>
                  <a:schemeClr val="dk1"/>
                </a:solidFill>
                <a:latin typeface="Georgia"/>
                <a:ea typeface="Georgia"/>
                <a:cs typeface="Georgia"/>
                <a:sym typeface="Georgia"/>
              </a:rPr>
              <a:t>Ej högre hastighet än att, du kan stanna på den del av terrängen du kan överblicka.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72">
                                            <p:txEl>
                                              <p:pRg end="0" st="0"/>
                                            </p:txEl>
                                          </p:spTgt>
                                        </p:tgtEl>
                                        <p:attrNameLst>
                                          <p:attrName>style.visibility</p:attrName>
                                        </p:attrNameLst>
                                      </p:cBhvr>
                                      <p:to>
                                        <p:strVal val="visible"/>
                                      </p:to>
                                    </p:set>
                                    <p:anim calcmode="lin" valueType="num">
                                      <p:cBhvr additive="base">
                                        <p:cTn dur="300"/>
                                        <p:tgtEl>
                                          <p:spTgt spid="2072">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72">
                                            <p:txEl>
                                              <p:pRg end="1" st="1"/>
                                            </p:txEl>
                                          </p:spTgt>
                                        </p:tgtEl>
                                        <p:attrNameLst>
                                          <p:attrName>style.visibility</p:attrName>
                                        </p:attrNameLst>
                                      </p:cBhvr>
                                      <p:to>
                                        <p:strVal val="visible"/>
                                      </p:to>
                                    </p:set>
                                    <p:anim calcmode="lin" valueType="num">
                                      <p:cBhvr additive="base">
                                        <p:cTn dur="300"/>
                                        <p:tgtEl>
                                          <p:spTgt spid="2072">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72">
                                            <p:txEl>
                                              <p:pRg end="2" st="2"/>
                                            </p:txEl>
                                          </p:spTgt>
                                        </p:tgtEl>
                                        <p:attrNameLst>
                                          <p:attrName>style.visibility</p:attrName>
                                        </p:attrNameLst>
                                      </p:cBhvr>
                                      <p:to>
                                        <p:strVal val="visible"/>
                                      </p:to>
                                    </p:set>
                                    <p:anim calcmode="lin" valueType="num">
                                      <p:cBhvr additive="base">
                                        <p:cTn dur="300"/>
                                        <p:tgtEl>
                                          <p:spTgt spid="2072">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72">
                                            <p:txEl>
                                              <p:pRg end="3" st="3"/>
                                            </p:txEl>
                                          </p:spTgt>
                                        </p:tgtEl>
                                        <p:attrNameLst>
                                          <p:attrName>style.visibility</p:attrName>
                                        </p:attrNameLst>
                                      </p:cBhvr>
                                      <p:to>
                                        <p:strVal val="visible"/>
                                      </p:to>
                                    </p:set>
                                    <p:anim calcmode="lin" valueType="num">
                                      <p:cBhvr additive="base">
                                        <p:cTn dur="300"/>
                                        <p:tgtEl>
                                          <p:spTgt spid="2072">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72">
                                            <p:txEl>
                                              <p:pRg end="4" st="4"/>
                                            </p:txEl>
                                          </p:spTgt>
                                        </p:tgtEl>
                                        <p:attrNameLst>
                                          <p:attrName>style.visibility</p:attrName>
                                        </p:attrNameLst>
                                      </p:cBhvr>
                                      <p:to>
                                        <p:strVal val="visible"/>
                                      </p:to>
                                    </p:set>
                                    <p:anim calcmode="lin" valueType="num">
                                      <p:cBhvr additive="base">
                                        <p:cTn dur="300"/>
                                        <p:tgtEl>
                                          <p:spTgt spid="2072">
                                            <p:txEl>
                                              <p:pRg end="4" st="4"/>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072">
                                            <p:txEl>
                                              <p:pRg end="5" st="5"/>
                                            </p:txEl>
                                          </p:spTgt>
                                        </p:tgtEl>
                                        <p:attrNameLst>
                                          <p:attrName>style.visibility</p:attrName>
                                        </p:attrNameLst>
                                      </p:cBhvr>
                                      <p:to>
                                        <p:strVal val="visible"/>
                                      </p:to>
                                    </p:set>
                                    <p:anim calcmode="lin" valueType="num">
                                      <p:cBhvr additive="base">
                                        <p:cTn dur="300"/>
                                        <p:tgtEl>
                                          <p:spTgt spid="2072">
                                            <p:txEl>
                                              <p:pRg end="5" st="5"/>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073">
                                            <p:txEl>
                                              <p:pRg end="0" st="0"/>
                                            </p:txEl>
                                          </p:spTgt>
                                        </p:tgtEl>
                                        <p:attrNameLst>
                                          <p:attrName>style.visibility</p:attrName>
                                        </p:attrNameLst>
                                      </p:cBhvr>
                                      <p:to>
                                        <p:strVal val="visible"/>
                                      </p:to>
                                    </p:set>
                                    <p:anim calcmode="lin" valueType="num">
                                      <p:cBhvr additive="base">
                                        <p:cTn dur="300"/>
                                        <p:tgtEl>
                                          <p:spTgt spid="2073">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073">
                                            <p:txEl>
                                              <p:pRg end="1" st="1"/>
                                            </p:txEl>
                                          </p:spTgt>
                                        </p:tgtEl>
                                        <p:attrNameLst>
                                          <p:attrName>style.visibility</p:attrName>
                                        </p:attrNameLst>
                                      </p:cBhvr>
                                      <p:to>
                                        <p:strVal val="visible"/>
                                      </p:to>
                                    </p:set>
                                    <p:anim calcmode="lin" valueType="num">
                                      <p:cBhvr additive="base">
                                        <p:cTn dur="300"/>
                                        <p:tgtEl>
                                          <p:spTgt spid="2073">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073">
                                            <p:txEl>
                                              <p:pRg end="2" st="2"/>
                                            </p:txEl>
                                          </p:spTgt>
                                        </p:tgtEl>
                                        <p:attrNameLst>
                                          <p:attrName>style.visibility</p:attrName>
                                        </p:attrNameLst>
                                      </p:cBhvr>
                                      <p:to>
                                        <p:strVal val="visible"/>
                                      </p:to>
                                    </p:set>
                                    <p:anim calcmode="lin" valueType="num">
                                      <p:cBhvr additive="base">
                                        <p:cTn dur="300"/>
                                        <p:tgtEl>
                                          <p:spTgt spid="2073">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7" name="Shape 2077"/>
        <p:cNvGrpSpPr/>
        <p:nvPr/>
      </p:nvGrpSpPr>
      <p:grpSpPr>
        <a:xfrm>
          <a:off x="0" y="0"/>
          <a:ext cx="0" cy="0"/>
          <a:chOff x="0" y="0"/>
          <a:chExt cx="0" cy="0"/>
        </a:xfrm>
      </p:grpSpPr>
      <p:sp>
        <p:nvSpPr>
          <p:cNvPr id="2078" name="Google Shape;2078;p261"/>
          <p:cNvSpPr txBox="1"/>
          <p:nvPr>
            <p:ph type="title"/>
          </p:nvPr>
        </p:nvSpPr>
        <p:spPr>
          <a:xfrm>
            <a:off x="685800" y="1036637"/>
            <a:ext cx="7772400" cy="608012"/>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FF8D3E"/>
              </a:buClr>
              <a:buSzPts val="3200"/>
              <a:buFont typeface="Verdana"/>
              <a:buNone/>
            </a:pPr>
            <a:r>
              <a:rPr b="1" i="0" lang="en-US" sz="3200" u="none">
                <a:solidFill>
                  <a:srgbClr val="FF8D3E"/>
                </a:solidFill>
                <a:latin typeface="Verdana"/>
                <a:ea typeface="Verdana"/>
                <a:cs typeface="Verdana"/>
                <a:sym typeface="Verdana"/>
              </a:rPr>
              <a:t>Försäkringar</a:t>
            </a:r>
            <a:endParaRPr/>
          </a:p>
        </p:txBody>
      </p:sp>
      <p:sp>
        <p:nvSpPr>
          <p:cNvPr id="2079" name="Google Shape;2079;p261"/>
          <p:cNvSpPr txBox="1"/>
          <p:nvPr>
            <p:ph idx="1" type="body"/>
          </p:nvPr>
        </p:nvSpPr>
        <p:spPr>
          <a:xfrm>
            <a:off x="457200" y="1773237"/>
            <a:ext cx="8229600" cy="4233862"/>
          </a:xfrm>
          <a:prstGeom prst="rect">
            <a:avLst/>
          </a:prstGeom>
          <a:noFill/>
          <a:ln>
            <a:noFill/>
          </a:ln>
        </p:spPr>
        <p:txBody>
          <a:bodyPr anchorCtr="0" anchor="t" bIns="45700" lIns="182875" spcFirstLastPara="1" rIns="91425" wrap="square" tIns="91425">
            <a:noAutofit/>
          </a:bodyPr>
          <a:lstStyle/>
          <a:p>
            <a:pPr indent="-265112" lvl="0" marL="265112" marR="0" rtl="0" algn="l">
              <a:lnSpc>
                <a:spcPct val="150000"/>
              </a:lnSpc>
              <a:spcBef>
                <a:spcPts val="0"/>
              </a:spcBef>
              <a:spcAft>
                <a:spcPts val="0"/>
              </a:spcAft>
              <a:buClr>
                <a:schemeClr val="accent1"/>
              </a:buClr>
              <a:buSzPts val="2240"/>
              <a:buFont typeface="Noto Sans Symbols"/>
              <a:buChar char="⚫"/>
            </a:pPr>
            <a:r>
              <a:rPr b="0" i="0" lang="en-US" sz="2800" u="none" cap="none" strike="noStrike">
                <a:solidFill>
                  <a:schemeClr val="dk1"/>
                </a:solidFill>
                <a:latin typeface="Verdana"/>
                <a:ea typeface="Verdana"/>
                <a:cs typeface="Verdana"/>
                <a:sym typeface="Verdana"/>
              </a:rPr>
              <a:t>Trafikförsäkring</a:t>
            </a:r>
            <a:endParaRPr/>
          </a:p>
          <a:p>
            <a:pPr indent="-200024" lvl="1" marL="547687" marR="0" rtl="0" algn="l">
              <a:lnSpc>
                <a:spcPct val="150000"/>
              </a:lnSpc>
              <a:spcBef>
                <a:spcPts val="200"/>
              </a:spcBef>
              <a:spcAft>
                <a:spcPts val="0"/>
              </a:spcAft>
              <a:buClr>
                <a:schemeClr val="accent1"/>
              </a:buClr>
              <a:buSzPts val="2400"/>
              <a:buFont typeface="Verdana"/>
              <a:buChar char="◦"/>
            </a:pPr>
            <a:r>
              <a:rPr b="0" i="0" lang="en-US" sz="2400" u="none" cap="none" strike="noStrike">
                <a:solidFill>
                  <a:schemeClr val="dk1"/>
                </a:solidFill>
                <a:latin typeface="Verdana"/>
                <a:ea typeface="Verdana"/>
                <a:cs typeface="Verdana"/>
                <a:sym typeface="Verdana"/>
              </a:rPr>
              <a:t>Krävs för alla inregistrerade snöskotrar.</a:t>
            </a:r>
            <a:endParaRPr/>
          </a:p>
          <a:p>
            <a:pPr indent="-265112" lvl="0" marL="265112" marR="0" rtl="0" algn="l">
              <a:lnSpc>
                <a:spcPct val="150000"/>
              </a:lnSpc>
              <a:spcBef>
                <a:spcPts val="200"/>
              </a:spcBef>
              <a:spcAft>
                <a:spcPts val="0"/>
              </a:spcAft>
              <a:buClr>
                <a:schemeClr val="accent1"/>
              </a:buClr>
              <a:buSzPts val="2240"/>
              <a:buFont typeface="Noto Sans Symbols"/>
              <a:buChar char="⚫"/>
            </a:pPr>
            <a:r>
              <a:rPr b="0" i="0" lang="en-US" sz="2800" u="none" cap="none" strike="noStrike">
                <a:solidFill>
                  <a:schemeClr val="dk1"/>
                </a:solidFill>
                <a:latin typeface="Verdana"/>
                <a:ea typeface="Verdana"/>
                <a:cs typeface="Verdana"/>
                <a:sym typeface="Verdana"/>
              </a:rPr>
              <a:t>Delkaskoförsäkring </a:t>
            </a:r>
            <a:r>
              <a:rPr b="0" i="0" lang="en-US" sz="2400" u="none" cap="none" strike="noStrike">
                <a:solidFill>
                  <a:schemeClr val="dk1"/>
                </a:solidFill>
                <a:latin typeface="Verdana"/>
                <a:ea typeface="Verdana"/>
                <a:cs typeface="Verdana"/>
                <a:sym typeface="Verdana"/>
              </a:rPr>
              <a:t>(+ trafik=halvförsäkring)</a:t>
            </a:r>
            <a:endParaRPr b="0" i="0" sz="2800" u="none" cap="none" strike="noStrike">
              <a:solidFill>
                <a:schemeClr val="dk1"/>
              </a:solidFill>
              <a:latin typeface="Verdana"/>
              <a:ea typeface="Verdana"/>
              <a:cs typeface="Verdana"/>
              <a:sym typeface="Verdana"/>
            </a:endParaRPr>
          </a:p>
          <a:p>
            <a:pPr indent="-200024" lvl="1" marL="547687" marR="0" rtl="0" algn="l">
              <a:lnSpc>
                <a:spcPct val="150000"/>
              </a:lnSpc>
              <a:spcBef>
                <a:spcPts val="200"/>
              </a:spcBef>
              <a:spcAft>
                <a:spcPts val="0"/>
              </a:spcAft>
              <a:buClr>
                <a:schemeClr val="accent1"/>
              </a:buClr>
              <a:buSzPts val="2400"/>
              <a:buFont typeface="Verdana"/>
              <a:buChar char="◦"/>
            </a:pPr>
            <a:r>
              <a:rPr b="0" i="0" lang="en-US" sz="2400" u="none" cap="none" strike="noStrike">
                <a:solidFill>
                  <a:schemeClr val="dk1"/>
                </a:solidFill>
                <a:latin typeface="Verdana"/>
                <a:ea typeface="Verdana"/>
                <a:cs typeface="Verdana"/>
                <a:sym typeface="Verdana"/>
              </a:rPr>
              <a:t>Brand, glas, stöld och rättsskydd.</a:t>
            </a:r>
            <a:endParaRPr/>
          </a:p>
          <a:p>
            <a:pPr indent="-265112" lvl="0" marL="265112" marR="0" rtl="0" algn="l">
              <a:lnSpc>
                <a:spcPct val="150000"/>
              </a:lnSpc>
              <a:spcBef>
                <a:spcPts val="200"/>
              </a:spcBef>
              <a:spcAft>
                <a:spcPts val="0"/>
              </a:spcAft>
              <a:buClr>
                <a:schemeClr val="accent1"/>
              </a:buClr>
              <a:buSzPts val="2240"/>
              <a:buFont typeface="Noto Sans Symbols"/>
              <a:buChar char="⚫"/>
            </a:pPr>
            <a:r>
              <a:rPr b="0" i="0" lang="en-US" sz="2800" u="none" cap="none" strike="noStrike">
                <a:solidFill>
                  <a:schemeClr val="dk1"/>
                </a:solidFill>
                <a:latin typeface="Verdana"/>
                <a:ea typeface="Verdana"/>
                <a:cs typeface="Verdana"/>
                <a:sym typeface="Verdana"/>
              </a:rPr>
              <a:t>Vagnskadeförsäkring </a:t>
            </a:r>
            <a:r>
              <a:rPr b="0" i="0" lang="en-US" sz="2400" u="none" cap="none" strike="noStrike">
                <a:solidFill>
                  <a:schemeClr val="dk1"/>
                </a:solidFill>
                <a:latin typeface="Verdana"/>
                <a:ea typeface="Verdana"/>
                <a:cs typeface="Verdana"/>
                <a:sym typeface="Verdana"/>
              </a:rPr>
              <a:t>(+ halv=helförsäkring)</a:t>
            </a:r>
            <a:endParaRPr b="0" i="0" sz="2800" u="none" cap="none" strike="noStrike">
              <a:solidFill>
                <a:schemeClr val="dk1"/>
              </a:solidFill>
              <a:latin typeface="Verdana"/>
              <a:ea typeface="Verdana"/>
              <a:cs typeface="Verdana"/>
              <a:sym typeface="Verdana"/>
            </a:endParaRPr>
          </a:p>
          <a:p>
            <a:pPr indent="-200024" lvl="1" marL="547687" marR="0" rtl="0" algn="l">
              <a:lnSpc>
                <a:spcPct val="150000"/>
              </a:lnSpc>
              <a:spcBef>
                <a:spcPts val="200"/>
              </a:spcBef>
              <a:spcAft>
                <a:spcPts val="0"/>
              </a:spcAft>
              <a:buClr>
                <a:schemeClr val="accent1"/>
              </a:buClr>
              <a:buSzPts val="2400"/>
              <a:buFont typeface="Verdana"/>
              <a:buChar char="◦"/>
            </a:pPr>
            <a:r>
              <a:rPr b="0" i="0" lang="en-US" sz="2400" u="none" cap="none" strike="noStrike">
                <a:solidFill>
                  <a:schemeClr val="dk1"/>
                </a:solidFill>
                <a:latin typeface="Verdana"/>
                <a:ea typeface="Verdana"/>
                <a:cs typeface="Verdana"/>
                <a:sym typeface="Verdana"/>
              </a:rPr>
              <a:t>Ersätter skador på den egna skotern.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9">
                                            <p:txEl>
                                              <p:pRg end="0" st="0"/>
                                            </p:txEl>
                                          </p:spTgt>
                                        </p:tgtEl>
                                        <p:attrNameLst>
                                          <p:attrName>style.visibility</p:attrName>
                                        </p:attrNameLst>
                                      </p:cBhvr>
                                      <p:to>
                                        <p:strVal val="visible"/>
                                      </p:to>
                                    </p:set>
                                    <p:animEffect filter="fade" transition="in">
                                      <p:cBhvr>
                                        <p:cTn dur="300"/>
                                        <p:tgtEl>
                                          <p:spTgt spid="20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9">
                                            <p:txEl>
                                              <p:pRg end="1" st="1"/>
                                            </p:txEl>
                                          </p:spTgt>
                                        </p:tgtEl>
                                        <p:attrNameLst>
                                          <p:attrName>style.visibility</p:attrName>
                                        </p:attrNameLst>
                                      </p:cBhvr>
                                      <p:to>
                                        <p:strVal val="visible"/>
                                      </p:to>
                                    </p:set>
                                    <p:animEffect filter="fade" transition="in">
                                      <p:cBhvr>
                                        <p:cTn dur="300"/>
                                        <p:tgtEl>
                                          <p:spTgt spid="20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9">
                                            <p:txEl>
                                              <p:pRg end="2" st="2"/>
                                            </p:txEl>
                                          </p:spTgt>
                                        </p:tgtEl>
                                        <p:attrNameLst>
                                          <p:attrName>style.visibility</p:attrName>
                                        </p:attrNameLst>
                                      </p:cBhvr>
                                      <p:to>
                                        <p:strVal val="visible"/>
                                      </p:to>
                                    </p:set>
                                    <p:animEffect filter="fade" transition="in">
                                      <p:cBhvr>
                                        <p:cTn dur="300"/>
                                        <p:tgtEl>
                                          <p:spTgt spid="20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9">
                                            <p:txEl>
                                              <p:pRg end="3" st="3"/>
                                            </p:txEl>
                                          </p:spTgt>
                                        </p:tgtEl>
                                        <p:attrNameLst>
                                          <p:attrName>style.visibility</p:attrName>
                                        </p:attrNameLst>
                                      </p:cBhvr>
                                      <p:to>
                                        <p:strVal val="visible"/>
                                      </p:to>
                                    </p:set>
                                    <p:animEffect filter="fade" transition="in">
                                      <p:cBhvr>
                                        <p:cTn dur="300"/>
                                        <p:tgtEl>
                                          <p:spTgt spid="20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9">
                                            <p:txEl>
                                              <p:pRg end="4" st="4"/>
                                            </p:txEl>
                                          </p:spTgt>
                                        </p:tgtEl>
                                        <p:attrNameLst>
                                          <p:attrName>style.visibility</p:attrName>
                                        </p:attrNameLst>
                                      </p:cBhvr>
                                      <p:to>
                                        <p:strVal val="visible"/>
                                      </p:to>
                                    </p:set>
                                    <p:animEffect filter="fade" transition="in">
                                      <p:cBhvr>
                                        <p:cTn dur="300"/>
                                        <p:tgtEl>
                                          <p:spTgt spid="20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9">
                                            <p:txEl>
                                              <p:pRg end="5" st="5"/>
                                            </p:txEl>
                                          </p:spTgt>
                                        </p:tgtEl>
                                        <p:attrNameLst>
                                          <p:attrName>style.visibility</p:attrName>
                                        </p:attrNameLst>
                                      </p:cBhvr>
                                      <p:to>
                                        <p:strVal val="visible"/>
                                      </p:to>
                                    </p:set>
                                    <p:animEffect filter="fade" transition="in">
                                      <p:cBhvr>
                                        <p:cTn dur="300"/>
                                        <p:tgtEl>
                                          <p:spTgt spid="207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4" name="Shape 2084"/>
        <p:cNvGrpSpPr/>
        <p:nvPr/>
      </p:nvGrpSpPr>
      <p:grpSpPr>
        <a:xfrm>
          <a:off x="0" y="0"/>
          <a:ext cx="0" cy="0"/>
          <a:chOff x="0" y="0"/>
          <a:chExt cx="0" cy="0"/>
        </a:xfrm>
      </p:grpSpPr>
      <p:pic>
        <p:nvPicPr>
          <p:cNvPr descr="C:\Documents and Settings\Anders\Mina dokument\ÖSSK\Förarb. Snöskoter\Väjningsplikt.JPG" id="2085" name="Google Shape;2085;p262"/>
          <p:cNvPicPr preferRelativeResize="0"/>
          <p:nvPr>
            <p:ph idx="1" type="body"/>
          </p:nvPr>
        </p:nvPicPr>
        <p:blipFill rotWithShape="1">
          <a:blip r:embed="rId3">
            <a:alphaModFix/>
          </a:blip>
          <a:srcRect b="0" l="0" r="0" t="0"/>
          <a:stretch/>
        </p:blipFill>
        <p:spPr>
          <a:xfrm>
            <a:off x="1219200" y="1447800"/>
            <a:ext cx="6629400" cy="5027612"/>
          </a:xfrm>
          <a:prstGeom prst="rect">
            <a:avLst/>
          </a:prstGeom>
          <a:noFill/>
          <a:ln>
            <a:noFill/>
          </a:ln>
        </p:spPr>
      </p:pic>
      <p:sp>
        <p:nvSpPr>
          <p:cNvPr id="2086" name="Google Shape;2086;p262"/>
          <p:cNvSpPr txBox="1"/>
          <p:nvPr>
            <p:ph idx="4294967295" type="title"/>
          </p:nvPr>
        </p:nvSpPr>
        <p:spPr>
          <a:xfrm>
            <a:off x="685800" y="768350"/>
            <a:ext cx="7772400" cy="83185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b="1" i="0" lang="en-US" sz="4100" u="none" cap="none" strike="noStrike">
                <a:solidFill>
                  <a:schemeClr val="dk2"/>
                </a:solidFill>
                <a:latin typeface="Lucida Sans"/>
                <a:ea typeface="Lucida Sans"/>
                <a:cs typeface="Lucida Sans"/>
                <a:sym typeface="Lucida Sans"/>
              </a:rPr>
              <a:t>Alltid väjningsplikt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1" name="Shape 2091"/>
        <p:cNvGrpSpPr/>
        <p:nvPr/>
      </p:nvGrpSpPr>
      <p:grpSpPr>
        <a:xfrm>
          <a:off x="0" y="0"/>
          <a:ext cx="0" cy="0"/>
          <a:chOff x="0" y="0"/>
          <a:chExt cx="0" cy="0"/>
        </a:xfrm>
      </p:grpSpPr>
      <p:sp>
        <p:nvSpPr>
          <p:cNvPr id="2092" name="Google Shape;2092;p263"/>
          <p:cNvSpPr txBox="1"/>
          <p:nvPr>
            <p:ph type="title"/>
          </p:nvPr>
        </p:nvSpPr>
        <p:spPr>
          <a:xfrm>
            <a:off x="685800" y="768350"/>
            <a:ext cx="77724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000"/>
              <a:buFont typeface="Trebuchet MS"/>
              <a:buNone/>
            </a:pPr>
            <a:r>
              <a:rPr b="0" i="0" lang="en-US" sz="4000" u="none">
                <a:solidFill>
                  <a:schemeClr val="dk2"/>
                </a:solidFill>
                <a:latin typeface="Trebuchet MS"/>
                <a:ea typeface="Trebuchet MS"/>
                <a:cs typeface="Trebuchet MS"/>
                <a:sym typeface="Trebuchet MS"/>
              </a:rPr>
              <a:t>Vanligaste vägmärkena</a:t>
            </a:r>
            <a:endParaRPr/>
          </a:p>
        </p:txBody>
      </p:sp>
      <p:graphicFrame>
        <p:nvGraphicFramePr>
          <p:cNvPr id="2093" name="Google Shape;2093;p263"/>
          <p:cNvGraphicFramePr/>
          <p:nvPr/>
        </p:nvGraphicFramePr>
        <p:xfrm>
          <a:off x="685800" y="1981200"/>
          <a:ext cx="3000000" cy="3000000"/>
        </p:xfrm>
        <a:graphic>
          <a:graphicData uri="http://schemas.openxmlformats.org/drawingml/2006/table">
            <a:tbl>
              <a:tblPr>
                <a:noFill/>
                <a:tableStyleId>{523962B7-38F3-4C17-B13F-29761F52CD79}</a:tableStyleId>
              </a:tblPr>
              <a:tblGrid>
                <a:gridCol w="1943100"/>
                <a:gridCol w="1943100"/>
                <a:gridCol w="1943100"/>
                <a:gridCol w="1943100"/>
              </a:tblGrid>
              <a:tr h="1371600">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71600">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371600">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dk1"/>
                        </a:solidFill>
                        <a:latin typeface="Georgia"/>
                        <a:ea typeface="Georgia"/>
                        <a:cs typeface="Georgia"/>
                        <a:sym typeface="Georgia"/>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pic>
        <p:nvPicPr>
          <p:cNvPr descr="C:\Documents and Settings\Janne\Mina dokument\ÖSSK\Vägmärken\Annan f, korsande väg.gif" id="2094" name="Google Shape;2094;p263"/>
          <p:cNvPicPr preferRelativeResize="0"/>
          <p:nvPr/>
        </p:nvPicPr>
        <p:blipFill rotWithShape="1">
          <a:blip r:embed="rId3">
            <a:alphaModFix/>
          </a:blip>
          <a:srcRect b="11764" l="0" r="0" t="0"/>
          <a:stretch/>
        </p:blipFill>
        <p:spPr>
          <a:xfrm>
            <a:off x="1042987" y="4797425"/>
            <a:ext cx="1419225" cy="1250950"/>
          </a:xfrm>
          <a:prstGeom prst="rect">
            <a:avLst/>
          </a:prstGeom>
          <a:noFill/>
          <a:ln>
            <a:noFill/>
          </a:ln>
        </p:spPr>
      </p:pic>
      <p:pic>
        <p:nvPicPr>
          <p:cNvPr descr="C:\Documents and Settings\Janne\Mina dokument\ÖSSK\Vägmärken\Avvik ej från leden.gif" id="2095" name="Google Shape;2095;p263"/>
          <p:cNvPicPr preferRelativeResize="0"/>
          <p:nvPr/>
        </p:nvPicPr>
        <p:blipFill rotWithShape="1">
          <a:blip r:embed="rId4">
            <a:alphaModFix/>
          </a:blip>
          <a:srcRect b="0" l="0" r="0" t="0"/>
          <a:stretch/>
        </p:blipFill>
        <p:spPr>
          <a:xfrm>
            <a:off x="2971800" y="4800600"/>
            <a:ext cx="1239837" cy="1239837"/>
          </a:xfrm>
          <a:prstGeom prst="rect">
            <a:avLst/>
          </a:prstGeom>
          <a:noFill/>
          <a:ln>
            <a:noFill/>
          </a:ln>
        </p:spPr>
      </p:pic>
      <p:pic>
        <p:nvPicPr>
          <p:cNvPr descr="C:\Documents and Settings\Janne\Mina dokument\ÖSSK\Vägmärken\Förbud mot skoteråkning.bmp" id="2096" name="Google Shape;2096;p263"/>
          <p:cNvPicPr preferRelativeResize="0"/>
          <p:nvPr/>
        </p:nvPicPr>
        <p:blipFill rotWithShape="1">
          <a:blip r:embed="rId5">
            <a:alphaModFix/>
          </a:blip>
          <a:srcRect b="0" l="0" r="0" t="0"/>
          <a:stretch/>
        </p:blipFill>
        <p:spPr>
          <a:xfrm>
            <a:off x="4876800" y="2057400"/>
            <a:ext cx="1214437" cy="1219200"/>
          </a:xfrm>
          <a:prstGeom prst="rect">
            <a:avLst/>
          </a:prstGeom>
          <a:noFill/>
          <a:ln>
            <a:noFill/>
          </a:ln>
        </p:spPr>
      </p:pic>
      <p:pic>
        <p:nvPicPr>
          <p:cNvPr descr="C:\Documents and Settings\Janne\Mina dokument\ÖSSK\Vägmärken\Hastighet.gif" id="2097" name="Google Shape;2097;p263"/>
          <p:cNvPicPr preferRelativeResize="0"/>
          <p:nvPr/>
        </p:nvPicPr>
        <p:blipFill rotWithShape="1">
          <a:blip r:embed="rId6">
            <a:alphaModFix/>
          </a:blip>
          <a:srcRect b="0" l="0" r="0" t="0"/>
          <a:stretch/>
        </p:blipFill>
        <p:spPr>
          <a:xfrm>
            <a:off x="6858000" y="2057400"/>
            <a:ext cx="1219200" cy="1219200"/>
          </a:xfrm>
          <a:prstGeom prst="rect">
            <a:avLst/>
          </a:prstGeom>
          <a:noFill/>
          <a:ln>
            <a:noFill/>
          </a:ln>
        </p:spPr>
      </p:pic>
      <p:pic>
        <p:nvPicPr>
          <p:cNvPr descr="C:\Documents and Settings\Janne\Mina dokument\ÖSSK\Vägmärken\Järnv. utan bommar.gif" id="2098" name="Google Shape;2098;p263"/>
          <p:cNvPicPr preferRelativeResize="0"/>
          <p:nvPr/>
        </p:nvPicPr>
        <p:blipFill rotWithShape="1">
          <a:blip r:embed="rId7">
            <a:alphaModFix/>
          </a:blip>
          <a:srcRect b="0" l="0" r="0" t="0"/>
          <a:stretch/>
        </p:blipFill>
        <p:spPr>
          <a:xfrm>
            <a:off x="4876800" y="3429000"/>
            <a:ext cx="1371600" cy="1219200"/>
          </a:xfrm>
          <a:prstGeom prst="rect">
            <a:avLst/>
          </a:prstGeom>
          <a:noFill/>
          <a:ln>
            <a:noFill/>
          </a:ln>
        </p:spPr>
      </p:pic>
      <p:pic>
        <p:nvPicPr>
          <p:cNvPr descr="C:\Documents and Settings\Janne\Mina dokument\ÖSSK\Vägmärken\Järv. med bommar.gif" id="2099" name="Google Shape;2099;p263"/>
          <p:cNvPicPr preferRelativeResize="0"/>
          <p:nvPr/>
        </p:nvPicPr>
        <p:blipFill rotWithShape="1">
          <a:blip r:embed="rId8">
            <a:alphaModFix/>
          </a:blip>
          <a:srcRect b="0" l="0" r="0" t="0"/>
          <a:stretch/>
        </p:blipFill>
        <p:spPr>
          <a:xfrm>
            <a:off x="6781800" y="3429000"/>
            <a:ext cx="1371600" cy="1233487"/>
          </a:xfrm>
          <a:prstGeom prst="rect">
            <a:avLst/>
          </a:prstGeom>
          <a:noFill/>
          <a:ln>
            <a:noFill/>
          </a:ln>
        </p:spPr>
      </p:pic>
      <p:pic>
        <p:nvPicPr>
          <p:cNvPr descr="C:\Documents and Settings\Janne\Mina dokument\ÖSSK\Vägmärken\Ledskylt.gif" id="2100" name="Google Shape;2100;p263"/>
          <p:cNvPicPr preferRelativeResize="0"/>
          <p:nvPr/>
        </p:nvPicPr>
        <p:blipFill rotWithShape="1">
          <a:blip r:embed="rId9">
            <a:alphaModFix/>
          </a:blip>
          <a:srcRect b="28308" l="32667" r="32516" t="29417"/>
          <a:stretch/>
        </p:blipFill>
        <p:spPr>
          <a:xfrm>
            <a:off x="2916237" y="2060575"/>
            <a:ext cx="1371600" cy="1296987"/>
          </a:xfrm>
          <a:prstGeom prst="rect">
            <a:avLst/>
          </a:prstGeom>
          <a:noFill/>
          <a:ln>
            <a:noFill/>
          </a:ln>
        </p:spPr>
      </p:pic>
      <p:pic>
        <p:nvPicPr>
          <p:cNvPr descr="C:\Documents and Settings\Janne\Mina dokument\ÖSSK\Vägmärken\Påbjuden skoterled.gif" id="2101" name="Google Shape;2101;p263"/>
          <p:cNvPicPr preferRelativeResize="0"/>
          <p:nvPr/>
        </p:nvPicPr>
        <p:blipFill rotWithShape="1">
          <a:blip r:embed="rId10">
            <a:alphaModFix/>
          </a:blip>
          <a:srcRect b="0" l="0" r="0" t="0"/>
          <a:stretch/>
        </p:blipFill>
        <p:spPr>
          <a:xfrm>
            <a:off x="1066800" y="2057400"/>
            <a:ext cx="1295400" cy="1295400"/>
          </a:xfrm>
          <a:prstGeom prst="rect">
            <a:avLst/>
          </a:prstGeom>
          <a:noFill/>
          <a:ln>
            <a:noFill/>
          </a:ln>
        </p:spPr>
      </p:pic>
      <p:pic>
        <p:nvPicPr>
          <p:cNvPr descr="C:\Documents and Settings\Janne\Mina dokument\ÖSSK\Vägmärken\STOP.bmp" id="2102" name="Google Shape;2102;p263"/>
          <p:cNvPicPr preferRelativeResize="0"/>
          <p:nvPr/>
        </p:nvPicPr>
        <p:blipFill rotWithShape="1">
          <a:blip r:embed="rId11">
            <a:alphaModFix/>
          </a:blip>
          <a:srcRect b="0" l="0" r="0" t="0"/>
          <a:stretch/>
        </p:blipFill>
        <p:spPr>
          <a:xfrm>
            <a:off x="2971800" y="3429000"/>
            <a:ext cx="1262062" cy="1262062"/>
          </a:xfrm>
          <a:prstGeom prst="rect">
            <a:avLst/>
          </a:prstGeom>
          <a:noFill/>
          <a:ln>
            <a:noFill/>
          </a:ln>
        </p:spPr>
      </p:pic>
      <p:pic>
        <p:nvPicPr>
          <p:cNvPr descr="C:\Documents and Settings\Janne\Mina dokument\ÖSSK\Vägmärken\Väjningsplikt.gif" id="2103" name="Google Shape;2103;p263"/>
          <p:cNvPicPr preferRelativeResize="0"/>
          <p:nvPr/>
        </p:nvPicPr>
        <p:blipFill rotWithShape="1">
          <a:blip r:embed="rId12">
            <a:alphaModFix/>
          </a:blip>
          <a:srcRect b="0" l="0" r="0" t="0"/>
          <a:stretch/>
        </p:blipFill>
        <p:spPr>
          <a:xfrm>
            <a:off x="1187450" y="3429000"/>
            <a:ext cx="1008062" cy="895350"/>
          </a:xfrm>
          <a:prstGeom prst="rect">
            <a:avLst/>
          </a:prstGeom>
          <a:noFill/>
          <a:ln>
            <a:noFill/>
          </a:ln>
        </p:spPr>
      </p:pic>
      <p:pic>
        <p:nvPicPr>
          <p:cNvPr descr="C:\Documents and Settings\Janne\Mina dokument\ÖSSK\Vägmärken\Överfart vattendrag.gif" id="2104" name="Google Shape;2104;p263"/>
          <p:cNvPicPr preferRelativeResize="0"/>
          <p:nvPr/>
        </p:nvPicPr>
        <p:blipFill rotWithShape="1">
          <a:blip r:embed="rId13">
            <a:alphaModFix/>
          </a:blip>
          <a:srcRect b="0" l="0" r="0" t="0"/>
          <a:stretch/>
        </p:blipFill>
        <p:spPr>
          <a:xfrm>
            <a:off x="4876800" y="4773612"/>
            <a:ext cx="1350962" cy="1295400"/>
          </a:xfrm>
          <a:prstGeom prst="rect">
            <a:avLst/>
          </a:prstGeom>
          <a:noFill/>
          <a:ln>
            <a:noFill/>
          </a:ln>
        </p:spPr>
      </p:pic>
      <p:pic>
        <p:nvPicPr>
          <p:cNvPr descr="C:\Documents and Settings\Janne\Mina dokument\ÖSSK\Vägmärken\P-skylt Ski-doo.gif" id="2105" name="Google Shape;2105;p263"/>
          <p:cNvPicPr preferRelativeResize="0"/>
          <p:nvPr/>
        </p:nvPicPr>
        <p:blipFill rotWithShape="1">
          <a:blip r:embed="rId14">
            <a:alphaModFix/>
          </a:blip>
          <a:srcRect b="0" l="0" r="0" t="0"/>
          <a:stretch/>
        </p:blipFill>
        <p:spPr>
          <a:xfrm>
            <a:off x="6875462" y="4733925"/>
            <a:ext cx="1296987" cy="1312862"/>
          </a:xfrm>
          <a:prstGeom prst="rect">
            <a:avLst/>
          </a:prstGeom>
          <a:noFill/>
          <a:ln>
            <a:noFill/>
          </a:ln>
        </p:spPr>
      </p:pic>
      <p:pic>
        <p:nvPicPr>
          <p:cNvPr descr="http://www.skogma.de/shop/images/378-4495-06.jpg" id="2106" name="Google Shape;2106;p263"/>
          <p:cNvPicPr preferRelativeResize="0"/>
          <p:nvPr/>
        </p:nvPicPr>
        <p:blipFill rotWithShape="1">
          <a:blip r:embed="rId15">
            <a:alphaModFix/>
          </a:blip>
          <a:srcRect b="0" l="0" r="0" t="0"/>
          <a:stretch/>
        </p:blipFill>
        <p:spPr>
          <a:xfrm>
            <a:off x="1403350" y="4365625"/>
            <a:ext cx="576262" cy="358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96"/>
                                        </p:tgtEl>
                                        <p:attrNameLst>
                                          <p:attrName>style.visibility</p:attrName>
                                        </p:attrNameLst>
                                      </p:cBhvr>
                                      <p:to>
                                        <p:strVal val="visible"/>
                                      </p:to>
                                    </p:set>
                                    <p:anim calcmode="lin" valueType="num">
                                      <p:cBhvr additive="base">
                                        <p:cTn dur="500"/>
                                        <p:tgtEl>
                                          <p:spTgt spid="2096"/>
                                        </p:tgtEl>
                                        <p:attrNameLst>
                                          <p:attrName>ppt_w</p:attrName>
                                        </p:attrNameLst>
                                      </p:cBhvr>
                                      <p:tavLst>
                                        <p:tav fmla="" tm="0">
                                          <p:val>
                                            <p:strVal val="0"/>
                                          </p:val>
                                        </p:tav>
                                        <p:tav fmla="" tm="100000">
                                          <p:val>
                                            <p:strVal val="#ppt_w"/>
                                          </p:val>
                                        </p:tav>
                                      </p:tavLst>
                                    </p:anim>
                                    <p:anim calcmode="lin" valueType="num">
                                      <p:cBhvr additive="base">
                                        <p:cTn dur="500"/>
                                        <p:tgtEl>
                                          <p:spTgt spid="209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7"/>
                                        </p:tgtEl>
                                        <p:attrNameLst>
                                          <p:attrName>style.visibility</p:attrName>
                                        </p:attrNameLst>
                                      </p:cBhvr>
                                      <p:to>
                                        <p:strVal val="visible"/>
                                      </p:to>
                                    </p:set>
                                    <p:animEffect filter="fade" transition="in">
                                      <p:cBhvr>
                                        <p:cTn dur="500"/>
                                        <p:tgtEl>
                                          <p:spTgt spid="20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8"/>
                                        </p:tgtEl>
                                        <p:attrNameLst>
                                          <p:attrName>style.visibility</p:attrName>
                                        </p:attrNameLst>
                                      </p:cBhvr>
                                      <p:to>
                                        <p:strVal val="visible"/>
                                      </p:to>
                                    </p:set>
                                    <p:animEffect filter="fade" transition="in">
                                      <p:cBhvr>
                                        <p:cTn dur="500"/>
                                        <p:tgtEl>
                                          <p:spTgt spid="20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9"/>
                                        </p:tgtEl>
                                        <p:attrNameLst>
                                          <p:attrName>style.visibility</p:attrName>
                                        </p:attrNameLst>
                                      </p:cBhvr>
                                      <p:to>
                                        <p:strVal val="visible"/>
                                      </p:to>
                                    </p:set>
                                    <p:animEffect filter="fade" transition="in">
                                      <p:cBhvr>
                                        <p:cTn dur="500"/>
                                        <p:tgtEl>
                                          <p:spTgt spid="20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00"/>
                                        </p:tgtEl>
                                        <p:attrNameLst>
                                          <p:attrName>style.visibility</p:attrName>
                                        </p:attrNameLst>
                                      </p:cBhvr>
                                      <p:to>
                                        <p:strVal val="visible"/>
                                      </p:to>
                                    </p:set>
                                    <p:anim calcmode="lin" valueType="num">
                                      <p:cBhvr additive="base">
                                        <p:cTn dur="500"/>
                                        <p:tgtEl>
                                          <p:spTgt spid="2100"/>
                                        </p:tgtEl>
                                        <p:attrNameLst>
                                          <p:attrName>ppt_w</p:attrName>
                                        </p:attrNameLst>
                                      </p:cBhvr>
                                      <p:tavLst>
                                        <p:tav fmla="" tm="0">
                                          <p:val>
                                            <p:strVal val="0"/>
                                          </p:val>
                                        </p:tav>
                                        <p:tav fmla="" tm="100000">
                                          <p:val>
                                            <p:strVal val="#ppt_w"/>
                                          </p:val>
                                        </p:tav>
                                      </p:tavLst>
                                    </p:anim>
                                    <p:anim calcmode="lin" valueType="num">
                                      <p:cBhvr additive="base">
                                        <p:cTn dur="500"/>
                                        <p:tgtEl>
                                          <p:spTgt spid="210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1"/>
                                        </p:tgtEl>
                                        <p:attrNameLst>
                                          <p:attrName>style.visibility</p:attrName>
                                        </p:attrNameLst>
                                      </p:cBhvr>
                                      <p:to>
                                        <p:strVal val="visible"/>
                                      </p:to>
                                    </p:set>
                                    <p:animEffect filter="fade" transition="in">
                                      <p:cBhvr>
                                        <p:cTn dur="5000"/>
                                        <p:tgtEl>
                                          <p:spTgt spid="2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gtEl>
                                        <p:attrNameLst>
                                          <p:attrName>style.visibility</p:attrName>
                                        </p:attrNameLst>
                                      </p:cBhvr>
                                      <p:to>
                                        <p:strVal val="visible"/>
                                      </p:to>
                                    </p:set>
                                    <p:animEffect filter="fade" transition="in">
                                      <p:cBhvr>
                                        <p:cTn dur="500"/>
                                        <p:tgtEl>
                                          <p:spTgt spid="2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6"/>
                                        </p:tgtEl>
                                        <p:attrNameLst>
                                          <p:attrName>style.visibility</p:attrName>
                                        </p:attrNameLst>
                                      </p:cBhvr>
                                      <p:to>
                                        <p:strVal val="visible"/>
                                      </p:to>
                                    </p:set>
                                    <p:animEffect filter="fade" transition="in">
                                      <p:cBhvr>
                                        <p:cTn dur="500"/>
                                        <p:tgtEl>
                                          <p:spTgt spid="2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2"/>
                                        </p:tgtEl>
                                        <p:attrNameLst>
                                          <p:attrName>style.visibility</p:attrName>
                                        </p:attrNameLst>
                                      </p:cBhvr>
                                      <p:to>
                                        <p:strVal val="visible"/>
                                      </p:to>
                                    </p:set>
                                    <p:animEffect filter="fade" transition="in">
                                      <p:cBhvr>
                                        <p:cTn dur="1000"/>
                                        <p:tgtEl>
                                          <p:spTgt spid="21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4"/>
                                        </p:tgtEl>
                                        <p:attrNameLst>
                                          <p:attrName>style.visibility</p:attrName>
                                        </p:attrNameLst>
                                      </p:cBhvr>
                                      <p:to>
                                        <p:strVal val="visible"/>
                                      </p:to>
                                    </p:set>
                                    <p:anim calcmode="lin" valueType="num">
                                      <p:cBhvr additive="base">
                                        <p:cTn dur="500"/>
                                        <p:tgtEl>
                                          <p:spTgt spid="209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095"/>
                                        </p:tgtEl>
                                        <p:attrNameLst>
                                          <p:attrName>style.visibility</p:attrName>
                                        </p:attrNameLst>
                                      </p:cBhvr>
                                      <p:to>
                                        <p:strVal val="visible"/>
                                      </p:to>
                                    </p:set>
                                    <p:anim calcmode="lin" valueType="num">
                                      <p:cBhvr additive="base">
                                        <p:cTn dur="500"/>
                                        <p:tgtEl>
                                          <p:spTgt spid="20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4"/>
                                        </p:tgtEl>
                                        <p:attrNameLst>
                                          <p:attrName>style.visibility</p:attrName>
                                        </p:attrNameLst>
                                      </p:cBhvr>
                                      <p:to>
                                        <p:strVal val="visible"/>
                                      </p:to>
                                    </p:set>
                                    <p:anim calcmode="lin" valueType="num">
                                      <p:cBhvr additive="base">
                                        <p:cTn dur="500"/>
                                        <p:tgtEl>
                                          <p:spTgt spid="210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05"/>
                                        </p:tgtEl>
                                        <p:attrNameLst>
                                          <p:attrName>style.visibility</p:attrName>
                                        </p:attrNameLst>
                                      </p:cBhvr>
                                      <p:to>
                                        <p:strVal val="visible"/>
                                      </p:to>
                                    </p:set>
                                    <p:anim calcmode="lin" valueType="num">
                                      <p:cBhvr additive="base">
                                        <p:cTn dur="500"/>
                                        <p:tgtEl>
                                          <p:spTgt spid="210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0" name="Shape 2110"/>
        <p:cNvGrpSpPr/>
        <p:nvPr/>
      </p:nvGrpSpPr>
      <p:grpSpPr>
        <a:xfrm>
          <a:off x="0" y="0"/>
          <a:ext cx="0" cy="0"/>
          <a:chOff x="0" y="0"/>
          <a:chExt cx="0" cy="0"/>
        </a:xfrm>
      </p:grpSpPr>
      <p:sp>
        <p:nvSpPr>
          <p:cNvPr id="2111" name="Google Shape;2111;p264"/>
          <p:cNvSpPr txBox="1"/>
          <p:nvPr>
            <p:ph idx="1" type="body"/>
          </p:nvPr>
        </p:nvSpPr>
        <p:spPr>
          <a:xfrm>
            <a:off x="457200" y="2492375"/>
            <a:ext cx="8229600" cy="3514725"/>
          </a:xfrm>
          <a:prstGeom prst="rect">
            <a:avLst/>
          </a:prstGeom>
          <a:noFill/>
          <a:ln>
            <a:noFill/>
          </a:ln>
        </p:spPr>
        <p:txBody>
          <a:bodyPr anchorCtr="0" anchor="t" bIns="45700" lIns="91425" spcFirstLastPara="1" rIns="91425" wrap="square" tIns="45700">
            <a:noAutofit/>
          </a:bodyPr>
          <a:lstStyle/>
          <a:p>
            <a:pPr indent="-255587" lvl="0" marL="365125" marR="0" rtl="0" algn="l">
              <a:lnSpc>
                <a:spcPct val="90000"/>
              </a:lnSpc>
              <a:spcBef>
                <a:spcPts val="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Stör ej djurlivet.</a:t>
            </a:r>
            <a:endParaRPr/>
          </a:p>
          <a:p>
            <a:pPr indent="-255587" lvl="0" marL="365125" marR="0" rtl="0" algn="l">
              <a:lnSpc>
                <a:spcPct val="9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Undvik bostadsbebyggelse.</a:t>
            </a:r>
            <a:endParaRPr/>
          </a:p>
          <a:p>
            <a:pPr indent="-255587" lvl="0" marL="365125" marR="0" rtl="0" algn="l">
              <a:lnSpc>
                <a:spcPct val="90000"/>
              </a:lnSpc>
              <a:spcBef>
                <a:spcPts val="40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Parkera snöskotern när du nått målet.</a:t>
            </a:r>
            <a:endParaRPr/>
          </a:p>
          <a:p>
            <a:pPr indent="-255587" lvl="0" marL="365125" marR="0" rtl="0" algn="ctr">
              <a:lnSpc>
                <a:spcPct val="90000"/>
              </a:lnSpc>
              <a:spcBef>
                <a:spcPts val="400"/>
              </a:spcBef>
              <a:spcAft>
                <a:spcPts val="0"/>
              </a:spcAft>
              <a:buClr>
                <a:schemeClr val="accent1"/>
              </a:buClr>
              <a:buSzPts val="1836"/>
              <a:buFont typeface="Noto Sans Symbols"/>
              <a:buNone/>
            </a:pPr>
            <a:r>
              <a:t/>
            </a:r>
            <a:endParaRPr b="0" i="1" sz="2700" u="none">
              <a:solidFill>
                <a:schemeClr val="dk1"/>
              </a:solidFill>
              <a:latin typeface="Lucida Sans"/>
              <a:ea typeface="Lucida Sans"/>
              <a:cs typeface="Lucida Sans"/>
              <a:sym typeface="Lucida Sans"/>
            </a:endParaRPr>
          </a:p>
          <a:p>
            <a:pPr indent="-255587" lvl="0" marL="365125" marR="0" rtl="0" algn="ctr">
              <a:lnSpc>
                <a:spcPct val="90000"/>
              </a:lnSpc>
              <a:spcBef>
                <a:spcPts val="400"/>
              </a:spcBef>
              <a:spcAft>
                <a:spcPts val="0"/>
              </a:spcAft>
              <a:buClr>
                <a:schemeClr val="accent1"/>
              </a:buClr>
              <a:buSzPts val="2448"/>
              <a:buFont typeface="Noto Sans Symbols"/>
              <a:buNone/>
            </a:pPr>
            <a:r>
              <a:rPr b="1" i="1" lang="en-US" sz="3600" u="none">
                <a:solidFill>
                  <a:schemeClr val="dk1"/>
                </a:solidFill>
                <a:latin typeface="Lucida Sans"/>
                <a:ea typeface="Lucida Sans"/>
                <a:cs typeface="Lucida Sans"/>
                <a:sym typeface="Lucida Sans"/>
              </a:rPr>
              <a:t>Allemansrätten</a:t>
            </a:r>
            <a:endParaRPr/>
          </a:p>
          <a:p>
            <a:pPr indent="-255587" lvl="0" marL="365125" marR="0" rtl="0" algn="ctr">
              <a:lnSpc>
                <a:spcPct val="90000"/>
              </a:lnSpc>
              <a:spcBef>
                <a:spcPts val="400"/>
              </a:spcBef>
              <a:spcAft>
                <a:spcPts val="0"/>
              </a:spcAft>
              <a:buClr>
                <a:schemeClr val="accent1"/>
              </a:buClr>
              <a:buSzPts val="1836"/>
              <a:buFont typeface="Noto Sans Symbols"/>
              <a:buNone/>
            </a:pPr>
            <a:r>
              <a:rPr b="0" i="1" lang="en-US" sz="2700" u="none">
                <a:solidFill>
                  <a:schemeClr val="dk1"/>
                </a:solidFill>
                <a:latin typeface="Lucida Sans"/>
                <a:ea typeface="Lucida Sans"/>
                <a:cs typeface="Lucida Sans"/>
                <a:sym typeface="Lucida Sans"/>
              </a:rPr>
              <a:t>Inte störa – inte förstöra!</a:t>
            </a:r>
            <a:endParaRPr/>
          </a:p>
        </p:txBody>
      </p:sp>
      <p:sp>
        <p:nvSpPr>
          <p:cNvPr id="2112" name="Google Shape;2112;p264"/>
          <p:cNvSpPr txBox="1"/>
          <p:nvPr>
            <p:ph idx="4294967295" type="title"/>
          </p:nvPr>
        </p:nvSpPr>
        <p:spPr>
          <a:xfrm>
            <a:off x="685800" y="1036638"/>
            <a:ext cx="7772400" cy="6080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90"/>
              <a:buFont typeface="Lucida Sans"/>
              <a:buNone/>
            </a:pPr>
            <a:r>
              <a:rPr b="1" i="0" lang="en-US" sz="3690" u="none" cap="none" strike="noStrike">
                <a:solidFill>
                  <a:schemeClr val="dk2"/>
                </a:solidFill>
                <a:latin typeface="Lucida Sans"/>
                <a:ea typeface="Lucida Sans"/>
                <a:cs typeface="Lucida Sans"/>
                <a:sym typeface="Lucida Sans"/>
              </a:rPr>
              <a:t>Rätt till färd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1">
                                            <p:txEl>
                                              <p:pRg end="0" st="0"/>
                                            </p:txEl>
                                          </p:spTgt>
                                        </p:tgtEl>
                                        <p:attrNameLst>
                                          <p:attrName>style.visibility</p:attrName>
                                        </p:attrNameLst>
                                      </p:cBhvr>
                                      <p:to>
                                        <p:strVal val="visible"/>
                                      </p:to>
                                    </p:set>
                                    <p:anim calcmode="lin" valueType="num">
                                      <p:cBhvr additive="base">
                                        <p:cTn dur="300"/>
                                        <p:tgtEl>
                                          <p:spTgt spid="21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1">
                                            <p:txEl>
                                              <p:pRg end="1" st="1"/>
                                            </p:txEl>
                                          </p:spTgt>
                                        </p:tgtEl>
                                        <p:attrNameLst>
                                          <p:attrName>style.visibility</p:attrName>
                                        </p:attrNameLst>
                                      </p:cBhvr>
                                      <p:to>
                                        <p:strVal val="visible"/>
                                      </p:to>
                                    </p:set>
                                    <p:anim calcmode="lin" valueType="num">
                                      <p:cBhvr additive="base">
                                        <p:cTn dur="300"/>
                                        <p:tgtEl>
                                          <p:spTgt spid="211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1">
                                            <p:txEl>
                                              <p:pRg end="2" st="2"/>
                                            </p:txEl>
                                          </p:spTgt>
                                        </p:tgtEl>
                                        <p:attrNameLst>
                                          <p:attrName>style.visibility</p:attrName>
                                        </p:attrNameLst>
                                      </p:cBhvr>
                                      <p:to>
                                        <p:strVal val="visible"/>
                                      </p:to>
                                    </p:set>
                                    <p:anim calcmode="lin" valueType="num">
                                      <p:cBhvr additive="base">
                                        <p:cTn dur="300"/>
                                        <p:tgtEl>
                                          <p:spTgt spid="211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1">
                                            <p:txEl>
                                              <p:pRg end="3" st="3"/>
                                            </p:txEl>
                                          </p:spTgt>
                                        </p:tgtEl>
                                        <p:attrNameLst>
                                          <p:attrName>style.visibility</p:attrName>
                                        </p:attrNameLst>
                                      </p:cBhvr>
                                      <p:to>
                                        <p:strVal val="visible"/>
                                      </p:to>
                                    </p:set>
                                    <p:anim calcmode="lin" valueType="num">
                                      <p:cBhvr additive="base">
                                        <p:cTn dur="300"/>
                                        <p:tgtEl>
                                          <p:spTgt spid="21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1">
                                            <p:txEl>
                                              <p:pRg end="4" st="4"/>
                                            </p:txEl>
                                          </p:spTgt>
                                        </p:tgtEl>
                                        <p:attrNameLst>
                                          <p:attrName>style.visibility</p:attrName>
                                        </p:attrNameLst>
                                      </p:cBhvr>
                                      <p:to>
                                        <p:strVal val="visible"/>
                                      </p:to>
                                    </p:set>
                                    <p:anim calcmode="lin" valueType="num">
                                      <p:cBhvr additive="base">
                                        <p:cTn dur="300"/>
                                        <p:tgtEl>
                                          <p:spTgt spid="211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111">
                                            <p:txEl>
                                              <p:pRg end="5" st="5"/>
                                            </p:txEl>
                                          </p:spTgt>
                                        </p:tgtEl>
                                        <p:attrNameLst>
                                          <p:attrName>style.visibility</p:attrName>
                                        </p:attrNameLst>
                                      </p:cBhvr>
                                      <p:to>
                                        <p:strVal val="visible"/>
                                      </p:to>
                                    </p:set>
                                    <p:anim calcmode="lin" valueType="num">
                                      <p:cBhvr additive="base">
                                        <p:cTn dur="300"/>
                                        <p:tgtEl>
                                          <p:spTgt spid="211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6" name="Shape 2116"/>
        <p:cNvGrpSpPr/>
        <p:nvPr/>
      </p:nvGrpSpPr>
      <p:grpSpPr>
        <a:xfrm>
          <a:off x="0" y="0"/>
          <a:ext cx="0" cy="0"/>
          <a:chOff x="0" y="0"/>
          <a:chExt cx="0" cy="0"/>
        </a:xfrm>
      </p:grpSpPr>
      <p:pic>
        <p:nvPicPr>
          <p:cNvPr descr="Renar" id="2117" name="Google Shape;2117;p265"/>
          <p:cNvPicPr preferRelativeResize="0"/>
          <p:nvPr>
            <p:ph idx="4294967295" type="body"/>
          </p:nvPr>
        </p:nvPicPr>
        <p:blipFill rotWithShape="1">
          <a:blip r:embed="rId3">
            <a:alphaModFix/>
          </a:blip>
          <a:srcRect b="0" l="0" r="0" t="0"/>
          <a:stretch/>
        </p:blipFill>
        <p:spPr>
          <a:xfrm>
            <a:off x="755576" y="1556792"/>
            <a:ext cx="7642225" cy="4297362"/>
          </a:xfrm>
          <a:prstGeom prst="rect">
            <a:avLst/>
          </a:prstGeom>
          <a:noFill/>
          <a:ln>
            <a:noFill/>
          </a:ln>
        </p:spPr>
      </p:pic>
      <p:sp>
        <p:nvSpPr>
          <p:cNvPr id="2118" name="Google Shape;2118;p265"/>
          <p:cNvSpPr txBox="1"/>
          <p:nvPr>
            <p:ph idx="4294967295"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4100"/>
              <a:buFont typeface="Lucida Sans"/>
              <a:buNone/>
            </a:pPr>
            <a:r>
              <a:rPr b="1" i="0" lang="en-US" sz="4100" u="none" cap="none" strike="noStrike">
                <a:solidFill>
                  <a:schemeClr val="dk2"/>
                </a:solidFill>
                <a:latin typeface="Lucida Sans"/>
                <a:ea typeface="Lucida Sans"/>
                <a:cs typeface="Lucida Sans"/>
                <a:sym typeface="Lucida Sans"/>
              </a:rPr>
              <a:t>När du träffar</a:t>
            </a:r>
            <a:r>
              <a:rPr lang="en-US"/>
              <a:t> på </a:t>
            </a:r>
            <a:r>
              <a:rPr b="1" i="0" lang="en-US" sz="4100" u="none" cap="none" strike="noStrike">
                <a:solidFill>
                  <a:schemeClr val="dk2"/>
                </a:solidFill>
                <a:latin typeface="Lucida Sans"/>
                <a:ea typeface="Lucida Sans"/>
                <a:cs typeface="Lucida Sans"/>
                <a:sym typeface="Lucida Sans"/>
              </a:rPr>
              <a:t>renar</a:t>
            </a:r>
            <a:r>
              <a:rPr lang="en-US"/>
              <a:t>, vänd och ta en annan väg</a:t>
            </a:r>
            <a:endParaRPr/>
          </a:p>
        </p:txBody>
      </p:sp>
      <p:sp>
        <p:nvSpPr>
          <p:cNvPr id="2119" name="Google Shape;2119;p265"/>
          <p:cNvSpPr txBox="1"/>
          <p:nvPr/>
        </p:nvSpPr>
        <p:spPr>
          <a:xfrm>
            <a:off x="454500" y="61813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Lucida Sans"/>
                <a:ea typeface="Lucida Sans"/>
                <a:cs typeface="Lucida Sans"/>
                <a:sym typeface="Lucida Sans"/>
              </a:rPr>
              <a:t>sid 53</a:t>
            </a:r>
            <a:endParaRPr>
              <a:latin typeface="Lucida Sans"/>
              <a:ea typeface="Lucida Sans"/>
              <a:cs typeface="Lucida Sans"/>
              <a:sym typeface="Lucida Sa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3" name="Shape 2123"/>
        <p:cNvGrpSpPr/>
        <p:nvPr/>
      </p:nvGrpSpPr>
      <p:grpSpPr>
        <a:xfrm>
          <a:off x="0" y="0"/>
          <a:ext cx="0" cy="0"/>
          <a:chOff x="0" y="0"/>
          <a:chExt cx="0" cy="0"/>
        </a:xfrm>
      </p:grpSpPr>
      <p:sp>
        <p:nvSpPr>
          <p:cNvPr id="2124" name="Google Shape;2124;p266"/>
          <p:cNvSpPr txBox="1"/>
          <p:nvPr>
            <p:ph idx="4294967295" type="title"/>
          </p:nvPr>
        </p:nvSpPr>
        <p:spPr>
          <a:xfrm>
            <a:off x="685800" y="1036638"/>
            <a:ext cx="7772400" cy="608012"/>
          </a:xfrm>
          <a:prstGeom prst="rect">
            <a:avLst/>
          </a:prstGeom>
          <a:noFill/>
          <a:ln>
            <a:noFill/>
          </a:ln>
        </p:spPr>
        <p:txBody>
          <a:bodyPr anchorCtr="0" anchor="b" bIns="0" lIns="45700" spcFirstLastPara="1" rIns="45700" wrap="square" tIns="0">
            <a:noAutofit/>
          </a:bodyPr>
          <a:lstStyle/>
          <a:p>
            <a:pPr indent="0" lvl="0" marL="0" marR="0" rtl="0" algn="l">
              <a:lnSpc>
                <a:spcPct val="100000"/>
              </a:lnSpc>
              <a:spcBef>
                <a:spcPts val="0"/>
              </a:spcBef>
              <a:spcAft>
                <a:spcPts val="0"/>
              </a:spcAft>
              <a:buClr>
                <a:srgbClr val="FFEFEF"/>
              </a:buClr>
              <a:buSzPts val="3800"/>
              <a:buFont typeface="Trebuchet MS"/>
              <a:buNone/>
            </a:pPr>
            <a:r>
              <a:rPr b="1" i="0" lang="en-US" sz="3800" u="none" cap="none" strike="noStrike">
                <a:solidFill>
                  <a:srgbClr val="CC0000"/>
                </a:solidFill>
                <a:latin typeface="Trebuchet MS"/>
                <a:ea typeface="Trebuchet MS"/>
                <a:cs typeface="Trebuchet MS"/>
                <a:sym typeface="Trebuchet MS"/>
              </a:rPr>
              <a:t>RESTRIKTIONER</a:t>
            </a:r>
            <a:endParaRPr>
              <a:solidFill>
                <a:srgbClr val="CC0000"/>
              </a:solidFill>
            </a:endParaRPr>
          </a:p>
        </p:txBody>
      </p:sp>
      <p:sp>
        <p:nvSpPr>
          <p:cNvPr id="2125" name="Google Shape;2125;p266"/>
          <p:cNvSpPr txBox="1"/>
          <p:nvPr>
            <p:ph idx="1" type="body"/>
          </p:nvPr>
        </p:nvSpPr>
        <p:spPr>
          <a:xfrm>
            <a:off x="4649787" y="1981200"/>
            <a:ext cx="4279900" cy="4114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chemeClr val="dk2"/>
              </a:buClr>
              <a:buSzPts val="2044"/>
              <a:buFont typeface="Noto Sans Symbols"/>
              <a:buChar char="⦿"/>
            </a:pPr>
            <a:r>
              <a:rPr b="0" i="0" lang="en-US" sz="2800" u="none">
                <a:solidFill>
                  <a:schemeClr val="dk1"/>
                </a:solidFill>
                <a:latin typeface="Trebuchet MS"/>
                <a:ea typeface="Trebuchet MS"/>
                <a:cs typeface="Trebuchet MS"/>
                <a:sym typeface="Trebuchet MS"/>
              </a:rPr>
              <a:t>Regleringsområden</a:t>
            </a:r>
            <a:endParaRPr/>
          </a:p>
          <a:p>
            <a:pPr indent="-228600" lvl="1" marL="520700" rtl="0" algn="l">
              <a:lnSpc>
                <a:spcPct val="100000"/>
              </a:lnSpc>
              <a:spcBef>
                <a:spcPts val="500"/>
              </a:spcBef>
              <a:spcAft>
                <a:spcPts val="0"/>
              </a:spcAft>
              <a:buClr>
                <a:srgbClr val="FF0000"/>
              </a:buClr>
              <a:buSzPts val="1920"/>
              <a:buFont typeface="Noto Sans Symbols"/>
              <a:buChar char="◼"/>
            </a:pPr>
            <a:r>
              <a:rPr b="0" i="0" lang="en-US" sz="2400" u="none">
                <a:solidFill>
                  <a:srgbClr val="6C6C6C"/>
                </a:solidFill>
                <a:latin typeface="Trebuchet MS"/>
                <a:ea typeface="Trebuchet MS"/>
                <a:cs typeface="Trebuchet MS"/>
                <a:sym typeface="Trebuchet MS"/>
              </a:rPr>
              <a:t>Länsstyrelserna och kommunerna</a:t>
            </a:r>
            <a:endParaRPr/>
          </a:p>
          <a:p>
            <a:pPr indent="-273050" lvl="0" marL="273050" rtl="0" algn="l">
              <a:lnSpc>
                <a:spcPct val="100000"/>
              </a:lnSpc>
              <a:spcBef>
                <a:spcPts val="600"/>
              </a:spcBef>
              <a:spcAft>
                <a:spcPts val="0"/>
              </a:spcAft>
              <a:buClr>
                <a:schemeClr val="dk2"/>
              </a:buClr>
              <a:buSzPts val="2044"/>
              <a:buFont typeface="Noto Sans Symbols"/>
              <a:buChar char="⦿"/>
            </a:pPr>
            <a:r>
              <a:rPr b="0" i="0" lang="en-US" sz="2800" u="none">
                <a:solidFill>
                  <a:schemeClr val="dk1"/>
                </a:solidFill>
                <a:latin typeface="Trebuchet MS"/>
                <a:ea typeface="Trebuchet MS"/>
                <a:cs typeface="Trebuchet MS"/>
                <a:sym typeface="Trebuchet MS"/>
              </a:rPr>
              <a:t>Nationalparker (Sonfjället)</a:t>
            </a:r>
            <a:endParaRPr/>
          </a:p>
          <a:p>
            <a:pPr indent="-273050" lvl="0" marL="273050" rtl="0" algn="l">
              <a:lnSpc>
                <a:spcPct val="100000"/>
              </a:lnSpc>
              <a:spcBef>
                <a:spcPts val="600"/>
              </a:spcBef>
              <a:spcAft>
                <a:spcPts val="0"/>
              </a:spcAft>
              <a:buClr>
                <a:schemeClr val="dk2"/>
              </a:buClr>
              <a:buSzPts val="2044"/>
              <a:buFont typeface="Noto Sans Symbols"/>
              <a:buChar char="⦿"/>
            </a:pPr>
            <a:r>
              <a:rPr b="0" i="0" lang="en-US" sz="2800" u="none">
                <a:solidFill>
                  <a:schemeClr val="dk1"/>
                </a:solidFill>
                <a:latin typeface="Trebuchet MS"/>
                <a:ea typeface="Trebuchet MS"/>
                <a:cs typeface="Trebuchet MS"/>
                <a:sym typeface="Trebuchet MS"/>
              </a:rPr>
              <a:t>Naturreservat och naturvårdsområden</a:t>
            </a:r>
            <a:r>
              <a:rPr lang="en-US" sz="2800"/>
              <a:t> (Hamrafjället)</a:t>
            </a:r>
            <a:endParaRPr sz="2800"/>
          </a:p>
        </p:txBody>
      </p:sp>
      <p:pic>
        <p:nvPicPr>
          <p:cNvPr descr="Förbud mot skoteråkning" id="2126" name="Google Shape;2126;p266"/>
          <p:cNvPicPr preferRelativeResize="0"/>
          <p:nvPr/>
        </p:nvPicPr>
        <p:blipFill rotWithShape="1">
          <a:blip r:embed="rId3">
            <a:alphaModFix/>
          </a:blip>
          <a:srcRect b="0" l="0" r="0" t="0"/>
          <a:stretch/>
        </p:blipFill>
        <p:spPr>
          <a:xfrm>
            <a:off x="539750" y="1989137"/>
            <a:ext cx="3805237" cy="3816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25">
                                            <p:txEl>
                                              <p:pRg end="0" st="0"/>
                                            </p:txEl>
                                          </p:spTgt>
                                        </p:tgtEl>
                                        <p:attrNameLst>
                                          <p:attrName>style.visibility</p:attrName>
                                        </p:attrNameLst>
                                      </p:cBhvr>
                                      <p:to>
                                        <p:strVal val="visible"/>
                                      </p:to>
                                    </p:set>
                                    <p:anim calcmode="lin" valueType="num">
                                      <p:cBhvr additive="base">
                                        <p:cTn dur="300"/>
                                        <p:tgtEl>
                                          <p:spTgt spid="2125">
                                            <p:txEl>
                                              <p:pRg end="0" st="0"/>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25">
                                            <p:txEl>
                                              <p:pRg end="1" st="1"/>
                                            </p:txEl>
                                          </p:spTgt>
                                        </p:tgtEl>
                                        <p:attrNameLst>
                                          <p:attrName>style.visibility</p:attrName>
                                        </p:attrNameLst>
                                      </p:cBhvr>
                                      <p:to>
                                        <p:strVal val="visible"/>
                                      </p:to>
                                    </p:set>
                                    <p:anim calcmode="lin" valueType="num">
                                      <p:cBhvr additive="base">
                                        <p:cTn dur="300"/>
                                        <p:tgtEl>
                                          <p:spTgt spid="2125">
                                            <p:txEl>
                                              <p:pRg end="1" st="1"/>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25">
                                            <p:txEl>
                                              <p:pRg end="2" st="2"/>
                                            </p:txEl>
                                          </p:spTgt>
                                        </p:tgtEl>
                                        <p:attrNameLst>
                                          <p:attrName>style.visibility</p:attrName>
                                        </p:attrNameLst>
                                      </p:cBhvr>
                                      <p:to>
                                        <p:strVal val="visible"/>
                                      </p:to>
                                    </p:set>
                                    <p:anim calcmode="lin" valueType="num">
                                      <p:cBhvr additive="base">
                                        <p:cTn dur="300"/>
                                        <p:tgtEl>
                                          <p:spTgt spid="2125">
                                            <p:txEl>
                                              <p:pRg end="2" st="2"/>
                                            </p:txEl>
                                          </p:spTgt>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2125">
                                            <p:txEl>
                                              <p:pRg end="3" st="3"/>
                                            </p:txEl>
                                          </p:spTgt>
                                        </p:tgtEl>
                                        <p:attrNameLst>
                                          <p:attrName>style.visibility</p:attrName>
                                        </p:attrNameLst>
                                      </p:cBhvr>
                                      <p:to>
                                        <p:strVal val="visible"/>
                                      </p:to>
                                    </p:set>
                                    <p:anim calcmode="lin" valueType="num">
                                      <p:cBhvr additive="base">
                                        <p:cTn dur="300"/>
                                        <p:tgtEl>
                                          <p:spTgt spid="2125">
                                            <p:txEl>
                                              <p:pRg end="3" st="3"/>
                                            </p:txEl>
                                          </p:spTgt>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0" name="Shape 2130"/>
        <p:cNvGrpSpPr/>
        <p:nvPr/>
      </p:nvGrpSpPr>
      <p:grpSpPr>
        <a:xfrm>
          <a:off x="0" y="0"/>
          <a:ext cx="0" cy="0"/>
          <a:chOff x="0" y="0"/>
          <a:chExt cx="0" cy="0"/>
        </a:xfrm>
      </p:grpSpPr>
      <p:pic>
        <p:nvPicPr>
          <p:cNvPr descr="Kompass360" id="2131" name="Google Shape;2131;p267"/>
          <p:cNvPicPr preferRelativeResize="0"/>
          <p:nvPr/>
        </p:nvPicPr>
        <p:blipFill rotWithShape="1">
          <a:blip r:embed="rId3">
            <a:alphaModFix/>
          </a:blip>
          <a:srcRect b="0" l="0" r="0" t="0"/>
          <a:stretch/>
        </p:blipFill>
        <p:spPr>
          <a:xfrm>
            <a:off x="1907704" y="1124744"/>
            <a:ext cx="5184576" cy="5115187"/>
          </a:xfrm>
          <a:prstGeom prst="rect">
            <a:avLst/>
          </a:prstGeom>
          <a:noFill/>
          <a:ln cap="flat" cmpd="sng" w="9525">
            <a:solidFill>
              <a:srgbClr val="000000"/>
            </a:solidFill>
            <a:prstDash val="solid"/>
            <a:miter lim="8000"/>
            <a:headEnd len="sm" w="sm" type="none"/>
            <a:tailEnd len="sm" w="sm" type="none"/>
          </a:ln>
        </p:spPr>
      </p:pic>
      <p:sp>
        <p:nvSpPr>
          <p:cNvPr id="2132" name="Google Shape;2132;p267"/>
          <p:cNvSpPr txBox="1"/>
          <p:nvPr/>
        </p:nvSpPr>
        <p:spPr>
          <a:xfrm>
            <a:off x="3059832" y="378873"/>
            <a:ext cx="30093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Arial"/>
                <a:ea typeface="Arial"/>
                <a:cs typeface="Arial"/>
                <a:sym typeface="Arial"/>
              </a:rPr>
              <a:t>Väderstrecken</a:t>
            </a:r>
            <a:endParaRPr/>
          </a:p>
        </p:txBody>
      </p:sp>
      <p:sp>
        <p:nvSpPr>
          <p:cNvPr id="2133" name="Google Shape;2133;p267"/>
          <p:cNvSpPr txBox="1"/>
          <p:nvPr/>
        </p:nvSpPr>
        <p:spPr>
          <a:xfrm>
            <a:off x="7520925" y="3429000"/>
            <a:ext cx="9738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rPr>
              <a:t>06:00</a:t>
            </a:r>
            <a:endParaRPr b="1" sz="2000">
              <a:solidFill>
                <a:schemeClr val="dk1"/>
              </a:solidFill>
            </a:endParaRPr>
          </a:p>
        </p:txBody>
      </p:sp>
      <p:sp>
        <p:nvSpPr>
          <p:cNvPr id="2134" name="Google Shape;2134;p267"/>
          <p:cNvSpPr txBox="1"/>
          <p:nvPr/>
        </p:nvSpPr>
        <p:spPr>
          <a:xfrm>
            <a:off x="815325" y="3429000"/>
            <a:ext cx="9738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rPr>
              <a:t>18:00</a:t>
            </a:r>
            <a:endParaRPr b="1" sz="2000">
              <a:solidFill>
                <a:schemeClr val="dk1"/>
              </a:solidFill>
            </a:endParaRPr>
          </a:p>
        </p:txBody>
      </p:sp>
      <p:sp>
        <p:nvSpPr>
          <p:cNvPr id="2135" name="Google Shape;2135;p267"/>
          <p:cNvSpPr txBox="1"/>
          <p:nvPr/>
        </p:nvSpPr>
        <p:spPr>
          <a:xfrm>
            <a:off x="4013088" y="6401025"/>
            <a:ext cx="9738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rPr>
              <a:t>12:00</a:t>
            </a:r>
            <a:endParaRPr b="1" sz="2000">
              <a:solidFill>
                <a:schemeClr val="dk1"/>
              </a:solidFill>
            </a:endParaRPr>
          </a:p>
        </p:txBody>
      </p:sp>
      <p:sp>
        <p:nvSpPr>
          <p:cNvPr id="2136" name="Google Shape;2136;p267"/>
          <p:cNvSpPr txBox="1"/>
          <p:nvPr/>
        </p:nvSpPr>
        <p:spPr>
          <a:xfrm>
            <a:off x="4085100" y="687950"/>
            <a:ext cx="9738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rPr>
              <a:t>00:00</a:t>
            </a:r>
            <a:endParaRPr b="1" sz="2000">
              <a:solidFill>
                <a:schemeClr val="dk1"/>
              </a:solidFill>
            </a:endParaRPr>
          </a:p>
        </p:txBody>
      </p:sp>
      <p:sp>
        <p:nvSpPr>
          <p:cNvPr id="2137" name="Google Shape;2137;p267"/>
          <p:cNvSpPr txBox="1"/>
          <p:nvPr/>
        </p:nvSpPr>
        <p:spPr>
          <a:xfrm>
            <a:off x="6204375" y="1689100"/>
            <a:ext cx="9738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rPr>
              <a:t>03:00</a:t>
            </a:r>
            <a:endParaRPr b="1" sz="2000">
              <a:solidFill>
                <a:schemeClr val="dk1"/>
              </a:solidFill>
            </a:endParaRPr>
          </a:p>
        </p:txBody>
      </p:sp>
      <p:sp>
        <p:nvSpPr>
          <p:cNvPr id="2138" name="Google Shape;2138;p267"/>
          <p:cNvSpPr txBox="1"/>
          <p:nvPr/>
        </p:nvSpPr>
        <p:spPr>
          <a:xfrm>
            <a:off x="6204375" y="5249325"/>
            <a:ext cx="9738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rPr>
              <a:t>09:00</a:t>
            </a:r>
            <a:endParaRPr b="1" sz="2000">
              <a:solidFill>
                <a:schemeClr val="dk1"/>
              </a:solidFill>
            </a:endParaRPr>
          </a:p>
        </p:txBody>
      </p:sp>
      <p:sp>
        <p:nvSpPr>
          <p:cNvPr id="2139" name="Google Shape;2139;p267"/>
          <p:cNvSpPr txBox="1"/>
          <p:nvPr/>
        </p:nvSpPr>
        <p:spPr>
          <a:xfrm>
            <a:off x="1907700" y="5122325"/>
            <a:ext cx="9738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rPr>
              <a:t>15:00</a:t>
            </a:r>
            <a:endParaRPr b="1" sz="2000">
              <a:solidFill>
                <a:schemeClr val="dk1"/>
              </a:solidFill>
            </a:endParaRPr>
          </a:p>
        </p:txBody>
      </p:sp>
      <p:sp>
        <p:nvSpPr>
          <p:cNvPr id="2140" name="Google Shape;2140;p267"/>
          <p:cNvSpPr txBox="1"/>
          <p:nvPr/>
        </p:nvSpPr>
        <p:spPr>
          <a:xfrm>
            <a:off x="1907700" y="1689100"/>
            <a:ext cx="973800" cy="43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chemeClr val="dk1"/>
                </a:solidFill>
              </a:rPr>
              <a:t>21:00</a:t>
            </a:r>
            <a:endParaRPr b="1" sz="2000">
              <a:solidFill>
                <a:schemeClr val="dk1"/>
              </a:solidFill>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4" name="Shape 2144"/>
        <p:cNvGrpSpPr/>
        <p:nvPr/>
      </p:nvGrpSpPr>
      <p:grpSpPr>
        <a:xfrm>
          <a:off x="0" y="0"/>
          <a:ext cx="0" cy="0"/>
          <a:chOff x="0" y="0"/>
          <a:chExt cx="0" cy="0"/>
        </a:xfrm>
      </p:grpSpPr>
      <p:sp>
        <p:nvSpPr>
          <p:cNvPr id="2145" name="Google Shape;2145;p268"/>
          <p:cNvSpPr txBox="1"/>
          <p:nvPr>
            <p:ph type="title"/>
          </p:nvPr>
        </p:nvSpPr>
        <p:spPr>
          <a:xfrm>
            <a:off x="612775" y="228600"/>
            <a:ext cx="8153400" cy="990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wentieth Century"/>
              <a:buNone/>
            </a:pPr>
            <a:r>
              <a:t/>
            </a:r>
            <a:endParaRPr/>
          </a:p>
        </p:txBody>
      </p:sp>
      <p:pic>
        <p:nvPicPr>
          <p:cNvPr id="2146" name="Google Shape;2146;p268"/>
          <p:cNvPicPr preferRelativeResize="0"/>
          <p:nvPr>
            <p:ph idx="1" type="body"/>
          </p:nvPr>
        </p:nvPicPr>
        <p:blipFill rotWithShape="1">
          <a:blip r:embed="rId3">
            <a:alphaModFix/>
          </a:blip>
          <a:srcRect b="26390" l="-10" r="10" t="9040"/>
          <a:stretch/>
        </p:blipFill>
        <p:spPr>
          <a:xfrm>
            <a:off x="-175" y="-82300"/>
            <a:ext cx="9144000" cy="6940200"/>
          </a:xfrm>
          <a:prstGeom prst="rect">
            <a:avLst/>
          </a:prstGeom>
          <a:noFill/>
          <a:ln>
            <a:noFill/>
          </a:ln>
        </p:spPr>
      </p:pic>
      <p:sp>
        <p:nvSpPr>
          <p:cNvPr id="2147" name="Google Shape;2147;p268"/>
          <p:cNvSpPr txBox="1"/>
          <p:nvPr/>
        </p:nvSpPr>
        <p:spPr>
          <a:xfrm>
            <a:off x="303000" y="232300"/>
            <a:ext cx="5817600" cy="6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a:latin typeface="Twentieth Century"/>
                <a:ea typeface="Twentieth Century"/>
                <a:cs typeface="Twentieth Century"/>
                <a:sym typeface="Twentieth Century"/>
              </a:rPr>
              <a:t>track4outdoor</a:t>
            </a:r>
            <a:endParaRPr>
              <a:latin typeface="Twentieth Century"/>
              <a:ea typeface="Twentieth Century"/>
              <a:cs typeface="Twentieth Century"/>
              <a:sym typeface="Twentieth Century"/>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2" name="Shape 2152"/>
        <p:cNvGrpSpPr/>
        <p:nvPr/>
      </p:nvGrpSpPr>
      <p:grpSpPr>
        <a:xfrm>
          <a:off x="0" y="0"/>
          <a:ext cx="0" cy="0"/>
          <a:chOff x="0" y="0"/>
          <a:chExt cx="0" cy="0"/>
        </a:xfrm>
      </p:grpSpPr>
      <p:sp>
        <p:nvSpPr>
          <p:cNvPr id="2153" name="Google Shape;2153;p269"/>
          <p:cNvSpPr txBox="1"/>
          <p:nvPr>
            <p:ph type="title"/>
          </p:nvPr>
        </p:nvSpPr>
        <p:spPr>
          <a:xfrm>
            <a:off x="612648" y="228600"/>
            <a:ext cx="8153400" cy="9906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2154" name="Google Shape;2154;p269"/>
          <p:cNvSpPr txBox="1"/>
          <p:nvPr>
            <p:ph idx="1" type="body"/>
          </p:nvPr>
        </p:nvSpPr>
        <p:spPr>
          <a:xfrm>
            <a:off x="612648" y="1600200"/>
            <a:ext cx="8153400" cy="4495800"/>
          </a:xfrm>
          <a:prstGeom prst="rect">
            <a:avLst/>
          </a:prstGeom>
        </p:spPr>
        <p:txBody>
          <a:bodyPr anchorCtr="0" anchor="t" bIns="45700" lIns="91425" spcFirstLastPara="1" rIns="91425" wrap="square" tIns="45700">
            <a:noAutofit/>
          </a:bodyPr>
          <a:lstStyle/>
          <a:p>
            <a:pPr indent="0" lvl="0" marL="0" rtl="0" algn="l">
              <a:spcBef>
                <a:spcPts val="700"/>
              </a:spcBef>
              <a:spcAft>
                <a:spcPts val="0"/>
              </a:spcAft>
              <a:buNone/>
            </a:pPr>
            <a:r>
              <a:t/>
            </a:r>
            <a:endParaRPr/>
          </a:p>
        </p:txBody>
      </p:sp>
      <p:pic>
        <p:nvPicPr>
          <p:cNvPr id="2155" name="Google Shape;2155;p269"/>
          <p:cNvPicPr preferRelativeResize="0"/>
          <p:nvPr/>
        </p:nvPicPr>
        <p:blipFill>
          <a:blip r:embed="rId3">
            <a:alphaModFix/>
          </a:blip>
          <a:stretch>
            <a:fillRect/>
          </a:stretch>
        </p:blipFill>
        <p:spPr>
          <a:xfrm>
            <a:off x="2443655" y="0"/>
            <a:ext cx="4256690" cy="6858001"/>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9" name="Shape 2159"/>
        <p:cNvGrpSpPr/>
        <p:nvPr/>
      </p:nvGrpSpPr>
      <p:grpSpPr>
        <a:xfrm>
          <a:off x="0" y="0"/>
          <a:ext cx="0" cy="0"/>
          <a:chOff x="0" y="0"/>
          <a:chExt cx="0" cy="0"/>
        </a:xfrm>
      </p:grpSpPr>
      <p:sp>
        <p:nvSpPr>
          <p:cNvPr id="2160" name="Google Shape;2160;p270"/>
          <p:cNvSpPr txBox="1"/>
          <p:nvPr>
            <p:ph idx="4294967295" type="title"/>
          </p:nvPr>
        </p:nvSpPr>
        <p:spPr>
          <a:xfrm>
            <a:off x="685800" y="311150"/>
            <a:ext cx="7772400" cy="17399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00"/>
              <a:buFont typeface="Lucida Sans"/>
              <a:buNone/>
            </a:pPr>
            <a:r>
              <a:rPr b="1" i="0" lang="en-US" sz="3600" u="none" cap="none" strike="noStrike">
                <a:solidFill>
                  <a:schemeClr val="dk2"/>
                </a:solidFill>
                <a:latin typeface="Lucida Sans"/>
                <a:ea typeface="Lucida Sans"/>
                <a:cs typeface="Lucida Sans"/>
                <a:sym typeface="Lucida Sans"/>
              </a:rPr>
              <a:t>Terrängkörningslagen, TKL</a:t>
            </a:r>
            <a:br>
              <a:rPr b="1" i="0" lang="en-US" sz="3600" u="none" cap="none" strike="noStrike">
                <a:solidFill>
                  <a:schemeClr val="dk2"/>
                </a:solidFill>
                <a:latin typeface="Lucida Sans"/>
                <a:ea typeface="Lucida Sans"/>
                <a:cs typeface="Lucida Sans"/>
                <a:sym typeface="Lucida Sans"/>
              </a:rPr>
            </a:br>
            <a:r>
              <a:rPr b="1" i="0" lang="en-US" sz="3600" u="none" cap="none" strike="noStrike">
                <a:solidFill>
                  <a:schemeClr val="dk2"/>
                </a:solidFill>
                <a:latin typeface="Lucida Sans"/>
                <a:ea typeface="Lucida Sans"/>
                <a:cs typeface="Lucida Sans"/>
                <a:sym typeface="Lucida Sans"/>
              </a:rPr>
              <a:t>Terrängkörningsförordningen, TKF</a:t>
            </a:r>
            <a:r>
              <a:rPr b="1" i="0" lang="en-US" sz="2800" u="none" cap="none" strike="noStrike">
                <a:solidFill>
                  <a:schemeClr val="dk2"/>
                </a:solidFill>
                <a:latin typeface="Lucida Sans"/>
                <a:ea typeface="Lucida Sans"/>
                <a:cs typeface="Lucida Sans"/>
                <a:sym typeface="Lucida Sans"/>
              </a:rPr>
              <a:t> </a:t>
            </a:r>
            <a:endParaRPr/>
          </a:p>
        </p:txBody>
      </p:sp>
      <p:sp>
        <p:nvSpPr>
          <p:cNvPr id="2161" name="Google Shape;2161;p270"/>
          <p:cNvSpPr txBox="1"/>
          <p:nvPr>
            <p:ph idx="1" type="body"/>
          </p:nvPr>
        </p:nvSpPr>
        <p:spPr>
          <a:xfrm>
            <a:off x="609600" y="1981200"/>
            <a:ext cx="4038600" cy="4114800"/>
          </a:xfrm>
          <a:prstGeom prst="rect">
            <a:avLst/>
          </a:prstGeom>
          <a:noFill/>
          <a:ln>
            <a:noFill/>
          </a:ln>
        </p:spPr>
        <p:txBody>
          <a:bodyPr anchorCtr="0" anchor="t" bIns="45700" lIns="91425" spcFirstLastPara="1" rIns="91425" wrap="square" tIns="45700">
            <a:noAutofit/>
          </a:bodyPr>
          <a:lstStyle/>
          <a:p>
            <a:pPr indent="-151955" lvl="0" marL="365125" rtl="0" algn="l">
              <a:lnSpc>
                <a:spcPct val="90000"/>
              </a:lnSpc>
              <a:spcBef>
                <a:spcPts val="0"/>
              </a:spcBef>
              <a:spcAft>
                <a:spcPts val="0"/>
              </a:spcAft>
              <a:buClr>
                <a:schemeClr val="accent1"/>
              </a:buClr>
              <a:buSzPts val="1632"/>
              <a:buFont typeface="Noto Sans Symbols"/>
              <a:buNone/>
            </a:pPr>
            <a:r>
              <a:t/>
            </a:r>
            <a:endParaRPr b="0" i="0" sz="2400" u="none">
              <a:solidFill>
                <a:schemeClr val="dk1"/>
              </a:solidFill>
              <a:latin typeface="Lucida Sans"/>
              <a:ea typeface="Lucida Sans"/>
              <a:cs typeface="Lucida Sans"/>
              <a:sym typeface="Lucida Sans"/>
            </a:endParaRPr>
          </a:p>
          <a:p>
            <a:pPr indent="-255587" lvl="0" marL="365125" rtl="0" algn="l">
              <a:lnSpc>
                <a:spcPct val="90000"/>
              </a:lnSpc>
              <a:spcBef>
                <a:spcPts val="400"/>
              </a:spcBef>
              <a:spcAft>
                <a:spcPts val="0"/>
              </a:spcAft>
              <a:buClr>
                <a:schemeClr val="accent1"/>
              </a:buClr>
              <a:buSzPts val="1632"/>
              <a:buFont typeface="Noto Sans Symbols"/>
              <a:buChar char="🞂"/>
            </a:pPr>
            <a:r>
              <a:rPr b="0" i="0" lang="en-US" sz="2400" u="none">
                <a:solidFill>
                  <a:schemeClr val="dk1"/>
                </a:solidFill>
                <a:latin typeface="Lucida Sans"/>
                <a:ea typeface="Lucida Sans"/>
                <a:cs typeface="Lucida Sans"/>
                <a:sym typeface="Lucida Sans"/>
              </a:rPr>
              <a:t>Styr ”Rätt till färd”.</a:t>
            </a:r>
            <a:endParaRPr/>
          </a:p>
          <a:p>
            <a:pPr indent="-255587" lvl="0" marL="365125" rtl="0" algn="l">
              <a:lnSpc>
                <a:spcPct val="90000"/>
              </a:lnSpc>
              <a:spcBef>
                <a:spcPts val="400"/>
              </a:spcBef>
              <a:spcAft>
                <a:spcPts val="0"/>
              </a:spcAft>
              <a:buSzPts val="1632"/>
              <a:buNone/>
            </a:pPr>
            <a:r>
              <a:t/>
            </a:r>
            <a:endParaRPr b="0" i="0" sz="2400" u="none">
              <a:solidFill>
                <a:schemeClr val="dk1"/>
              </a:solidFill>
              <a:latin typeface="Lucida Sans"/>
              <a:ea typeface="Lucida Sans"/>
              <a:cs typeface="Lucida Sans"/>
              <a:sym typeface="Lucida Sans"/>
            </a:endParaRPr>
          </a:p>
          <a:p>
            <a:pPr indent="-255587" lvl="0" marL="365125" rtl="0" algn="l">
              <a:lnSpc>
                <a:spcPct val="90000"/>
              </a:lnSpc>
              <a:spcBef>
                <a:spcPts val="400"/>
              </a:spcBef>
              <a:spcAft>
                <a:spcPts val="0"/>
              </a:spcAft>
              <a:buSzPts val="1632"/>
              <a:buNone/>
            </a:pPr>
            <a:r>
              <a:rPr b="0" i="0" lang="en-US" sz="2400" u="none">
                <a:solidFill>
                  <a:schemeClr val="dk1"/>
                </a:solidFill>
                <a:latin typeface="Lucida Sans"/>
                <a:ea typeface="Lucida Sans"/>
                <a:cs typeface="Lucida Sans"/>
                <a:sym typeface="Lucida Sans"/>
              </a:rPr>
              <a:t>Undantag:</a:t>
            </a:r>
            <a:endParaRPr/>
          </a:p>
          <a:p>
            <a:pPr indent="-228599" lvl="1" marL="620712" rtl="0" algn="l">
              <a:lnSpc>
                <a:spcPct val="90000"/>
              </a:lnSpc>
              <a:spcBef>
                <a:spcPts val="300"/>
              </a:spcBef>
              <a:spcAft>
                <a:spcPts val="0"/>
              </a:spcAft>
              <a:buClr>
                <a:schemeClr val="accent1"/>
              </a:buClr>
              <a:buSzPts val="2000"/>
              <a:buFont typeface="Verdana"/>
              <a:buChar char="◦"/>
            </a:pPr>
            <a:r>
              <a:rPr b="0" i="0" lang="en-US" sz="2000" u="none">
                <a:solidFill>
                  <a:schemeClr val="dk1"/>
                </a:solidFill>
                <a:latin typeface="Lucida Sans"/>
                <a:ea typeface="Lucida Sans"/>
                <a:cs typeface="Lucida Sans"/>
                <a:sym typeface="Lucida Sans"/>
              </a:rPr>
              <a:t>Jord- eller skogsbruk</a:t>
            </a:r>
            <a:endParaRPr/>
          </a:p>
          <a:p>
            <a:pPr indent="-228599" lvl="1" marL="620712" rtl="0" algn="l">
              <a:lnSpc>
                <a:spcPct val="90000"/>
              </a:lnSpc>
              <a:spcBef>
                <a:spcPts val="300"/>
              </a:spcBef>
              <a:spcAft>
                <a:spcPts val="0"/>
              </a:spcAft>
              <a:buClr>
                <a:schemeClr val="accent1"/>
              </a:buClr>
              <a:buSzPts val="2000"/>
              <a:buFont typeface="Verdana"/>
              <a:buChar char="◦"/>
            </a:pPr>
            <a:r>
              <a:rPr b="0" i="0" lang="en-US" sz="2000" u="none">
                <a:solidFill>
                  <a:schemeClr val="dk1"/>
                </a:solidFill>
                <a:latin typeface="Lucida Sans"/>
                <a:ea typeface="Lucida Sans"/>
                <a:cs typeface="Lucida Sans"/>
                <a:sym typeface="Lucida Sans"/>
              </a:rPr>
              <a:t>Renskötsel</a:t>
            </a:r>
            <a:endParaRPr/>
          </a:p>
          <a:p>
            <a:pPr indent="-228599" lvl="1" marL="620712" rtl="0" algn="l">
              <a:lnSpc>
                <a:spcPct val="90000"/>
              </a:lnSpc>
              <a:spcBef>
                <a:spcPts val="300"/>
              </a:spcBef>
              <a:spcAft>
                <a:spcPts val="0"/>
              </a:spcAft>
              <a:buClr>
                <a:schemeClr val="accent1"/>
              </a:buClr>
              <a:buSzPts val="2000"/>
              <a:buFont typeface="Verdana"/>
              <a:buChar char="◦"/>
            </a:pPr>
            <a:r>
              <a:rPr b="0" i="0" lang="en-US" sz="2000" u="none">
                <a:solidFill>
                  <a:schemeClr val="dk1"/>
                </a:solidFill>
                <a:latin typeface="Lucida Sans"/>
                <a:ea typeface="Lucida Sans"/>
                <a:cs typeface="Lucida Sans"/>
                <a:sym typeface="Lucida Sans"/>
              </a:rPr>
              <a:t>Räddningstjänst</a:t>
            </a:r>
            <a:endParaRPr/>
          </a:p>
          <a:p>
            <a:pPr indent="-228599" lvl="1" marL="620712" rtl="0" algn="l">
              <a:lnSpc>
                <a:spcPct val="90000"/>
              </a:lnSpc>
              <a:spcBef>
                <a:spcPts val="300"/>
              </a:spcBef>
              <a:spcAft>
                <a:spcPts val="0"/>
              </a:spcAft>
              <a:buClr>
                <a:schemeClr val="accent1"/>
              </a:buClr>
              <a:buSzPts val="2000"/>
              <a:buFont typeface="Verdana"/>
              <a:buChar char="◦"/>
            </a:pPr>
            <a:r>
              <a:rPr b="0" i="0" lang="en-US" sz="2000" u="none">
                <a:solidFill>
                  <a:schemeClr val="dk1"/>
                </a:solidFill>
                <a:latin typeface="Lucida Sans"/>
                <a:ea typeface="Lucida Sans"/>
                <a:cs typeface="Lucida Sans"/>
                <a:sym typeface="Lucida Sans"/>
              </a:rPr>
              <a:t>Statliga eller kommunala tjänstemän</a:t>
            </a:r>
            <a:endParaRPr/>
          </a:p>
          <a:p>
            <a:pPr indent="-228599" lvl="1" marL="620712" rtl="0" algn="l">
              <a:lnSpc>
                <a:spcPct val="90000"/>
              </a:lnSpc>
              <a:spcBef>
                <a:spcPts val="300"/>
              </a:spcBef>
              <a:spcAft>
                <a:spcPts val="0"/>
              </a:spcAft>
              <a:buClr>
                <a:schemeClr val="accent1"/>
              </a:buClr>
              <a:buSzPts val="2000"/>
              <a:buFont typeface="Verdana"/>
              <a:buChar char="◦"/>
            </a:pPr>
            <a:r>
              <a:rPr b="0" i="0" lang="en-US" sz="2000" u="none">
                <a:solidFill>
                  <a:schemeClr val="dk1"/>
                </a:solidFill>
                <a:latin typeface="Lucida Sans"/>
                <a:ea typeface="Lucida Sans"/>
                <a:cs typeface="Lucida Sans"/>
                <a:sym typeface="Lucida Sans"/>
              </a:rPr>
              <a:t>Sjukvårdspersonal</a:t>
            </a:r>
            <a:endParaRPr/>
          </a:p>
          <a:p>
            <a:pPr indent="-228599" lvl="1" marL="620712" rtl="0" algn="l">
              <a:lnSpc>
                <a:spcPct val="90000"/>
              </a:lnSpc>
              <a:spcBef>
                <a:spcPts val="300"/>
              </a:spcBef>
              <a:spcAft>
                <a:spcPts val="0"/>
              </a:spcAft>
              <a:buClr>
                <a:schemeClr val="accent1"/>
              </a:buClr>
              <a:buSzPts val="2000"/>
              <a:buFont typeface="Verdana"/>
              <a:buChar char="◦"/>
            </a:pPr>
            <a:r>
              <a:rPr b="0" i="0" lang="en-US" sz="2000" u="none">
                <a:solidFill>
                  <a:schemeClr val="dk1"/>
                </a:solidFill>
                <a:latin typeface="Lucida Sans"/>
                <a:ea typeface="Lucida Sans"/>
                <a:cs typeface="Lucida Sans"/>
                <a:sym typeface="Lucida Sans"/>
              </a:rPr>
              <a:t>Veterinärer</a:t>
            </a:r>
            <a:endParaRPr/>
          </a:p>
          <a:p>
            <a:pPr indent="-228599" lvl="1" marL="620712" rtl="0" algn="l">
              <a:lnSpc>
                <a:spcPct val="90000"/>
              </a:lnSpc>
              <a:spcBef>
                <a:spcPts val="300"/>
              </a:spcBef>
              <a:spcAft>
                <a:spcPts val="0"/>
              </a:spcAft>
              <a:buClr>
                <a:schemeClr val="accent1"/>
              </a:buClr>
              <a:buSzPts val="2000"/>
              <a:buFont typeface="Verdana"/>
              <a:buChar char="◦"/>
            </a:pPr>
            <a:r>
              <a:rPr b="0" i="0" lang="en-US" sz="2000" u="none">
                <a:solidFill>
                  <a:schemeClr val="dk1"/>
                </a:solidFill>
                <a:latin typeface="Lucida Sans"/>
                <a:ea typeface="Lucida Sans"/>
                <a:cs typeface="Lucida Sans"/>
                <a:sym typeface="Lucida Sans"/>
              </a:rPr>
              <a:t>Hämtning av fällt vilt</a:t>
            </a:r>
            <a:endParaRPr/>
          </a:p>
        </p:txBody>
      </p:sp>
      <p:pic>
        <p:nvPicPr>
          <p:cNvPr id="2162" name="Google Shape;2162;p270"/>
          <p:cNvPicPr preferRelativeResize="0"/>
          <p:nvPr>
            <p:ph idx="1" type="body"/>
          </p:nvPr>
        </p:nvPicPr>
        <p:blipFill rotWithShape="1">
          <a:blip r:embed="rId3">
            <a:alphaModFix/>
          </a:blip>
          <a:srcRect b="0" l="0" r="0" t="0"/>
          <a:stretch/>
        </p:blipFill>
        <p:spPr>
          <a:xfrm>
            <a:off x="4419600" y="3244850"/>
            <a:ext cx="4038600" cy="2120900"/>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6" name="Shape 2166"/>
        <p:cNvGrpSpPr/>
        <p:nvPr/>
      </p:nvGrpSpPr>
      <p:grpSpPr>
        <a:xfrm>
          <a:off x="0" y="0"/>
          <a:ext cx="0" cy="0"/>
          <a:chOff x="0" y="0"/>
          <a:chExt cx="0" cy="0"/>
        </a:xfrm>
      </p:grpSpPr>
      <p:sp>
        <p:nvSpPr>
          <p:cNvPr id="2167" name="Google Shape;2167;p271"/>
          <p:cNvSpPr txBox="1"/>
          <p:nvPr>
            <p:ph type="title"/>
          </p:nvPr>
        </p:nvSpPr>
        <p:spPr>
          <a:xfrm>
            <a:off x="1835150" y="1036637"/>
            <a:ext cx="6623050" cy="608012"/>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572314"/>
              </a:buClr>
              <a:buSzPts val="3900"/>
              <a:buFont typeface="Gill Sans"/>
              <a:buNone/>
            </a:pPr>
            <a:r>
              <a:rPr b="0" i="0" lang="en-US" sz="3900" u="none">
                <a:solidFill>
                  <a:srgbClr val="572314"/>
                </a:solidFill>
                <a:latin typeface="Gill Sans"/>
                <a:ea typeface="Gill Sans"/>
                <a:cs typeface="Gill Sans"/>
                <a:sym typeface="Gill Sans"/>
              </a:rPr>
              <a:t>Vapen och snöskoter</a:t>
            </a:r>
            <a:endParaRPr/>
          </a:p>
        </p:txBody>
      </p:sp>
      <p:pic>
        <p:nvPicPr>
          <p:cNvPr descr="C:\Program\Delade filer\Microsoft Shared\Clipart\cagcat50\BD06152_.WMF" id="2168" name="Google Shape;2168;p271"/>
          <p:cNvPicPr preferRelativeResize="0"/>
          <p:nvPr>
            <p:ph idx="2" type="clipArt"/>
          </p:nvPr>
        </p:nvPicPr>
        <p:blipFill rotWithShape="1">
          <a:blip r:embed="rId3">
            <a:alphaModFix/>
          </a:blip>
          <a:srcRect b="0" l="0" r="0" t="0"/>
          <a:stretch/>
        </p:blipFill>
        <p:spPr>
          <a:xfrm>
            <a:off x="1200150" y="2205037"/>
            <a:ext cx="2867025" cy="3779837"/>
          </a:xfrm>
          <a:prstGeom prst="rect">
            <a:avLst/>
          </a:prstGeom>
          <a:noFill/>
          <a:ln>
            <a:noFill/>
          </a:ln>
        </p:spPr>
      </p:pic>
      <p:sp>
        <p:nvSpPr>
          <p:cNvPr id="2169" name="Google Shape;2169;p271"/>
          <p:cNvSpPr txBox="1"/>
          <p:nvPr>
            <p:ph idx="1" type="body"/>
          </p:nvPr>
        </p:nvSpPr>
        <p:spPr>
          <a:xfrm>
            <a:off x="4643437" y="2349500"/>
            <a:ext cx="3808412" cy="4114800"/>
          </a:xfrm>
          <a:prstGeom prst="rect">
            <a:avLst/>
          </a:prstGeom>
          <a:noFill/>
          <a:ln>
            <a:noFill/>
          </a:ln>
        </p:spPr>
        <p:txBody>
          <a:bodyPr anchorCtr="0" anchor="t" bIns="45700" lIns="91425" spcFirstLastPara="1" rIns="91425" wrap="square" tIns="45700">
            <a:noAutofit/>
          </a:bodyPr>
          <a:lstStyle/>
          <a:p>
            <a:pPr indent="-282575" lvl="0" marL="365125" rtl="0" algn="l">
              <a:lnSpc>
                <a:spcPct val="100000"/>
              </a:lnSpc>
              <a:spcBef>
                <a:spcPts val="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Förbjudet att medföra skjutvapen på snöskoter.</a:t>
            </a:r>
            <a:endParaRPr/>
          </a:p>
          <a:p>
            <a:pPr indent="-236538" lvl="1" marL="639763" rtl="0" algn="l">
              <a:lnSpc>
                <a:spcPct val="100000"/>
              </a:lnSpc>
              <a:spcBef>
                <a:spcPts val="500"/>
              </a:spcBef>
              <a:spcAft>
                <a:spcPts val="0"/>
              </a:spcAft>
              <a:buClr>
                <a:schemeClr val="accent1"/>
              </a:buClr>
              <a:buSzPts val="2400"/>
              <a:buFont typeface="Verdana"/>
              <a:buChar char="◦"/>
            </a:pPr>
            <a:r>
              <a:rPr b="0" i="0" lang="en-US" sz="2400" u="none">
                <a:solidFill>
                  <a:schemeClr val="dk1"/>
                </a:solidFill>
                <a:latin typeface="Gill Sans"/>
                <a:ea typeface="Gill Sans"/>
                <a:cs typeface="Gill Sans"/>
                <a:sym typeface="Gill Sans"/>
              </a:rPr>
              <a:t>Länsstyrelsen kan föreskriva undantag</a:t>
            </a:r>
            <a:r>
              <a:rPr lang="en-US" sz="2400"/>
              <a:t> (vapen i låst väska på släde)</a:t>
            </a:r>
            <a:endParaRPr sz="2400"/>
          </a:p>
          <a:p>
            <a:pPr indent="-282575" lvl="0" marL="365125" rtl="0" algn="l">
              <a:lnSpc>
                <a:spcPct val="100000"/>
              </a:lnSpc>
              <a:spcBef>
                <a:spcPts val="600"/>
              </a:spcBef>
              <a:spcAft>
                <a:spcPts val="0"/>
              </a:spcAft>
              <a:buClr>
                <a:schemeClr val="accent1"/>
              </a:buClr>
              <a:buSzPts val="2240"/>
              <a:buFont typeface="Noto Sans Symbols"/>
              <a:buChar char="⚫"/>
            </a:pPr>
            <a:r>
              <a:rPr b="0" i="0" lang="en-US" sz="2800" u="none">
                <a:solidFill>
                  <a:schemeClr val="dk1"/>
                </a:solidFill>
                <a:latin typeface="Gill Sans"/>
                <a:ea typeface="Gill Sans"/>
                <a:cs typeface="Gill Sans"/>
                <a:sym typeface="Gill Sans"/>
              </a:rPr>
              <a:t>Förbjudet att söka, spåra förfölja eller genskjuta villebråd.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9">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4" name="Shape 2174"/>
        <p:cNvGrpSpPr/>
        <p:nvPr/>
      </p:nvGrpSpPr>
      <p:grpSpPr>
        <a:xfrm>
          <a:off x="0" y="0"/>
          <a:ext cx="0" cy="0"/>
          <a:chOff x="0" y="0"/>
          <a:chExt cx="0" cy="0"/>
        </a:xfrm>
      </p:grpSpPr>
      <p:sp>
        <p:nvSpPr>
          <p:cNvPr id="2175" name="Google Shape;2175;p272"/>
          <p:cNvSpPr txBox="1"/>
          <p:nvPr>
            <p:ph idx="1" type="body"/>
          </p:nvPr>
        </p:nvSpPr>
        <p:spPr>
          <a:xfrm>
            <a:off x="457200" y="2349500"/>
            <a:ext cx="8229600" cy="3657600"/>
          </a:xfrm>
          <a:prstGeom prst="rect">
            <a:avLst/>
          </a:prstGeom>
          <a:noFill/>
          <a:ln>
            <a:noFill/>
          </a:ln>
        </p:spPr>
        <p:txBody>
          <a:bodyPr anchorCtr="0" anchor="t" bIns="45700" lIns="91425" spcFirstLastPara="1" rIns="91425" wrap="square" tIns="45700">
            <a:noAutofit/>
          </a:bodyPr>
          <a:lstStyle/>
          <a:p>
            <a:pPr indent="-255587" lvl="0" marL="365125" marR="0" rtl="0" algn="l">
              <a:lnSpc>
                <a:spcPct val="100000"/>
              </a:lnSpc>
              <a:spcBef>
                <a:spcPts val="0"/>
              </a:spcBef>
              <a:spcAft>
                <a:spcPts val="0"/>
              </a:spcAft>
              <a:buClr>
                <a:schemeClr val="accent1"/>
              </a:buClr>
              <a:buSzPts val="1836"/>
              <a:buFont typeface="Noto Sans Symbols"/>
              <a:buChar char="🞂"/>
            </a:pPr>
            <a:r>
              <a:rPr b="0" i="0" lang="en-US" sz="2700" u="none">
                <a:solidFill>
                  <a:schemeClr val="dk1"/>
                </a:solidFill>
                <a:latin typeface="Lucida Sans"/>
                <a:ea typeface="Lucida Sans"/>
                <a:cs typeface="Lucida Sans"/>
                <a:sym typeface="Lucida Sans"/>
              </a:rPr>
              <a:t>Från och med 1 januari 1999, 7 kap. §1</a:t>
            </a:r>
            <a:endParaRPr/>
          </a:p>
          <a:p>
            <a:pPr indent="-255587" lvl="0" marL="365125" marR="0" rtl="0" algn="l">
              <a:lnSpc>
                <a:spcPct val="100000"/>
              </a:lnSpc>
              <a:spcBef>
                <a:spcPts val="400"/>
              </a:spcBef>
              <a:spcAft>
                <a:spcPts val="0"/>
              </a:spcAft>
              <a:buClr>
                <a:schemeClr val="accent1"/>
              </a:buClr>
              <a:buSzPts val="1836"/>
              <a:buFont typeface="Noto Sans Symbols"/>
              <a:buNone/>
            </a:pPr>
            <a:r>
              <a:t/>
            </a:r>
            <a:endParaRPr b="0" i="1" sz="2700" u="none">
              <a:solidFill>
                <a:schemeClr val="dk1"/>
              </a:solidFill>
              <a:latin typeface="Lucida Sans"/>
              <a:ea typeface="Lucida Sans"/>
              <a:cs typeface="Lucida Sans"/>
              <a:sym typeface="Lucida Sans"/>
            </a:endParaRPr>
          </a:p>
          <a:p>
            <a:pPr indent="-255587" lvl="0" marL="365125" marR="0" rtl="0" algn="l">
              <a:lnSpc>
                <a:spcPct val="100000"/>
              </a:lnSpc>
              <a:spcBef>
                <a:spcPts val="400"/>
              </a:spcBef>
              <a:spcAft>
                <a:spcPts val="0"/>
              </a:spcAft>
              <a:buClr>
                <a:schemeClr val="accent1"/>
              </a:buClr>
              <a:buSzPts val="1836"/>
              <a:buFont typeface="Noto Sans Symbols"/>
              <a:buNone/>
            </a:pPr>
            <a:r>
              <a:rPr b="0" i="1" lang="en-US" sz="2700" u="none">
                <a:solidFill>
                  <a:schemeClr val="dk1"/>
                </a:solidFill>
                <a:latin typeface="Lucida Sans"/>
                <a:ea typeface="Lucida Sans"/>
                <a:cs typeface="Lucida Sans"/>
                <a:sym typeface="Lucida Sans"/>
              </a:rPr>
              <a:t>” Var och en som utnyttjar allemansrätten eller annars vistas i naturen, skall visa hänsyn och varsamhet i sitt umgänge med den”.</a:t>
            </a:r>
            <a:endParaRPr/>
          </a:p>
        </p:txBody>
      </p:sp>
      <p:sp>
        <p:nvSpPr>
          <p:cNvPr id="2176" name="Google Shape;2176;p272"/>
          <p:cNvSpPr txBox="1"/>
          <p:nvPr>
            <p:ph idx="4294967295" type="title"/>
          </p:nvPr>
        </p:nvSpPr>
        <p:spPr>
          <a:xfrm>
            <a:off x="685800" y="1036638"/>
            <a:ext cx="7772400" cy="608012"/>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3690"/>
              <a:buFont typeface="Lucida Sans"/>
              <a:buNone/>
            </a:pPr>
            <a:r>
              <a:rPr b="1" i="0" lang="en-US" sz="3690" u="none" cap="none" strike="noStrike">
                <a:solidFill>
                  <a:schemeClr val="dk2"/>
                </a:solidFill>
                <a:latin typeface="Lucida Sans"/>
                <a:ea typeface="Lucida Sans"/>
                <a:cs typeface="Lucida Sans"/>
                <a:sym typeface="Lucida Sans"/>
              </a:rPr>
              <a:t>Miljöbalken</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1" name="Shape 2181"/>
        <p:cNvGrpSpPr/>
        <p:nvPr/>
      </p:nvGrpSpPr>
      <p:grpSpPr>
        <a:xfrm>
          <a:off x="0" y="0"/>
          <a:ext cx="0" cy="0"/>
          <a:chOff x="0" y="0"/>
          <a:chExt cx="0" cy="0"/>
        </a:xfrm>
      </p:grpSpPr>
      <p:sp>
        <p:nvSpPr>
          <p:cNvPr id="2182" name="Google Shape;2182;p273"/>
          <p:cNvSpPr txBox="1"/>
          <p:nvPr>
            <p:ph type="title"/>
          </p:nvPr>
        </p:nvSpPr>
        <p:spPr>
          <a:xfrm>
            <a:off x="685800" y="1036637"/>
            <a:ext cx="7772400" cy="608012"/>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500"/>
              <a:buFont typeface="Calibri"/>
              <a:buNone/>
            </a:pPr>
            <a:r>
              <a:rPr b="0" i="0" lang="en-US" sz="4500" u="none">
                <a:solidFill>
                  <a:schemeClr val="dk2"/>
                </a:solidFill>
                <a:latin typeface="Calibri"/>
                <a:ea typeface="Calibri"/>
                <a:cs typeface="Calibri"/>
                <a:sym typeface="Calibri"/>
              </a:rPr>
              <a:t>Natur Och Miljö</a:t>
            </a:r>
            <a:endParaRPr/>
          </a:p>
        </p:txBody>
      </p:sp>
      <p:sp>
        <p:nvSpPr>
          <p:cNvPr id="2183" name="Google Shape;2183;p273"/>
          <p:cNvSpPr txBox="1"/>
          <p:nvPr>
            <p:ph idx="1" type="body"/>
          </p:nvPr>
        </p:nvSpPr>
        <p:spPr>
          <a:xfrm>
            <a:off x="323850" y="1989137"/>
            <a:ext cx="5368925" cy="4114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E7BC29"/>
              </a:buClr>
              <a:buSzPts val="2660"/>
              <a:buFont typeface="Noto Sans Symbols"/>
              <a:buChar char="⚫"/>
            </a:pPr>
            <a:r>
              <a:rPr b="0" i="0" lang="en-US" sz="2800" u="none">
                <a:solidFill>
                  <a:schemeClr val="dk1"/>
                </a:solidFill>
                <a:latin typeface="Constantia"/>
                <a:ea typeface="Constantia"/>
                <a:cs typeface="Constantia"/>
                <a:sym typeface="Constantia"/>
              </a:rPr>
              <a:t>”Miljötrimma” din   snöskoter</a:t>
            </a:r>
            <a:endParaRPr/>
          </a:p>
          <a:p>
            <a:pPr indent="-246062" lvl="1" marL="639762" rtl="0" algn="l">
              <a:lnSpc>
                <a:spcPct val="10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Väl underhållen och välservad</a:t>
            </a:r>
            <a:endParaRPr/>
          </a:p>
          <a:p>
            <a:pPr indent="-273050" lvl="0" marL="273050" rtl="0" algn="l">
              <a:lnSpc>
                <a:spcPct val="100000"/>
              </a:lnSpc>
              <a:spcBef>
                <a:spcPts val="560"/>
              </a:spcBef>
              <a:spcAft>
                <a:spcPts val="0"/>
              </a:spcAft>
              <a:buClr>
                <a:srgbClr val="E7BC29"/>
              </a:buClr>
              <a:buSzPts val="2660"/>
              <a:buFont typeface="Noto Sans Symbols"/>
              <a:buChar char="⚫"/>
            </a:pPr>
            <a:r>
              <a:rPr b="0" i="0" lang="en-US" sz="2800" u="none">
                <a:solidFill>
                  <a:schemeClr val="dk1"/>
                </a:solidFill>
                <a:latin typeface="Constantia"/>
                <a:ea typeface="Constantia"/>
                <a:cs typeface="Constantia"/>
                <a:sym typeface="Constantia"/>
              </a:rPr>
              <a:t>Körsätt</a:t>
            </a:r>
            <a:endParaRPr/>
          </a:p>
          <a:p>
            <a:pPr indent="-246062" lvl="1" marL="639762" rtl="0" algn="l">
              <a:lnSpc>
                <a:spcPct val="100000"/>
              </a:lnSpc>
              <a:spcBef>
                <a:spcPts val="480"/>
              </a:spcBef>
              <a:spcAft>
                <a:spcPts val="0"/>
              </a:spcAft>
              <a:buClr>
                <a:schemeClr val="accent1"/>
              </a:buClr>
              <a:buSzPts val="2040"/>
              <a:buFont typeface="Noto Sans Symbols"/>
              <a:buChar char="⚫"/>
            </a:pPr>
            <a:r>
              <a:rPr b="0" i="0" lang="en-US" sz="2400" u="none">
                <a:solidFill>
                  <a:schemeClr val="dk1"/>
                </a:solidFill>
                <a:latin typeface="Constantia"/>
                <a:ea typeface="Constantia"/>
                <a:cs typeface="Constantia"/>
                <a:sym typeface="Constantia"/>
              </a:rPr>
              <a:t>Mjuk och jämn gashantering</a:t>
            </a:r>
            <a:endParaRPr/>
          </a:p>
          <a:p>
            <a:pPr indent="-273050" lvl="0" marL="273050" rtl="0" algn="l">
              <a:lnSpc>
                <a:spcPct val="100000"/>
              </a:lnSpc>
              <a:spcBef>
                <a:spcPts val="560"/>
              </a:spcBef>
              <a:spcAft>
                <a:spcPts val="0"/>
              </a:spcAft>
              <a:buClr>
                <a:srgbClr val="E7BC29"/>
              </a:buClr>
              <a:buSzPts val="2660"/>
              <a:buFont typeface="Noto Sans Symbols"/>
              <a:buChar char="⚫"/>
            </a:pPr>
            <a:r>
              <a:rPr b="0" i="0" lang="en-US" sz="2800" u="none">
                <a:solidFill>
                  <a:schemeClr val="dk1"/>
                </a:solidFill>
                <a:latin typeface="Constantia"/>
                <a:ea typeface="Constantia"/>
                <a:cs typeface="Constantia"/>
                <a:sym typeface="Constantia"/>
              </a:rPr>
              <a:t>Alkylatbensin</a:t>
            </a:r>
            <a:endParaRPr/>
          </a:p>
          <a:p>
            <a:pPr indent="-273050" lvl="0" marL="273050" rtl="0" algn="l">
              <a:lnSpc>
                <a:spcPct val="100000"/>
              </a:lnSpc>
              <a:spcBef>
                <a:spcPts val="560"/>
              </a:spcBef>
              <a:spcAft>
                <a:spcPts val="0"/>
              </a:spcAft>
              <a:buClr>
                <a:srgbClr val="E7BC29"/>
              </a:buClr>
              <a:buSzPts val="2660"/>
              <a:buFont typeface="Noto Sans Symbols"/>
              <a:buChar char="⚫"/>
            </a:pPr>
            <a:r>
              <a:rPr b="0" i="0" lang="en-US" sz="2800" u="none">
                <a:solidFill>
                  <a:schemeClr val="dk1"/>
                </a:solidFill>
                <a:latin typeface="Constantia"/>
                <a:ea typeface="Constantia"/>
                <a:cs typeface="Constantia"/>
                <a:sym typeface="Constantia"/>
              </a:rPr>
              <a:t>Miljövänliga (syntetiska) oljo</a:t>
            </a:r>
            <a:r>
              <a:rPr lang="en-US" sz="2800"/>
              <a:t>r</a:t>
            </a:r>
            <a:endParaRPr/>
          </a:p>
          <a:p>
            <a:pPr indent="-104140" lvl="0" marL="273050" rtl="0" algn="l">
              <a:spcBef>
                <a:spcPts val="560"/>
              </a:spcBef>
              <a:spcAft>
                <a:spcPts val="0"/>
              </a:spcAft>
              <a:buSzPts val="2660"/>
              <a:buNone/>
            </a:pPr>
            <a:r>
              <a:t/>
            </a:r>
            <a:endParaRPr b="0" i="0" sz="2800" u="none">
              <a:solidFill>
                <a:schemeClr val="dk1"/>
              </a:solidFill>
              <a:latin typeface="Constantia"/>
              <a:ea typeface="Constantia"/>
              <a:cs typeface="Constantia"/>
              <a:sym typeface="Constantia"/>
            </a:endParaRPr>
          </a:p>
        </p:txBody>
      </p:sp>
      <p:pic>
        <p:nvPicPr>
          <p:cNvPr descr="C:\Program\Delade filer\Microsoft Shared\Clipart\cagcat50\NA01441_.wmf" id="2184" name="Google Shape;2184;p273"/>
          <p:cNvPicPr preferRelativeResize="0"/>
          <p:nvPr>
            <p:ph idx="2" type="clipArt"/>
          </p:nvPr>
        </p:nvPicPr>
        <p:blipFill rotWithShape="1">
          <a:blip r:embed="rId3">
            <a:alphaModFix/>
          </a:blip>
          <a:srcRect b="0" l="0" r="0" t="0"/>
          <a:stretch/>
        </p:blipFill>
        <p:spPr>
          <a:xfrm>
            <a:off x="5076825" y="1196975"/>
            <a:ext cx="3887787" cy="4391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3">
                                            <p:txEl>
                                              <p:pRg end="0" st="0"/>
                                            </p:txEl>
                                          </p:spTgt>
                                        </p:tgtEl>
                                        <p:attrNameLst>
                                          <p:attrName>style.visibility</p:attrName>
                                        </p:attrNameLst>
                                      </p:cBhvr>
                                      <p:to>
                                        <p:strVal val="visible"/>
                                      </p:to>
                                    </p:set>
                                    <p:animEffect filter="fade" transition="in">
                                      <p:cBhvr>
                                        <p:cTn dur="500"/>
                                        <p:tgtEl>
                                          <p:spTgt spid="21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3">
                                            <p:txEl>
                                              <p:pRg end="1" st="1"/>
                                            </p:txEl>
                                          </p:spTgt>
                                        </p:tgtEl>
                                        <p:attrNameLst>
                                          <p:attrName>style.visibility</p:attrName>
                                        </p:attrNameLst>
                                      </p:cBhvr>
                                      <p:to>
                                        <p:strVal val="visible"/>
                                      </p:to>
                                    </p:set>
                                    <p:animEffect filter="fade" transition="in">
                                      <p:cBhvr>
                                        <p:cTn dur="500"/>
                                        <p:tgtEl>
                                          <p:spTgt spid="21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3">
                                            <p:txEl>
                                              <p:pRg end="2" st="2"/>
                                            </p:txEl>
                                          </p:spTgt>
                                        </p:tgtEl>
                                        <p:attrNameLst>
                                          <p:attrName>style.visibility</p:attrName>
                                        </p:attrNameLst>
                                      </p:cBhvr>
                                      <p:to>
                                        <p:strVal val="visible"/>
                                      </p:to>
                                    </p:set>
                                    <p:animEffect filter="fade" transition="in">
                                      <p:cBhvr>
                                        <p:cTn dur="500"/>
                                        <p:tgtEl>
                                          <p:spTgt spid="21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3">
                                            <p:txEl>
                                              <p:pRg end="3" st="3"/>
                                            </p:txEl>
                                          </p:spTgt>
                                        </p:tgtEl>
                                        <p:attrNameLst>
                                          <p:attrName>style.visibility</p:attrName>
                                        </p:attrNameLst>
                                      </p:cBhvr>
                                      <p:to>
                                        <p:strVal val="visible"/>
                                      </p:to>
                                    </p:set>
                                    <p:animEffect filter="fade" transition="in">
                                      <p:cBhvr>
                                        <p:cTn dur="500"/>
                                        <p:tgtEl>
                                          <p:spTgt spid="21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3">
                                            <p:txEl>
                                              <p:pRg end="4" st="4"/>
                                            </p:txEl>
                                          </p:spTgt>
                                        </p:tgtEl>
                                        <p:attrNameLst>
                                          <p:attrName>style.visibility</p:attrName>
                                        </p:attrNameLst>
                                      </p:cBhvr>
                                      <p:to>
                                        <p:strVal val="visible"/>
                                      </p:to>
                                    </p:set>
                                    <p:animEffect filter="fade" transition="in">
                                      <p:cBhvr>
                                        <p:cTn dur="500"/>
                                        <p:tgtEl>
                                          <p:spTgt spid="21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3">
                                            <p:txEl>
                                              <p:pRg end="5" st="5"/>
                                            </p:txEl>
                                          </p:spTgt>
                                        </p:tgtEl>
                                        <p:attrNameLst>
                                          <p:attrName>style.visibility</p:attrName>
                                        </p:attrNameLst>
                                      </p:cBhvr>
                                      <p:to>
                                        <p:strVal val="visible"/>
                                      </p:to>
                                    </p:set>
                                    <p:animEffect filter="fade" transition="in">
                                      <p:cBhvr>
                                        <p:cTn dur="500"/>
                                        <p:tgtEl>
                                          <p:spTgt spid="21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3">
                                            <p:txEl>
                                              <p:pRg end="6" st="6"/>
                                            </p:txEl>
                                          </p:spTgt>
                                        </p:tgtEl>
                                        <p:attrNameLst>
                                          <p:attrName>style.visibility</p:attrName>
                                        </p:attrNameLst>
                                      </p:cBhvr>
                                      <p:to>
                                        <p:strVal val="visible"/>
                                      </p:to>
                                    </p:set>
                                    <p:animEffect filter="fade" transition="in">
                                      <p:cBhvr>
                                        <p:cTn dur="500"/>
                                        <p:tgtEl>
                                          <p:spTgt spid="218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9" name="Shape 2189"/>
        <p:cNvGrpSpPr/>
        <p:nvPr/>
      </p:nvGrpSpPr>
      <p:grpSpPr>
        <a:xfrm>
          <a:off x="0" y="0"/>
          <a:ext cx="0" cy="0"/>
          <a:chOff x="0" y="0"/>
          <a:chExt cx="0" cy="0"/>
        </a:xfrm>
      </p:grpSpPr>
      <p:sp>
        <p:nvSpPr>
          <p:cNvPr id="2190" name="Google Shape;2190;p274"/>
          <p:cNvSpPr txBox="1"/>
          <p:nvPr>
            <p:ph idx="4294967295" type="title"/>
          </p:nvPr>
        </p:nvSpPr>
        <p:spPr>
          <a:xfrm>
            <a:off x="609600" y="838200"/>
            <a:ext cx="7772400" cy="60801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7373"/>
              </a:buClr>
              <a:buSzPts val="3690"/>
              <a:buFont typeface="Lucida Sans"/>
              <a:buNone/>
            </a:pPr>
            <a:r>
              <a:rPr b="1" i="0" lang="en-US" sz="3690" u="none" cap="none" strike="noStrike">
                <a:solidFill>
                  <a:srgbClr val="FF7373"/>
                </a:solidFill>
                <a:latin typeface="Lucida Sans"/>
                <a:ea typeface="Lucida Sans"/>
                <a:cs typeface="Lucida Sans"/>
                <a:sym typeface="Lucida Sans"/>
              </a:rPr>
              <a:t>Våra grannländer</a:t>
            </a:r>
            <a:endParaRPr/>
          </a:p>
        </p:txBody>
      </p:sp>
      <p:sp>
        <p:nvSpPr>
          <p:cNvPr id="2191" name="Google Shape;2191;p274"/>
          <p:cNvSpPr txBox="1"/>
          <p:nvPr>
            <p:ph idx="1" type="body"/>
          </p:nvPr>
        </p:nvSpPr>
        <p:spPr>
          <a:xfrm>
            <a:off x="323850" y="1844675"/>
            <a:ext cx="3810000" cy="4114800"/>
          </a:xfrm>
          <a:prstGeom prst="rect">
            <a:avLst/>
          </a:prstGeom>
          <a:noFill/>
          <a:ln>
            <a:noFill/>
          </a:ln>
        </p:spPr>
        <p:txBody>
          <a:bodyPr anchorCtr="0" anchor="t" bIns="45700" lIns="91425" spcFirstLastPara="1" rIns="91425" wrap="square" tIns="45700">
            <a:noAutofit/>
          </a:bodyPr>
          <a:lstStyle/>
          <a:p>
            <a:pPr indent="-411162" lvl="0" marL="547687" marR="0" rtl="0" algn="l">
              <a:lnSpc>
                <a:spcPct val="80000"/>
              </a:lnSpc>
              <a:spcBef>
                <a:spcPts val="0"/>
              </a:spcBef>
              <a:spcAft>
                <a:spcPts val="0"/>
              </a:spcAft>
              <a:buClr>
                <a:srgbClr val="F9F9F9"/>
              </a:buClr>
              <a:buSzPts val="1430"/>
              <a:buFont typeface="Noto Sans Symbols"/>
              <a:buNone/>
            </a:pPr>
            <a:r>
              <a:rPr b="0" i="1" lang="en-US" sz="2200" u="none" cap="none" strike="noStrike">
                <a:solidFill>
                  <a:schemeClr val="lt1"/>
                </a:solidFill>
                <a:latin typeface="Book Antiqua"/>
                <a:ea typeface="Book Antiqua"/>
                <a:cs typeface="Book Antiqua"/>
                <a:sym typeface="Book Antiqua"/>
              </a:rPr>
              <a:t>Forskrift om bruk av</a:t>
            </a:r>
            <a:endParaRPr/>
          </a:p>
          <a:p>
            <a:pPr indent="-411162" lvl="0" marL="547687" marR="0" rtl="0" algn="l">
              <a:lnSpc>
                <a:spcPct val="80000"/>
              </a:lnSpc>
              <a:spcBef>
                <a:spcPts val="440"/>
              </a:spcBef>
              <a:spcAft>
                <a:spcPts val="0"/>
              </a:spcAft>
              <a:buClr>
                <a:srgbClr val="F9F9F9"/>
              </a:buClr>
              <a:buSzPts val="1430"/>
              <a:buFont typeface="Noto Sans Symbols"/>
              <a:buNone/>
            </a:pPr>
            <a:r>
              <a:rPr b="0" i="1" lang="en-US" sz="2200" u="none" cap="none" strike="noStrike">
                <a:solidFill>
                  <a:schemeClr val="lt1"/>
                </a:solidFill>
                <a:latin typeface="Book Antiqua"/>
                <a:ea typeface="Book Antiqua"/>
                <a:cs typeface="Book Antiqua"/>
                <a:sym typeface="Book Antiqua"/>
              </a:rPr>
              <a:t>motorkøretøjer i utmark</a:t>
            </a:r>
            <a:endParaRPr/>
          </a:p>
          <a:p>
            <a:pPr indent="-411162" lvl="0" marL="547687" marR="0" rtl="0" algn="l">
              <a:lnSpc>
                <a:spcPct val="80000"/>
              </a:lnSpc>
              <a:spcBef>
                <a:spcPts val="440"/>
              </a:spcBef>
              <a:spcAft>
                <a:spcPts val="0"/>
              </a:spcAft>
              <a:buClr>
                <a:srgbClr val="F9F9F9"/>
              </a:buClr>
              <a:buSzPts val="1430"/>
              <a:buFont typeface="Noto Sans Symbols"/>
              <a:buNone/>
            </a:pPr>
            <a:r>
              <a:rPr b="0" i="1" lang="en-US" sz="2200" u="none" cap="none" strike="noStrike">
                <a:solidFill>
                  <a:schemeClr val="lt1"/>
                </a:solidFill>
                <a:latin typeface="Book Antiqua"/>
                <a:ea typeface="Book Antiqua"/>
                <a:cs typeface="Book Antiqua"/>
                <a:sym typeface="Book Antiqua"/>
              </a:rPr>
              <a:t>og islagte vassdrag.</a:t>
            </a:r>
            <a:endParaRPr/>
          </a:p>
          <a:p>
            <a:pPr indent="-411162" lvl="0" marL="547687" marR="0" rtl="0" algn="l">
              <a:lnSpc>
                <a:spcPct val="80000"/>
              </a:lnSpc>
              <a:spcBef>
                <a:spcPts val="440"/>
              </a:spcBef>
              <a:spcAft>
                <a:spcPts val="0"/>
              </a:spcAft>
              <a:buClr>
                <a:srgbClr val="F9F9F9"/>
              </a:buClr>
              <a:buSzPts val="1430"/>
              <a:buFont typeface="Noto Sans Symbols"/>
              <a:buChar char="▣"/>
            </a:pPr>
            <a:r>
              <a:rPr b="0" i="0" lang="en-US" sz="2200" u="none" cap="none" strike="noStrike">
                <a:solidFill>
                  <a:schemeClr val="lt1"/>
                </a:solidFill>
                <a:latin typeface="Book Antiqua"/>
                <a:ea typeface="Book Antiqua"/>
                <a:cs typeface="Book Antiqua"/>
                <a:sym typeface="Book Antiqua"/>
              </a:rPr>
              <a:t>Körning i terräng är i princip förbjuden.</a:t>
            </a:r>
            <a:endParaRPr/>
          </a:p>
          <a:p>
            <a:pPr indent="-411162" lvl="0" marL="547687" marR="0" rtl="0" algn="l">
              <a:lnSpc>
                <a:spcPct val="80000"/>
              </a:lnSpc>
              <a:spcBef>
                <a:spcPts val="440"/>
              </a:spcBef>
              <a:spcAft>
                <a:spcPts val="0"/>
              </a:spcAft>
              <a:buClr>
                <a:srgbClr val="F9F9F9"/>
              </a:buClr>
              <a:buSzPts val="1430"/>
              <a:buFont typeface="Noto Sans Symbols"/>
              <a:buChar char="▣"/>
            </a:pPr>
            <a:r>
              <a:rPr b="0" i="0" lang="en-US" sz="2200" u="none" cap="none" strike="noStrike">
                <a:solidFill>
                  <a:schemeClr val="lt1"/>
                </a:solidFill>
                <a:latin typeface="Book Antiqua"/>
                <a:ea typeface="Book Antiqua"/>
                <a:cs typeface="Book Antiqua"/>
                <a:sym typeface="Book Antiqua"/>
              </a:rPr>
              <a:t>Tillstånd krävs.</a:t>
            </a:r>
            <a:endParaRPr/>
          </a:p>
          <a:p>
            <a:pPr indent="-411162" lvl="0" marL="547687" marR="0" rtl="0" algn="l">
              <a:lnSpc>
                <a:spcPct val="80000"/>
              </a:lnSpc>
              <a:spcBef>
                <a:spcPts val="440"/>
              </a:spcBef>
              <a:spcAft>
                <a:spcPts val="0"/>
              </a:spcAft>
              <a:buClr>
                <a:srgbClr val="F9F9F9"/>
              </a:buClr>
              <a:buSzPts val="1430"/>
              <a:buFont typeface="Noto Sans Symbols"/>
              <a:buChar char="▣"/>
            </a:pPr>
            <a:r>
              <a:rPr b="0" i="0" lang="en-US" sz="2200" u="none" cap="none" strike="noStrike">
                <a:solidFill>
                  <a:schemeClr val="lt1"/>
                </a:solidFill>
                <a:latin typeface="Book Antiqua"/>
                <a:ea typeface="Book Antiqua"/>
                <a:cs typeface="Book Antiqua"/>
                <a:sym typeface="Book Antiqua"/>
              </a:rPr>
              <a:t>Nya regler, 2015/2016.</a:t>
            </a:r>
            <a:endParaRPr/>
          </a:p>
          <a:p>
            <a:pPr indent="-411162" lvl="0" marL="547687" marR="0" rtl="0" algn="l">
              <a:lnSpc>
                <a:spcPct val="80000"/>
              </a:lnSpc>
              <a:spcBef>
                <a:spcPts val="440"/>
              </a:spcBef>
              <a:spcAft>
                <a:spcPts val="0"/>
              </a:spcAft>
              <a:buClr>
                <a:srgbClr val="F9F9F9"/>
              </a:buClr>
              <a:buSzPts val="1430"/>
              <a:buFont typeface="Noto Sans Symbols"/>
              <a:buChar char="▣"/>
            </a:pPr>
            <a:r>
              <a:rPr b="0" i="0" lang="en-US" sz="2200" u="none" cap="none" strike="noStrike">
                <a:solidFill>
                  <a:schemeClr val="lt1"/>
                </a:solidFill>
                <a:latin typeface="Book Antiqua"/>
                <a:ea typeface="Book Antiqua"/>
                <a:cs typeface="Book Antiqua"/>
                <a:sym typeface="Book Antiqua"/>
              </a:rPr>
              <a:t>Leder i de flesta kommuner.</a:t>
            </a:r>
            <a:endParaRPr/>
          </a:p>
          <a:p>
            <a:pPr indent="-411162" lvl="0" marL="547687" marR="0" rtl="0" algn="l">
              <a:lnSpc>
                <a:spcPct val="80000"/>
              </a:lnSpc>
              <a:spcBef>
                <a:spcPts val="440"/>
              </a:spcBef>
              <a:spcAft>
                <a:spcPts val="0"/>
              </a:spcAft>
              <a:buClr>
                <a:srgbClr val="F9F9F9"/>
              </a:buClr>
              <a:buSzPts val="1430"/>
              <a:buFont typeface="Noto Sans Symbols"/>
              <a:buChar char="▣"/>
            </a:pPr>
            <a:r>
              <a:rPr b="0" i="0" lang="en-US" sz="2200" u="none" cap="none" strike="noStrike">
                <a:solidFill>
                  <a:schemeClr val="lt1"/>
                </a:solidFill>
                <a:latin typeface="Book Antiqua"/>
                <a:ea typeface="Book Antiqua"/>
                <a:cs typeface="Book Antiqua"/>
                <a:sym typeface="Book Antiqua"/>
              </a:rPr>
              <a:t>Endast ledkörning.</a:t>
            </a:r>
            <a:endParaRPr/>
          </a:p>
          <a:p>
            <a:pPr indent="-411162" lvl="0" marL="547687" marR="0" rtl="0" algn="l">
              <a:lnSpc>
                <a:spcPct val="80000"/>
              </a:lnSpc>
              <a:spcBef>
                <a:spcPts val="440"/>
              </a:spcBef>
              <a:spcAft>
                <a:spcPts val="0"/>
              </a:spcAft>
              <a:buClr>
                <a:srgbClr val="F9F9F9"/>
              </a:buClr>
              <a:buSzPts val="1430"/>
              <a:buFont typeface="Noto Sans Symbols"/>
              <a:buChar char="▣"/>
            </a:pPr>
            <a:r>
              <a:rPr b="0" i="0" lang="en-US" sz="2200" u="none" cap="none" strike="noStrike">
                <a:solidFill>
                  <a:schemeClr val="lt1"/>
                </a:solidFill>
                <a:latin typeface="Book Antiqua"/>
                <a:ea typeface="Book Antiqua"/>
                <a:cs typeface="Book Antiqua"/>
                <a:sym typeface="Book Antiqua"/>
              </a:rPr>
              <a:t>Hjälmkrav, skidhjälm godkänd</a:t>
            </a:r>
            <a:endParaRPr/>
          </a:p>
          <a:p>
            <a:pPr indent="-320358" lvl="0" marL="547688" marR="0" rtl="0" algn="l">
              <a:spcBef>
                <a:spcPts val="440"/>
              </a:spcBef>
              <a:spcAft>
                <a:spcPts val="0"/>
              </a:spcAft>
              <a:buClr>
                <a:srgbClr val="F9F9F9"/>
              </a:buClr>
              <a:buSzPts val="1430"/>
              <a:buFont typeface="Noto Sans Symbols"/>
              <a:buNone/>
            </a:pPr>
            <a:r>
              <a:t/>
            </a:r>
            <a:endParaRPr b="0" i="0" sz="2200" u="none">
              <a:solidFill>
                <a:schemeClr val="lt1"/>
              </a:solidFill>
              <a:latin typeface="Book Antiqua"/>
              <a:ea typeface="Book Antiqua"/>
              <a:cs typeface="Book Antiqua"/>
              <a:sym typeface="Book Antiqua"/>
            </a:endParaRPr>
          </a:p>
        </p:txBody>
      </p:sp>
      <p:sp>
        <p:nvSpPr>
          <p:cNvPr id="2192" name="Google Shape;2192;p274"/>
          <p:cNvSpPr txBox="1"/>
          <p:nvPr>
            <p:ph idx="2" type="body"/>
          </p:nvPr>
        </p:nvSpPr>
        <p:spPr>
          <a:xfrm>
            <a:off x="4191000" y="1752600"/>
            <a:ext cx="4724400" cy="4495800"/>
          </a:xfrm>
          <a:prstGeom prst="rect">
            <a:avLst/>
          </a:prstGeom>
          <a:noFill/>
          <a:ln>
            <a:noFill/>
          </a:ln>
        </p:spPr>
        <p:txBody>
          <a:bodyPr anchorCtr="0" anchor="t" bIns="45700" lIns="91425" spcFirstLastPara="1" rIns="91425" wrap="square" tIns="45700">
            <a:noAutofit/>
          </a:bodyPr>
          <a:lstStyle/>
          <a:p>
            <a:pPr indent="-411162" lvl="0" marL="547687" marR="0" rtl="0" algn="l">
              <a:lnSpc>
                <a:spcPct val="90000"/>
              </a:lnSpc>
              <a:spcBef>
                <a:spcPts val="0"/>
              </a:spcBef>
              <a:spcAft>
                <a:spcPts val="0"/>
              </a:spcAft>
              <a:buClr>
                <a:srgbClr val="F9F9F9"/>
              </a:buClr>
              <a:buSzPts val="1430"/>
              <a:buFont typeface="Noto Sans Symbols"/>
              <a:buNone/>
            </a:pPr>
            <a:r>
              <a:rPr b="0" i="1" lang="en-US" sz="2200" u="none">
                <a:solidFill>
                  <a:schemeClr val="lt1"/>
                </a:solidFill>
                <a:latin typeface="Book Antiqua"/>
                <a:ea typeface="Book Antiqua"/>
                <a:cs typeface="Book Antiqua"/>
                <a:sym typeface="Book Antiqua"/>
              </a:rPr>
              <a:t>Lag om begränsning av</a:t>
            </a:r>
            <a:endParaRPr/>
          </a:p>
          <a:p>
            <a:pPr indent="-411162" lvl="0" marL="547687" marR="0" rtl="0" algn="l">
              <a:lnSpc>
                <a:spcPct val="90000"/>
              </a:lnSpc>
              <a:spcBef>
                <a:spcPts val="440"/>
              </a:spcBef>
              <a:spcAft>
                <a:spcPts val="0"/>
              </a:spcAft>
              <a:buClr>
                <a:srgbClr val="F9F9F9"/>
              </a:buClr>
              <a:buSzPts val="1430"/>
              <a:buFont typeface="Noto Sans Symbols"/>
              <a:buNone/>
            </a:pPr>
            <a:r>
              <a:rPr b="0" i="1" lang="en-US" sz="2200" u="none">
                <a:solidFill>
                  <a:schemeClr val="lt1"/>
                </a:solidFill>
                <a:latin typeface="Book Antiqua"/>
                <a:ea typeface="Book Antiqua"/>
                <a:cs typeface="Book Antiqua"/>
                <a:sym typeface="Book Antiqua"/>
              </a:rPr>
              <a:t>användningen av motordrivna</a:t>
            </a:r>
            <a:endParaRPr/>
          </a:p>
          <a:p>
            <a:pPr indent="-411162" lvl="0" marL="547687" marR="0" rtl="0" algn="l">
              <a:lnSpc>
                <a:spcPct val="90000"/>
              </a:lnSpc>
              <a:spcBef>
                <a:spcPts val="440"/>
              </a:spcBef>
              <a:spcAft>
                <a:spcPts val="0"/>
              </a:spcAft>
              <a:buClr>
                <a:srgbClr val="F9F9F9"/>
              </a:buClr>
              <a:buSzPts val="1430"/>
              <a:buFont typeface="Noto Sans Symbols"/>
              <a:buNone/>
            </a:pPr>
            <a:r>
              <a:rPr b="0" i="1" lang="en-US" sz="2200" u="none">
                <a:solidFill>
                  <a:schemeClr val="lt1"/>
                </a:solidFill>
                <a:latin typeface="Book Antiqua"/>
                <a:ea typeface="Book Antiqua"/>
                <a:cs typeface="Book Antiqua"/>
                <a:sym typeface="Book Antiqua"/>
              </a:rPr>
              <a:t>fordon i terräng.</a:t>
            </a:r>
            <a:endParaRPr/>
          </a:p>
          <a:p>
            <a:pPr indent="-411162" lvl="0" marL="547687" marR="0" rtl="0" algn="l">
              <a:lnSpc>
                <a:spcPct val="90000"/>
              </a:lnSpc>
              <a:spcBef>
                <a:spcPts val="440"/>
              </a:spcBef>
              <a:spcAft>
                <a:spcPts val="0"/>
              </a:spcAft>
              <a:buClr>
                <a:srgbClr val="F9F9F9"/>
              </a:buClr>
              <a:buSzPts val="1430"/>
              <a:buFont typeface="Noto Sans Symbols"/>
              <a:buChar char="▣"/>
            </a:pPr>
            <a:r>
              <a:rPr b="0" i="0" lang="en-US" sz="2200" u="none">
                <a:solidFill>
                  <a:schemeClr val="lt1"/>
                </a:solidFill>
                <a:latin typeface="Book Antiqua"/>
                <a:ea typeface="Book Antiqua"/>
                <a:cs typeface="Book Antiqua"/>
                <a:sym typeface="Book Antiqua"/>
              </a:rPr>
              <a:t>Körning i terräng är förbjuden.</a:t>
            </a:r>
            <a:endParaRPr/>
          </a:p>
          <a:p>
            <a:pPr indent="-411162" lvl="0" marL="547687" marR="0" rtl="0" algn="l">
              <a:lnSpc>
                <a:spcPct val="90000"/>
              </a:lnSpc>
              <a:spcBef>
                <a:spcPts val="440"/>
              </a:spcBef>
              <a:spcAft>
                <a:spcPts val="0"/>
              </a:spcAft>
              <a:buClr>
                <a:srgbClr val="F9F9F9"/>
              </a:buClr>
              <a:buSzPts val="1430"/>
              <a:buFont typeface="Noto Sans Symbols"/>
              <a:buChar char="▣"/>
            </a:pPr>
            <a:r>
              <a:rPr b="0" i="0" lang="en-US" sz="2200" u="none">
                <a:solidFill>
                  <a:schemeClr val="lt1"/>
                </a:solidFill>
                <a:latin typeface="Book Antiqua"/>
                <a:ea typeface="Book Antiqua"/>
                <a:cs typeface="Book Antiqua"/>
                <a:sym typeface="Book Antiqua"/>
              </a:rPr>
              <a:t>Markägaren kan ge tillstånd.</a:t>
            </a:r>
            <a:endParaRPr/>
          </a:p>
          <a:p>
            <a:pPr indent="-411162" lvl="0" marL="547687" marR="0" rtl="0" algn="l">
              <a:lnSpc>
                <a:spcPct val="90000"/>
              </a:lnSpc>
              <a:spcBef>
                <a:spcPts val="440"/>
              </a:spcBef>
              <a:spcAft>
                <a:spcPts val="0"/>
              </a:spcAft>
              <a:buClr>
                <a:srgbClr val="F9F9F9"/>
              </a:buClr>
              <a:buSzPts val="1430"/>
              <a:buFont typeface="Noto Sans Symbols"/>
              <a:buChar char="▣"/>
            </a:pPr>
            <a:r>
              <a:rPr b="0" i="0" lang="en-US" sz="2200" u="none">
                <a:solidFill>
                  <a:schemeClr val="lt1"/>
                </a:solidFill>
                <a:latin typeface="Book Antiqua"/>
                <a:ea typeface="Book Antiqua"/>
                <a:cs typeface="Book Antiqua"/>
                <a:sym typeface="Book Antiqua"/>
              </a:rPr>
              <a:t>Lednät i norra Finland.</a:t>
            </a:r>
            <a:endParaRPr/>
          </a:p>
          <a:p>
            <a:pPr indent="-411162" lvl="0" marL="547687" marR="0" rtl="0" algn="l">
              <a:lnSpc>
                <a:spcPct val="90000"/>
              </a:lnSpc>
              <a:spcBef>
                <a:spcPts val="440"/>
              </a:spcBef>
              <a:spcAft>
                <a:spcPts val="0"/>
              </a:spcAft>
              <a:buClr>
                <a:srgbClr val="F9F9F9"/>
              </a:buClr>
              <a:buSzPts val="1430"/>
              <a:buFont typeface="Noto Sans Symbols"/>
              <a:buChar char="▣"/>
            </a:pPr>
            <a:r>
              <a:rPr b="0" i="0" lang="en-US" sz="2200" u="none">
                <a:solidFill>
                  <a:schemeClr val="lt1"/>
                </a:solidFill>
                <a:latin typeface="Book Antiqua"/>
                <a:ea typeface="Book Antiqua"/>
                <a:cs typeface="Book Antiqua"/>
                <a:sym typeface="Book Antiqua"/>
              </a:rPr>
              <a:t>Strängeligen förbjudet att avvika från leden.</a:t>
            </a:r>
            <a:endParaRPr/>
          </a:p>
          <a:p>
            <a:pPr indent="-411162" lvl="0" marL="547687" marR="0" rtl="0" algn="l">
              <a:lnSpc>
                <a:spcPct val="90000"/>
              </a:lnSpc>
              <a:spcBef>
                <a:spcPts val="440"/>
              </a:spcBef>
              <a:spcAft>
                <a:spcPts val="0"/>
              </a:spcAft>
              <a:buClr>
                <a:srgbClr val="F9F9F9"/>
              </a:buClr>
              <a:buSzPts val="1430"/>
              <a:buFont typeface="Noto Sans Symbols"/>
              <a:buChar char="▣"/>
            </a:pPr>
            <a:r>
              <a:rPr b="0" i="0" lang="en-US" sz="2200" u="none">
                <a:solidFill>
                  <a:schemeClr val="lt1"/>
                </a:solidFill>
                <a:latin typeface="Book Antiqua"/>
                <a:ea typeface="Book Antiqua"/>
                <a:cs typeface="Book Antiqua"/>
                <a:sym typeface="Book Antiqua"/>
              </a:rPr>
              <a:t>Hjälmkrav på förare, och passagerare över 12 år.</a:t>
            </a:r>
            <a:endParaRPr/>
          </a:p>
          <a:p>
            <a:pPr indent="-320358" lvl="0" marL="547688" marR="0" rtl="0" algn="l">
              <a:spcBef>
                <a:spcPts val="440"/>
              </a:spcBef>
              <a:spcAft>
                <a:spcPts val="0"/>
              </a:spcAft>
              <a:buClr>
                <a:srgbClr val="F9F9F9"/>
              </a:buClr>
              <a:buSzPts val="1430"/>
              <a:buFont typeface="Noto Sans Symbols"/>
              <a:buNone/>
            </a:pPr>
            <a:r>
              <a:t/>
            </a:r>
            <a:endParaRPr b="0" i="0" sz="2200" u="none">
              <a:solidFill>
                <a:schemeClr val="lt1"/>
              </a:solidFill>
              <a:latin typeface="Book Antiqua"/>
              <a:ea typeface="Book Antiqua"/>
              <a:cs typeface="Book Antiqua"/>
              <a:sym typeface="Book Antiqua"/>
            </a:endParaRPr>
          </a:p>
        </p:txBody>
      </p:sp>
      <p:pic>
        <p:nvPicPr>
          <p:cNvPr descr="no-flagga" id="2193" name="Google Shape;2193;p274"/>
          <p:cNvPicPr preferRelativeResize="0"/>
          <p:nvPr/>
        </p:nvPicPr>
        <p:blipFill rotWithShape="1">
          <a:blip r:embed="rId3">
            <a:alphaModFix/>
          </a:blip>
          <a:srcRect b="0" l="0" r="0" t="0"/>
          <a:stretch/>
        </p:blipFill>
        <p:spPr>
          <a:xfrm>
            <a:off x="1116012" y="981075"/>
            <a:ext cx="754062" cy="479425"/>
          </a:xfrm>
          <a:prstGeom prst="rect">
            <a:avLst/>
          </a:prstGeom>
          <a:noFill/>
          <a:ln>
            <a:noFill/>
          </a:ln>
        </p:spPr>
      </p:pic>
      <p:pic>
        <p:nvPicPr>
          <p:cNvPr descr="fi-flagga" id="2194" name="Google Shape;2194;p274"/>
          <p:cNvPicPr preferRelativeResize="0"/>
          <p:nvPr/>
        </p:nvPicPr>
        <p:blipFill rotWithShape="1">
          <a:blip r:embed="rId4">
            <a:alphaModFix/>
          </a:blip>
          <a:srcRect b="0" l="0" r="0" t="0"/>
          <a:stretch/>
        </p:blipFill>
        <p:spPr>
          <a:xfrm>
            <a:off x="7235825" y="981075"/>
            <a:ext cx="800100" cy="492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93"/>
                                        </p:tgtEl>
                                        <p:attrNameLst>
                                          <p:attrName>style.visibility</p:attrName>
                                        </p:attrNameLst>
                                      </p:cBhvr>
                                      <p:to>
                                        <p:strVal val="visible"/>
                                      </p:to>
                                    </p:set>
                                    <p:anim calcmode="lin" valueType="num">
                                      <p:cBhvr additive="base">
                                        <p:cTn dur="500"/>
                                        <p:tgtEl>
                                          <p:spTgt spid="219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0" st="0"/>
                                            </p:txEl>
                                          </p:spTgt>
                                        </p:tgtEl>
                                        <p:attrNameLst>
                                          <p:attrName>style.visibility</p:attrName>
                                        </p:attrNameLst>
                                      </p:cBhvr>
                                      <p:to>
                                        <p:strVal val="visible"/>
                                      </p:to>
                                    </p:set>
                                    <p:animEffect filter="fade" transition="in">
                                      <p:cBhvr>
                                        <p:cTn dur="500"/>
                                        <p:tgtEl>
                                          <p:spTgt spid="2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1" st="1"/>
                                            </p:txEl>
                                          </p:spTgt>
                                        </p:tgtEl>
                                        <p:attrNameLst>
                                          <p:attrName>style.visibility</p:attrName>
                                        </p:attrNameLst>
                                      </p:cBhvr>
                                      <p:to>
                                        <p:strVal val="visible"/>
                                      </p:to>
                                    </p:set>
                                    <p:animEffect filter="fade" transition="in">
                                      <p:cBhvr>
                                        <p:cTn dur="500"/>
                                        <p:tgtEl>
                                          <p:spTgt spid="2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2" st="2"/>
                                            </p:txEl>
                                          </p:spTgt>
                                        </p:tgtEl>
                                        <p:attrNameLst>
                                          <p:attrName>style.visibility</p:attrName>
                                        </p:attrNameLst>
                                      </p:cBhvr>
                                      <p:to>
                                        <p:strVal val="visible"/>
                                      </p:to>
                                    </p:set>
                                    <p:animEffect filter="fade" transition="in">
                                      <p:cBhvr>
                                        <p:cTn dur="500"/>
                                        <p:tgtEl>
                                          <p:spTgt spid="2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3" st="3"/>
                                            </p:txEl>
                                          </p:spTgt>
                                        </p:tgtEl>
                                        <p:attrNameLst>
                                          <p:attrName>style.visibility</p:attrName>
                                        </p:attrNameLst>
                                      </p:cBhvr>
                                      <p:to>
                                        <p:strVal val="visible"/>
                                      </p:to>
                                    </p:set>
                                    <p:animEffect filter="fade" transition="in">
                                      <p:cBhvr>
                                        <p:cTn dur="500"/>
                                        <p:tgtEl>
                                          <p:spTgt spid="21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4" st="4"/>
                                            </p:txEl>
                                          </p:spTgt>
                                        </p:tgtEl>
                                        <p:attrNameLst>
                                          <p:attrName>style.visibility</p:attrName>
                                        </p:attrNameLst>
                                      </p:cBhvr>
                                      <p:to>
                                        <p:strVal val="visible"/>
                                      </p:to>
                                    </p:set>
                                    <p:animEffect filter="fade" transition="in">
                                      <p:cBhvr>
                                        <p:cTn dur="500"/>
                                        <p:tgtEl>
                                          <p:spTgt spid="21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5" st="5"/>
                                            </p:txEl>
                                          </p:spTgt>
                                        </p:tgtEl>
                                        <p:attrNameLst>
                                          <p:attrName>style.visibility</p:attrName>
                                        </p:attrNameLst>
                                      </p:cBhvr>
                                      <p:to>
                                        <p:strVal val="visible"/>
                                      </p:to>
                                    </p:set>
                                    <p:animEffect filter="fade" transition="in">
                                      <p:cBhvr>
                                        <p:cTn dur="500"/>
                                        <p:tgtEl>
                                          <p:spTgt spid="21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6" st="6"/>
                                            </p:txEl>
                                          </p:spTgt>
                                        </p:tgtEl>
                                        <p:attrNameLst>
                                          <p:attrName>style.visibility</p:attrName>
                                        </p:attrNameLst>
                                      </p:cBhvr>
                                      <p:to>
                                        <p:strVal val="visible"/>
                                      </p:to>
                                    </p:set>
                                    <p:animEffect filter="fade" transition="in">
                                      <p:cBhvr>
                                        <p:cTn dur="500"/>
                                        <p:tgtEl>
                                          <p:spTgt spid="21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7" st="7"/>
                                            </p:txEl>
                                          </p:spTgt>
                                        </p:tgtEl>
                                        <p:attrNameLst>
                                          <p:attrName>style.visibility</p:attrName>
                                        </p:attrNameLst>
                                      </p:cBhvr>
                                      <p:to>
                                        <p:strVal val="visible"/>
                                      </p:to>
                                    </p:set>
                                    <p:animEffect filter="fade" transition="in">
                                      <p:cBhvr>
                                        <p:cTn dur="500"/>
                                        <p:tgtEl>
                                          <p:spTgt spid="219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8" st="8"/>
                                            </p:txEl>
                                          </p:spTgt>
                                        </p:tgtEl>
                                        <p:attrNameLst>
                                          <p:attrName>style.visibility</p:attrName>
                                        </p:attrNameLst>
                                      </p:cBhvr>
                                      <p:to>
                                        <p:strVal val="visible"/>
                                      </p:to>
                                    </p:set>
                                    <p:animEffect filter="fade" transition="in">
                                      <p:cBhvr>
                                        <p:cTn dur="500"/>
                                        <p:tgtEl>
                                          <p:spTgt spid="219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1">
                                            <p:txEl>
                                              <p:pRg end="9" st="9"/>
                                            </p:txEl>
                                          </p:spTgt>
                                        </p:tgtEl>
                                        <p:attrNameLst>
                                          <p:attrName>style.visibility</p:attrName>
                                        </p:attrNameLst>
                                      </p:cBhvr>
                                      <p:to>
                                        <p:strVal val="visible"/>
                                      </p:to>
                                    </p:set>
                                    <p:animEffect filter="fade" transition="in">
                                      <p:cBhvr>
                                        <p:cTn dur="500"/>
                                        <p:tgtEl>
                                          <p:spTgt spid="219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2194"/>
                                        </p:tgtEl>
                                        <p:attrNameLst>
                                          <p:attrName>style.visibility</p:attrName>
                                        </p:attrNameLst>
                                      </p:cBhvr>
                                      <p:to>
                                        <p:strVal val="visible"/>
                                      </p:to>
                                    </p:set>
                                    <p:anim calcmode="lin" valueType="num">
                                      <p:cBhvr additive="base">
                                        <p:cTn dur="500"/>
                                        <p:tgtEl>
                                          <p:spTgt spid="219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xEl>
                                              <p:pRg end="0" st="0"/>
                                            </p:txEl>
                                          </p:spTgt>
                                        </p:tgtEl>
                                        <p:attrNameLst>
                                          <p:attrName>style.visibility</p:attrName>
                                        </p:attrNameLst>
                                      </p:cBhvr>
                                      <p:to>
                                        <p:strVal val="visible"/>
                                      </p:to>
                                    </p:set>
                                    <p:animEffect filter="fade" transition="in">
                                      <p:cBhvr>
                                        <p:cTn dur="500"/>
                                        <p:tgtEl>
                                          <p:spTgt spid="21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xEl>
                                              <p:pRg end="1" st="1"/>
                                            </p:txEl>
                                          </p:spTgt>
                                        </p:tgtEl>
                                        <p:attrNameLst>
                                          <p:attrName>style.visibility</p:attrName>
                                        </p:attrNameLst>
                                      </p:cBhvr>
                                      <p:to>
                                        <p:strVal val="visible"/>
                                      </p:to>
                                    </p:set>
                                    <p:animEffect filter="fade" transition="in">
                                      <p:cBhvr>
                                        <p:cTn dur="500"/>
                                        <p:tgtEl>
                                          <p:spTgt spid="21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xEl>
                                              <p:pRg end="2" st="2"/>
                                            </p:txEl>
                                          </p:spTgt>
                                        </p:tgtEl>
                                        <p:attrNameLst>
                                          <p:attrName>style.visibility</p:attrName>
                                        </p:attrNameLst>
                                      </p:cBhvr>
                                      <p:to>
                                        <p:strVal val="visible"/>
                                      </p:to>
                                    </p:set>
                                    <p:animEffect filter="fade" transition="in">
                                      <p:cBhvr>
                                        <p:cTn dur="500"/>
                                        <p:tgtEl>
                                          <p:spTgt spid="21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xEl>
                                              <p:pRg end="3" st="3"/>
                                            </p:txEl>
                                          </p:spTgt>
                                        </p:tgtEl>
                                        <p:attrNameLst>
                                          <p:attrName>style.visibility</p:attrName>
                                        </p:attrNameLst>
                                      </p:cBhvr>
                                      <p:to>
                                        <p:strVal val="visible"/>
                                      </p:to>
                                    </p:set>
                                    <p:animEffect filter="fade" transition="in">
                                      <p:cBhvr>
                                        <p:cTn dur="500"/>
                                        <p:tgtEl>
                                          <p:spTgt spid="21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xEl>
                                              <p:pRg end="4" st="4"/>
                                            </p:txEl>
                                          </p:spTgt>
                                        </p:tgtEl>
                                        <p:attrNameLst>
                                          <p:attrName>style.visibility</p:attrName>
                                        </p:attrNameLst>
                                      </p:cBhvr>
                                      <p:to>
                                        <p:strVal val="visible"/>
                                      </p:to>
                                    </p:set>
                                    <p:animEffect filter="fade" transition="in">
                                      <p:cBhvr>
                                        <p:cTn dur="500"/>
                                        <p:tgtEl>
                                          <p:spTgt spid="21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xEl>
                                              <p:pRg end="5" st="5"/>
                                            </p:txEl>
                                          </p:spTgt>
                                        </p:tgtEl>
                                        <p:attrNameLst>
                                          <p:attrName>style.visibility</p:attrName>
                                        </p:attrNameLst>
                                      </p:cBhvr>
                                      <p:to>
                                        <p:strVal val="visible"/>
                                      </p:to>
                                    </p:set>
                                    <p:animEffect filter="fade" transition="in">
                                      <p:cBhvr>
                                        <p:cTn dur="500"/>
                                        <p:tgtEl>
                                          <p:spTgt spid="21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xEl>
                                              <p:pRg end="6" st="6"/>
                                            </p:txEl>
                                          </p:spTgt>
                                        </p:tgtEl>
                                        <p:attrNameLst>
                                          <p:attrName>style.visibility</p:attrName>
                                        </p:attrNameLst>
                                      </p:cBhvr>
                                      <p:to>
                                        <p:strVal val="visible"/>
                                      </p:to>
                                    </p:set>
                                    <p:animEffect filter="fade" transition="in">
                                      <p:cBhvr>
                                        <p:cTn dur="500"/>
                                        <p:tgtEl>
                                          <p:spTgt spid="21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xEl>
                                              <p:pRg end="7" st="7"/>
                                            </p:txEl>
                                          </p:spTgt>
                                        </p:tgtEl>
                                        <p:attrNameLst>
                                          <p:attrName>style.visibility</p:attrName>
                                        </p:attrNameLst>
                                      </p:cBhvr>
                                      <p:to>
                                        <p:strVal val="visible"/>
                                      </p:to>
                                    </p:set>
                                    <p:animEffect filter="fade" transition="in">
                                      <p:cBhvr>
                                        <p:cTn dur="500"/>
                                        <p:tgtEl>
                                          <p:spTgt spid="219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2">
                                            <p:txEl>
                                              <p:pRg end="8" st="8"/>
                                            </p:txEl>
                                          </p:spTgt>
                                        </p:tgtEl>
                                        <p:attrNameLst>
                                          <p:attrName>style.visibility</p:attrName>
                                        </p:attrNameLst>
                                      </p:cBhvr>
                                      <p:to>
                                        <p:strVal val="visible"/>
                                      </p:to>
                                    </p:set>
                                    <p:animEffect filter="fade" transition="in">
                                      <p:cBhvr>
                                        <p:cTn dur="500"/>
                                        <p:tgtEl>
                                          <p:spTgt spid="2192">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9" name="Shape 2199"/>
        <p:cNvGrpSpPr/>
        <p:nvPr/>
      </p:nvGrpSpPr>
      <p:grpSpPr>
        <a:xfrm>
          <a:off x="0" y="0"/>
          <a:ext cx="0" cy="0"/>
          <a:chOff x="0" y="0"/>
          <a:chExt cx="0" cy="0"/>
        </a:xfrm>
      </p:grpSpPr>
      <p:sp>
        <p:nvSpPr>
          <p:cNvPr id="2200" name="Google Shape;2200;p275"/>
          <p:cNvSpPr txBox="1"/>
          <p:nvPr>
            <p:ph type="title"/>
          </p:nvPr>
        </p:nvSpPr>
        <p:spPr>
          <a:xfrm>
            <a:off x="611187" y="-171450"/>
            <a:ext cx="7772400" cy="11430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7B9899"/>
              </a:buClr>
              <a:buSzPts val="3300"/>
              <a:buFont typeface="Georgia"/>
              <a:buNone/>
            </a:pPr>
            <a:r>
              <a:rPr b="0" i="0" lang="en-US" sz="3300" u="none">
                <a:solidFill>
                  <a:srgbClr val="7B9899"/>
                </a:solidFill>
                <a:latin typeface="Georgia"/>
                <a:ea typeface="Georgia"/>
                <a:cs typeface="Georgia"/>
                <a:sym typeface="Georgia"/>
              </a:rPr>
              <a:t>Trafikregler, bötesbelopp</a:t>
            </a:r>
            <a:endParaRPr/>
          </a:p>
        </p:txBody>
      </p:sp>
      <p:sp>
        <p:nvSpPr>
          <p:cNvPr id="2201" name="Google Shape;2201;p275"/>
          <p:cNvSpPr txBox="1"/>
          <p:nvPr>
            <p:ph idx="1" type="body"/>
          </p:nvPr>
        </p:nvSpPr>
        <p:spPr>
          <a:xfrm>
            <a:off x="381000" y="1752600"/>
            <a:ext cx="4478337" cy="41148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615"/>
              <a:buFont typeface="Noto Sans Symbols"/>
              <a:buChar char="⚫"/>
            </a:pPr>
            <a:r>
              <a:rPr b="0" i="0" lang="en-US" sz="1900" u="none" cap="none" strike="noStrike">
                <a:solidFill>
                  <a:schemeClr val="dk1"/>
                </a:solidFill>
                <a:latin typeface="Georgia"/>
                <a:ea typeface="Georgia"/>
                <a:cs typeface="Georgia"/>
                <a:sym typeface="Georgia"/>
              </a:rPr>
              <a:t>Olovlig körning: Dagsböter+ indragning körkortstillstånd + rapport till åklagare</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cap="none" strike="noStrike">
                <a:solidFill>
                  <a:schemeClr val="dk1"/>
                </a:solidFill>
                <a:latin typeface="Georgia"/>
                <a:ea typeface="Georgia"/>
                <a:cs typeface="Georgia"/>
                <a:sym typeface="Georgia"/>
              </a:rPr>
              <a:t>Rattfylleri: Dagsböter</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cap="none" strike="noStrike">
                <a:solidFill>
                  <a:schemeClr val="dk1"/>
                </a:solidFill>
                <a:latin typeface="Georgia"/>
                <a:ea typeface="Georgia"/>
                <a:cs typeface="Georgia"/>
                <a:sym typeface="Georgia"/>
              </a:rPr>
              <a:t>Tagande av olovlig väg: Dagsböter</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cap="none" strike="noStrike">
                <a:solidFill>
                  <a:schemeClr val="dk1"/>
                </a:solidFill>
                <a:latin typeface="Georgia"/>
                <a:ea typeface="Georgia"/>
                <a:cs typeface="Georgia"/>
                <a:sym typeface="Georgia"/>
              </a:rPr>
              <a:t>Inte medfört förarbeviset: 500.-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cap="none" strike="noStrike">
                <a:solidFill>
                  <a:schemeClr val="dk1"/>
                </a:solidFill>
                <a:latin typeface="Georgia"/>
                <a:ea typeface="Georgia"/>
                <a:cs typeface="Georgia"/>
                <a:sym typeface="Georgia"/>
              </a:rPr>
              <a:t>Brukande av avställt fordon:1200.-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cap="none" strike="noStrike">
                <a:solidFill>
                  <a:schemeClr val="dk1"/>
                </a:solidFill>
                <a:latin typeface="Georgia"/>
                <a:ea typeface="Georgia"/>
                <a:cs typeface="Georgia"/>
                <a:sym typeface="Georgia"/>
              </a:rPr>
              <a:t>Brukande av oreg. fordon: 800.-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cap="none" strike="noStrike">
                <a:solidFill>
                  <a:schemeClr val="dk1"/>
                </a:solidFill>
                <a:latin typeface="Georgia"/>
                <a:ea typeface="Georgia"/>
                <a:cs typeface="Georgia"/>
                <a:sym typeface="Georgia"/>
              </a:rPr>
              <a:t>Passagerare vid färd på väg: 1000.-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cap="none" strike="noStrike">
                <a:solidFill>
                  <a:schemeClr val="dk1"/>
                </a:solidFill>
                <a:latin typeface="Georgia"/>
                <a:ea typeface="Georgia"/>
                <a:cs typeface="Georgia"/>
                <a:sym typeface="Georgia"/>
              </a:rPr>
              <a:t>Inte använt hjälm eller, hjälm felaktigt fastspänd: 1500.-</a:t>
            </a:r>
            <a:endParaRPr/>
          </a:p>
          <a:p>
            <a:pPr indent="-273049" lvl="1" marL="547687" marR="0" rtl="0" algn="l">
              <a:lnSpc>
                <a:spcPct val="100000"/>
              </a:lnSpc>
              <a:spcBef>
                <a:spcPts val="320"/>
              </a:spcBef>
              <a:spcAft>
                <a:spcPts val="0"/>
              </a:spcAft>
              <a:buClr>
                <a:schemeClr val="accent2"/>
              </a:buClr>
              <a:buSzPts val="1120"/>
              <a:buFont typeface="Noto Sans Symbols"/>
              <a:buChar char="⚪"/>
            </a:pPr>
            <a:r>
              <a:rPr b="0" i="0" lang="en-US" sz="1600" u="none" cap="none" strike="noStrike">
                <a:solidFill>
                  <a:schemeClr val="dk1"/>
                </a:solidFill>
                <a:latin typeface="Georgia"/>
                <a:ea typeface="Georgia"/>
                <a:cs typeface="Georgia"/>
                <a:sym typeface="Georgia"/>
              </a:rPr>
              <a:t>Om minderårig passagerare inte använt hjälm: 2500.- (Föraransvar)</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cap="none" strike="noStrike">
                <a:solidFill>
                  <a:schemeClr val="dk1"/>
                </a:solidFill>
                <a:latin typeface="Georgia"/>
                <a:ea typeface="Georgia"/>
                <a:cs typeface="Georgia"/>
                <a:sym typeface="Georgia"/>
              </a:rPr>
              <a:t>Åsidosättande av stopplikt: 2500.-</a:t>
            </a:r>
            <a:endParaRPr/>
          </a:p>
          <a:p>
            <a:pPr indent="-170498" lvl="0" marL="273050" marR="0" rtl="0" algn="l">
              <a:spcBef>
                <a:spcPts val="380"/>
              </a:spcBef>
              <a:spcAft>
                <a:spcPts val="0"/>
              </a:spcAft>
              <a:buClr>
                <a:schemeClr val="accent1"/>
              </a:buClr>
              <a:buSzPts val="1615"/>
              <a:buFont typeface="Noto Sans Symbols"/>
              <a:buNone/>
            </a:pPr>
            <a:r>
              <a:t/>
            </a:r>
            <a:endParaRPr b="0" i="0" sz="1900" u="none">
              <a:solidFill>
                <a:schemeClr val="dk1"/>
              </a:solidFill>
              <a:latin typeface="Georgia"/>
              <a:ea typeface="Georgia"/>
              <a:cs typeface="Georgia"/>
              <a:sym typeface="Georgia"/>
            </a:endParaRPr>
          </a:p>
        </p:txBody>
      </p:sp>
      <p:sp>
        <p:nvSpPr>
          <p:cNvPr id="2202" name="Google Shape;2202;p275"/>
          <p:cNvSpPr txBox="1"/>
          <p:nvPr>
            <p:ph idx="2" type="body"/>
          </p:nvPr>
        </p:nvSpPr>
        <p:spPr>
          <a:xfrm>
            <a:off x="4643437" y="1773237"/>
            <a:ext cx="4249737" cy="41148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Avsaknad av reg.skylt: 1500.-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Dold reg.skylt: 1500.-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Dåliga</a:t>
            </a:r>
            <a:r>
              <a:rPr b="0" i="0" lang="en-US" sz="1800" u="none">
                <a:solidFill>
                  <a:schemeClr val="dk1"/>
                </a:solidFill>
                <a:latin typeface="Georgia"/>
                <a:ea typeface="Georgia"/>
                <a:cs typeface="Georgia"/>
                <a:sym typeface="Georgia"/>
              </a:rPr>
              <a:t> </a:t>
            </a:r>
            <a:r>
              <a:rPr b="0" i="0" lang="en-US" sz="1900" u="none">
                <a:solidFill>
                  <a:schemeClr val="dk1"/>
                </a:solidFill>
                <a:latin typeface="Georgia"/>
                <a:ea typeface="Georgia"/>
                <a:cs typeface="Georgia"/>
                <a:sym typeface="Georgia"/>
              </a:rPr>
              <a:t>bromsar: 3000.-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ID-märkning saknas: 500.-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Ljuddämpare saknas, eller är inte effektiv: 500.-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Lyse fram ur funktion: 1000.-</a:t>
            </a:r>
            <a:endParaRPr/>
          </a:p>
          <a:p>
            <a:pPr indent="-273049" lvl="1" marL="547687" marR="0" rtl="0" algn="l">
              <a:lnSpc>
                <a:spcPct val="100000"/>
              </a:lnSpc>
              <a:spcBef>
                <a:spcPts val="320"/>
              </a:spcBef>
              <a:spcAft>
                <a:spcPts val="0"/>
              </a:spcAft>
              <a:buClr>
                <a:schemeClr val="accent2"/>
              </a:buClr>
              <a:buSzPts val="1120"/>
              <a:buFont typeface="Noto Sans Symbols"/>
              <a:buChar char="⚪"/>
            </a:pPr>
            <a:r>
              <a:rPr b="0" i="0" lang="en-US" sz="1600" u="none" cap="none" strike="noStrike">
                <a:solidFill>
                  <a:schemeClr val="dk1"/>
                </a:solidFill>
                <a:latin typeface="Georgia"/>
                <a:ea typeface="Georgia"/>
                <a:cs typeface="Georgia"/>
                <a:sym typeface="Georgia"/>
              </a:rPr>
              <a:t>I mörker 2000.-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Lyse bak ur funktion: 1000:-</a:t>
            </a:r>
            <a:endParaRPr/>
          </a:p>
          <a:p>
            <a:pPr indent="-273049" lvl="1" marL="547687" marR="0" rtl="0" algn="l">
              <a:lnSpc>
                <a:spcPct val="100000"/>
              </a:lnSpc>
              <a:spcBef>
                <a:spcPts val="320"/>
              </a:spcBef>
              <a:spcAft>
                <a:spcPts val="0"/>
              </a:spcAft>
              <a:buClr>
                <a:schemeClr val="accent2"/>
              </a:buClr>
              <a:buSzPts val="1120"/>
              <a:buFont typeface="Noto Sans Symbols"/>
              <a:buChar char="⚪"/>
            </a:pPr>
            <a:r>
              <a:rPr b="0" i="0" lang="en-US" sz="1600" u="none" cap="none" strike="noStrike">
                <a:solidFill>
                  <a:schemeClr val="dk1"/>
                </a:solidFill>
                <a:latin typeface="Georgia"/>
                <a:ea typeface="Georgia"/>
                <a:cs typeface="Georgia"/>
                <a:sym typeface="Georgia"/>
              </a:rPr>
              <a:t>I mörker 2000.-</a:t>
            </a:r>
            <a:endParaRPr b="0" i="0" sz="1600" u="none" cap="none" strike="noStrike">
              <a:solidFill>
                <a:schemeClr val="dk2"/>
              </a:solidFill>
              <a:latin typeface="Georgia"/>
              <a:ea typeface="Georgia"/>
              <a:cs typeface="Georgia"/>
              <a:sym typeface="Georgia"/>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Lyse med fel färg: 500.-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Styrinrättning inte effektiv: 3000.-</a:t>
            </a:r>
            <a:endParaRPr/>
          </a:p>
          <a:p>
            <a:pPr indent="-273050" lvl="0" marL="273050" marR="0" rtl="0" algn="l">
              <a:lnSpc>
                <a:spcPct val="100000"/>
              </a:lnSpc>
              <a:spcBef>
                <a:spcPts val="380"/>
              </a:spcBef>
              <a:spcAft>
                <a:spcPts val="0"/>
              </a:spcAft>
              <a:buClr>
                <a:schemeClr val="accent1"/>
              </a:buClr>
              <a:buSzPts val="1615"/>
              <a:buFont typeface="Noto Sans Symbols"/>
              <a:buChar char="⚫"/>
            </a:pPr>
            <a:r>
              <a:rPr b="0" i="0" lang="en-US" sz="1900" u="none">
                <a:solidFill>
                  <a:schemeClr val="dk1"/>
                </a:solidFill>
                <a:latin typeface="Georgia"/>
                <a:ea typeface="Georgia"/>
                <a:cs typeface="Georgia"/>
                <a:sym typeface="Georgia"/>
              </a:rPr>
              <a:t>Kopplingsanordning bristfällig: 3000.-</a:t>
            </a:r>
            <a:endParaRPr/>
          </a:p>
          <a:p>
            <a:pPr indent="-170498" lvl="0" marL="273050" marR="0" rtl="0" algn="l">
              <a:spcBef>
                <a:spcPts val="380"/>
              </a:spcBef>
              <a:spcAft>
                <a:spcPts val="0"/>
              </a:spcAft>
              <a:buClr>
                <a:schemeClr val="accent1"/>
              </a:buClr>
              <a:buSzPts val="1615"/>
              <a:buFont typeface="Noto Sans Symbols"/>
              <a:buNone/>
            </a:pPr>
            <a:r>
              <a:t/>
            </a:r>
            <a:endParaRPr b="0" i="0" sz="1900" u="none">
              <a:solidFill>
                <a:schemeClr val="dk1"/>
              </a:solidFill>
              <a:latin typeface="Georgia"/>
              <a:ea typeface="Georgia"/>
              <a:cs typeface="Georgia"/>
              <a:sym typeface="Georg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0" st="0"/>
                                            </p:txEl>
                                          </p:spTgt>
                                        </p:tgtEl>
                                        <p:attrNameLst>
                                          <p:attrName>style.visibility</p:attrName>
                                        </p:attrNameLst>
                                      </p:cBhvr>
                                      <p:to>
                                        <p:strVal val="visible"/>
                                      </p:to>
                                    </p:set>
                                    <p:animEffect filter="fade" transition="in">
                                      <p:cBhvr>
                                        <p:cTn dur="1000"/>
                                        <p:tgtEl>
                                          <p:spTgt spid="220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1" st="1"/>
                                            </p:txEl>
                                          </p:spTgt>
                                        </p:tgtEl>
                                        <p:attrNameLst>
                                          <p:attrName>style.visibility</p:attrName>
                                        </p:attrNameLst>
                                      </p:cBhvr>
                                      <p:to>
                                        <p:strVal val="visible"/>
                                      </p:to>
                                    </p:set>
                                    <p:animEffect filter="fade" transition="in">
                                      <p:cBhvr>
                                        <p:cTn dur="1000"/>
                                        <p:tgtEl>
                                          <p:spTgt spid="220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2" st="2"/>
                                            </p:txEl>
                                          </p:spTgt>
                                        </p:tgtEl>
                                        <p:attrNameLst>
                                          <p:attrName>style.visibility</p:attrName>
                                        </p:attrNameLst>
                                      </p:cBhvr>
                                      <p:to>
                                        <p:strVal val="visible"/>
                                      </p:to>
                                    </p:set>
                                    <p:animEffect filter="fade" transition="in">
                                      <p:cBhvr>
                                        <p:cTn dur="1000"/>
                                        <p:tgtEl>
                                          <p:spTgt spid="22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3" st="3"/>
                                            </p:txEl>
                                          </p:spTgt>
                                        </p:tgtEl>
                                        <p:attrNameLst>
                                          <p:attrName>style.visibility</p:attrName>
                                        </p:attrNameLst>
                                      </p:cBhvr>
                                      <p:to>
                                        <p:strVal val="visible"/>
                                      </p:to>
                                    </p:set>
                                    <p:animEffect filter="fade" transition="in">
                                      <p:cBhvr>
                                        <p:cTn dur="1000"/>
                                        <p:tgtEl>
                                          <p:spTgt spid="220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4" st="4"/>
                                            </p:txEl>
                                          </p:spTgt>
                                        </p:tgtEl>
                                        <p:attrNameLst>
                                          <p:attrName>style.visibility</p:attrName>
                                        </p:attrNameLst>
                                      </p:cBhvr>
                                      <p:to>
                                        <p:strVal val="visible"/>
                                      </p:to>
                                    </p:set>
                                    <p:animEffect filter="fade" transition="in">
                                      <p:cBhvr>
                                        <p:cTn dur="1000"/>
                                        <p:tgtEl>
                                          <p:spTgt spid="220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5" st="5"/>
                                            </p:txEl>
                                          </p:spTgt>
                                        </p:tgtEl>
                                        <p:attrNameLst>
                                          <p:attrName>style.visibility</p:attrName>
                                        </p:attrNameLst>
                                      </p:cBhvr>
                                      <p:to>
                                        <p:strVal val="visible"/>
                                      </p:to>
                                    </p:set>
                                    <p:animEffect filter="fade" transition="in">
                                      <p:cBhvr>
                                        <p:cTn dur="1000"/>
                                        <p:tgtEl>
                                          <p:spTgt spid="220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6" st="6"/>
                                            </p:txEl>
                                          </p:spTgt>
                                        </p:tgtEl>
                                        <p:attrNameLst>
                                          <p:attrName>style.visibility</p:attrName>
                                        </p:attrNameLst>
                                      </p:cBhvr>
                                      <p:to>
                                        <p:strVal val="visible"/>
                                      </p:to>
                                    </p:set>
                                    <p:animEffect filter="fade" transition="in">
                                      <p:cBhvr>
                                        <p:cTn dur="1000"/>
                                        <p:tgtEl>
                                          <p:spTgt spid="220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7" st="7"/>
                                            </p:txEl>
                                          </p:spTgt>
                                        </p:tgtEl>
                                        <p:attrNameLst>
                                          <p:attrName>style.visibility</p:attrName>
                                        </p:attrNameLst>
                                      </p:cBhvr>
                                      <p:to>
                                        <p:strVal val="visible"/>
                                      </p:to>
                                    </p:set>
                                    <p:animEffect filter="fade" transition="in">
                                      <p:cBhvr>
                                        <p:cTn dur="1000"/>
                                        <p:tgtEl>
                                          <p:spTgt spid="220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8" st="8"/>
                                            </p:txEl>
                                          </p:spTgt>
                                        </p:tgtEl>
                                        <p:attrNameLst>
                                          <p:attrName>style.visibility</p:attrName>
                                        </p:attrNameLst>
                                      </p:cBhvr>
                                      <p:to>
                                        <p:strVal val="visible"/>
                                      </p:to>
                                    </p:set>
                                    <p:animEffect filter="fade" transition="in">
                                      <p:cBhvr>
                                        <p:cTn dur="1000"/>
                                        <p:tgtEl>
                                          <p:spTgt spid="220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9" st="9"/>
                                            </p:txEl>
                                          </p:spTgt>
                                        </p:tgtEl>
                                        <p:attrNameLst>
                                          <p:attrName>style.visibility</p:attrName>
                                        </p:attrNameLst>
                                      </p:cBhvr>
                                      <p:to>
                                        <p:strVal val="visible"/>
                                      </p:to>
                                    </p:set>
                                    <p:animEffect filter="fade" transition="in">
                                      <p:cBhvr>
                                        <p:cTn dur="1000"/>
                                        <p:tgtEl>
                                          <p:spTgt spid="220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xEl>
                                              <p:pRg end="10" st="10"/>
                                            </p:txEl>
                                          </p:spTgt>
                                        </p:tgtEl>
                                        <p:attrNameLst>
                                          <p:attrName>style.visibility</p:attrName>
                                        </p:attrNameLst>
                                      </p:cBhvr>
                                      <p:to>
                                        <p:strVal val="visible"/>
                                      </p:to>
                                    </p:set>
                                    <p:animEffect filter="fade" transition="in">
                                      <p:cBhvr>
                                        <p:cTn dur="1000"/>
                                        <p:tgtEl>
                                          <p:spTgt spid="220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0" st="0"/>
                                            </p:txEl>
                                          </p:spTgt>
                                        </p:tgtEl>
                                        <p:attrNameLst>
                                          <p:attrName>style.visibility</p:attrName>
                                        </p:attrNameLst>
                                      </p:cBhvr>
                                      <p:to>
                                        <p:strVal val="visible"/>
                                      </p:to>
                                    </p:set>
                                    <p:animEffect filter="fade" transition="in">
                                      <p:cBhvr>
                                        <p:cTn dur="1000"/>
                                        <p:tgtEl>
                                          <p:spTgt spid="22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1" st="1"/>
                                            </p:txEl>
                                          </p:spTgt>
                                        </p:tgtEl>
                                        <p:attrNameLst>
                                          <p:attrName>style.visibility</p:attrName>
                                        </p:attrNameLst>
                                      </p:cBhvr>
                                      <p:to>
                                        <p:strVal val="visible"/>
                                      </p:to>
                                    </p:set>
                                    <p:animEffect filter="fade" transition="in">
                                      <p:cBhvr>
                                        <p:cTn dur="1000"/>
                                        <p:tgtEl>
                                          <p:spTgt spid="22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2" st="2"/>
                                            </p:txEl>
                                          </p:spTgt>
                                        </p:tgtEl>
                                        <p:attrNameLst>
                                          <p:attrName>style.visibility</p:attrName>
                                        </p:attrNameLst>
                                      </p:cBhvr>
                                      <p:to>
                                        <p:strVal val="visible"/>
                                      </p:to>
                                    </p:set>
                                    <p:animEffect filter="fade" transition="in">
                                      <p:cBhvr>
                                        <p:cTn dur="1000"/>
                                        <p:tgtEl>
                                          <p:spTgt spid="22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3" st="3"/>
                                            </p:txEl>
                                          </p:spTgt>
                                        </p:tgtEl>
                                        <p:attrNameLst>
                                          <p:attrName>style.visibility</p:attrName>
                                        </p:attrNameLst>
                                      </p:cBhvr>
                                      <p:to>
                                        <p:strVal val="visible"/>
                                      </p:to>
                                    </p:set>
                                    <p:animEffect filter="fade" transition="in">
                                      <p:cBhvr>
                                        <p:cTn dur="1000"/>
                                        <p:tgtEl>
                                          <p:spTgt spid="22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4" st="4"/>
                                            </p:txEl>
                                          </p:spTgt>
                                        </p:tgtEl>
                                        <p:attrNameLst>
                                          <p:attrName>style.visibility</p:attrName>
                                        </p:attrNameLst>
                                      </p:cBhvr>
                                      <p:to>
                                        <p:strVal val="visible"/>
                                      </p:to>
                                    </p:set>
                                    <p:animEffect filter="fade" transition="in">
                                      <p:cBhvr>
                                        <p:cTn dur="1000"/>
                                        <p:tgtEl>
                                          <p:spTgt spid="22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5" st="5"/>
                                            </p:txEl>
                                          </p:spTgt>
                                        </p:tgtEl>
                                        <p:attrNameLst>
                                          <p:attrName>style.visibility</p:attrName>
                                        </p:attrNameLst>
                                      </p:cBhvr>
                                      <p:to>
                                        <p:strVal val="visible"/>
                                      </p:to>
                                    </p:set>
                                    <p:animEffect filter="fade" transition="in">
                                      <p:cBhvr>
                                        <p:cTn dur="1000"/>
                                        <p:tgtEl>
                                          <p:spTgt spid="22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6" st="6"/>
                                            </p:txEl>
                                          </p:spTgt>
                                        </p:tgtEl>
                                        <p:attrNameLst>
                                          <p:attrName>style.visibility</p:attrName>
                                        </p:attrNameLst>
                                      </p:cBhvr>
                                      <p:to>
                                        <p:strVal val="visible"/>
                                      </p:to>
                                    </p:set>
                                    <p:animEffect filter="fade" transition="in">
                                      <p:cBhvr>
                                        <p:cTn dur="1000"/>
                                        <p:tgtEl>
                                          <p:spTgt spid="220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7" st="7"/>
                                            </p:txEl>
                                          </p:spTgt>
                                        </p:tgtEl>
                                        <p:attrNameLst>
                                          <p:attrName>style.visibility</p:attrName>
                                        </p:attrNameLst>
                                      </p:cBhvr>
                                      <p:to>
                                        <p:strVal val="visible"/>
                                      </p:to>
                                    </p:set>
                                    <p:animEffect filter="fade" transition="in">
                                      <p:cBhvr>
                                        <p:cTn dur="1000"/>
                                        <p:tgtEl>
                                          <p:spTgt spid="220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8" st="8"/>
                                            </p:txEl>
                                          </p:spTgt>
                                        </p:tgtEl>
                                        <p:attrNameLst>
                                          <p:attrName>style.visibility</p:attrName>
                                        </p:attrNameLst>
                                      </p:cBhvr>
                                      <p:to>
                                        <p:strVal val="visible"/>
                                      </p:to>
                                    </p:set>
                                    <p:animEffect filter="fade" transition="in">
                                      <p:cBhvr>
                                        <p:cTn dur="1000"/>
                                        <p:tgtEl>
                                          <p:spTgt spid="220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9" st="9"/>
                                            </p:txEl>
                                          </p:spTgt>
                                        </p:tgtEl>
                                        <p:attrNameLst>
                                          <p:attrName>style.visibility</p:attrName>
                                        </p:attrNameLst>
                                      </p:cBhvr>
                                      <p:to>
                                        <p:strVal val="visible"/>
                                      </p:to>
                                    </p:set>
                                    <p:animEffect filter="fade" transition="in">
                                      <p:cBhvr>
                                        <p:cTn dur="1000"/>
                                        <p:tgtEl>
                                          <p:spTgt spid="220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10" st="10"/>
                                            </p:txEl>
                                          </p:spTgt>
                                        </p:tgtEl>
                                        <p:attrNameLst>
                                          <p:attrName>style.visibility</p:attrName>
                                        </p:attrNameLst>
                                      </p:cBhvr>
                                      <p:to>
                                        <p:strVal val="visible"/>
                                      </p:to>
                                    </p:set>
                                    <p:animEffect filter="fade" transition="in">
                                      <p:cBhvr>
                                        <p:cTn dur="1000"/>
                                        <p:tgtEl>
                                          <p:spTgt spid="220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11" st="11"/>
                                            </p:txEl>
                                          </p:spTgt>
                                        </p:tgtEl>
                                        <p:attrNameLst>
                                          <p:attrName>style.visibility</p:attrName>
                                        </p:attrNameLst>
                                      </p:cBhvr>
                                      <p:to>
                                        <p:strVal val="visible"/>
                                      </p:to>
                                    </p:set>
                                    <p:animEffect filter="fade" transition="in">
                                      <p:cBhvr>
                                        <p:cTn dur="1000"/>
                                        <p:tgtEl>
                                          <p:spTgt spid="220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xEl>
                                              <p:pRg end="12" st="12"/>
                                            </p:txEl>
                                          </p:spTgt>
                                        </p:tgtEl>
                                        <p:attrNameLst>
                                          <p:attrName>style.visibility</p:attrName>
                                        </p:attrNameLst>
                                      </p:cBhvr>
                                      <p:to>
                                        <p:strVal val="visible"/>
                                      </p:to>
                                    </p:set>
                                    <p:animEffect filter="fade" transition="in">
                                      <p:cBhvr>
                                        <p:cTn dur="1000"/>
                                        <p:tgtEl>
                                          <p:spTgt spid="2202">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7" name="Shape 2207"/>
        <p:cNvGrpSpPr/>
        <p:nvPr/>
      </p:nvGrpSpPr>
      <p:grpSpPr>
        <a:xfrm>
          <a:off x="0" y="0"/>
          <a:ext cx="0" cy="0"/>
          <a:chOff x="0" y="0"/>
          <a:chExt cx="0" cy="0"/>
        </a:xfrm>
      </p:grpSpPr>
      <p:sp>
        <p:nvSpPr>
          <p:cNvPr id="2208" name="Google Shape;2208;p276"/>
          <p:cNvSpPr txBox="1"/>
          <p:nvPr>
            <p:ph type="title"/>
          </p:nvPr>
        </p:nvSpPr>
        <p:spPr>
          <a:xfrm>
            <a:off x="684212" y="260350"/>
            <a:ext cx="7772400" cy="731837"/>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Clr>
                <a:srgbClr val="7B9899"/>
              </a:buClr>
              <a:buSzPts val="3300"/>
              <a:buFont typeface="Georgia"/>
              <a:buNone/>
            </a:pPr>
            <a:r>
              <a:rPr b="1" i="0" lang="en-US" sz="3300" u="none">
                <a:solidFill>
                  <a:srgbClr val="7B9899"/>
                </a:solidFill>
                <a:latin typeface="Georgia"/>
                <a:ea typeface="Georgia"/>
                <a:cs typeface="Georgia"/>
                <a:sym typeface="Georgia"/>
              </a:rPr>
              <a:t>Fortkörning</a:t>
            </a:r>
            <a:endParaRPr/>
          </a:p>
        </p:txBody>
      </p:sp>
      <p:sp>
        <p:nvSpPr>
          <p:cNvPr id="2209" name="Google Shape;2209;p276"/>
          <p:cNvSpPr txBox="1"/>
          <p:nvPr>
            <p:ph idx="1" type="body"/>
          </p:nvPr>
        </p:nvSpPr>
        <p:spPr>
          <a:xfrm>
            <a:off x="301625" y="1527175"/>
            <a:ext cx="8504237" cy="45720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80000"/>
              </a:lnSpc>
              <a:spcBef>
                <a:spcPts val="0"/>
              </a:spcBef>
              <a:spcAft>
                <a:spcPts val="0"/>
              </a:spcAft>
              <a:buClr>
                <a:schemeClr val="accent1"/>
              </a:buClr>
              <a:buSzPts val="1700"/>
              <a:buFont typeface="Noto Sans Symbols"/>
              <a:buNone/>
            </a:pPr>
            <a:r>
              <a:rPr b="0" i="0" lang="en-US" sz="2000" u="none" cap="none" strike="noStrike">
                <a:solidFill>
                  <a:schemeClr val="dk1"/>
                </a:solidFill>
                <a:latin typeface="Georgia"/>
                <a:ea typeface="Georgia"/>
                <a:cs typeface="Georgia"/>
                <a:sym typeface="Georgia"/>
              </a:rPr>
              <a:t>   </a:t>
            </a:r>
            <a:endParaRPr/>
          </a:p>
        </p:txBody>
      </p:sp>
      <p:graphicFrame>
        <p:nvGraphicFramePr>
          <p:cNvPr id="2210" name="Google Shape;2210;p276"/>
          <p:cNvGraphicFramePr/>
          <p:nvPr/>
        </p:nvGraphicFramePr>
        <p:xfrm>
          <a:off x="357187" y="1500187"/>
          <a:ext cx="3000000" cy="3000000"/>
        </p:xfrm>
        <a:graphic>
          <a:graphicData uri="http://schemas.openxmlformats.org/drawingml/2006/table">
            <a:tbl>
              <a:tblPr>
                <a:noFill/>
                <a:tableStyleId>{523962B7-38F3-4C17-B13F-29761F52CD79}</a:tableStyleId>
              </a:tblPr>
              <a:tblGrid>
                <a:gridCol w="2833675"/>
                <a:gridCol w="2833675"/>
                <a:gridCol w="2833675"/>
              </a:tblGrid>
              <a:tr h="747700">
                <a:tc>
                  <a:txBody>
                    <a:bodyPr/>
                    <a:lstStyle/>
                    <a:p>
                      <a:pPr indent="0" lvl="0" marL="0" marR="0" rtl="0" algn="l">
                        <a:lnSpc>
                          <a:spcPct val="100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Överträdelse km/tim</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35E40"/>
                    </a:solidFill>
                  </a:tcPr>
                </a:tc>
                <a:tc>
                  <a:txBody>
                    <a:bodyPr/>
                    <a:lstStyle/>
                    <a:p>
                      <a:pPr indent="0" lvl="0" marL="0" marR="0" rtl="0" algn="l">
                        <a:lnSpc>
                          <a:spcPct val="100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50 km/tim. eller lägre</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35E40"/>
                    </a:solidFill>
                  </a:tcPr>
                </a:tc>
                <a:tc>
                  <a:txBody>
                    <a:bodyPr/>
                    <a:lstStyle/>
                    <a:p>
                      <a:pPr indent="0" lvl="0" marL="0" marR="0" rtl="0" algn="l">
                        <a:lnSpc>
                          <a:spcPct val="100000"/>
                        </a:lnSpc>
                        <a:spcBef>
                          <a:spcPts val="0"/>
                        </a:spcBef>
                        <a:spcAft>
                          <a:spcPts val="0"/>
                        </a:spcAft>
                        <a:buClr>
                          <a:srgbClr val="FFFFFF"/>
                        </a:buClr>
                        <a:buSzPts val="1800"/>
                        <a:buFont typeface="Georgia"/>
                        <a:buNone/>
                      </a:pPr>
                      <a:r>
                        <a:rPr b="1" i="0" lang="en-US" sz="1800" u="none" cap="none" strike="noStrike">
                          <a:solidFill>
                            <a:srgbClr val="FFFFFF"/>
                          </a:solidFill>
                          <a:latin typeface="Georgia"/>
                          <a:ea typeface="Georgia"/>
                          <a:cs typeface="Georgia"/>
                          <a:sym typeface="Georgia"/>
                        </a:rPr>
                        <a:t>Högre än 50 km/tim</a:t>
                      </a:r>
                      <a:endParaRPr/>
                    </a:p>
                  </a:txBody>
                  <a:tcPr marT="45725" marB="45725"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435E40"/>
                    </a:solidFill>
                  </a:tcPr>
                </a:tc>
              </a:tr>
              <a:tr h="431800">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1 – 10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alpha val="49804"/>
                      </a:schemeClr>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2 000:-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1 500:-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r>
              <a:tr h="433375">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11 – 15 </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alpha val="49804"/>
                      </a:schemeClr>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2 400:-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2 000:-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r>
              <a:tr h="433375">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16 – 20 </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alpha val="49804"/>
                      </a:schemeClr>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2 800:-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2 400:-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r>
              <a:tr h="431800">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21 – 25 </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alpha val="49804"/>
                      </a:schemeClr>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3 200:-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2 800:-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r>
              <a:tr h="433375">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26 – 30 </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alpha val="49804"/>
                      </a:schemeClr>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3 600:-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3 200:-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r>
              <a:tr h="433375">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31 – 35 </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alpha val="49804"/>
                      </a:schemeClr>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4 000:-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3 600:-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r>
              <a:tr h="433375">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36 – 40 </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alpha val="49804"/>
                      </a:schemeClr>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4 000:-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4 000:-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r>
              <a:tr h="431800">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41 – 50 </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alpha val="49804"/>
                      </a:schemeClr>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Åklagare</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4 000:-</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r>
              <a:tr h="433375">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51 – upp </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lt2">
                        <a:alpha val="49804"/>
                      </a:schemeClr>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Åklagare</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c>
                  <a:txBody>
                    <a:bodyPr/>
                    <a:lstStyle/>
                    <a:p>
                      <a:pPr indent="0" lvl="0" marL="0" marR="0" rtl="0" algn="l">
                        <a:lnSpc>
                          <a:spcPct val="100000"/>
                        </a:lnSpc>
                        <a:spcBef>
                          <a:spcPts val="0"/>
                        </a:spcBef>
                        <a:spcAft>
                          <a:spcPts val="0"/>
                        </a:spcAft>
                        <a:buClr>
                          <a:srgbClr val="000000"/>
                        </a:buClr>
                        <a:buSzPts val="1800"/>
                        <a:buFont typeface="Georgia"/>
                        <a:buNone/>
                      </a:pPr>
                      <a:r>
                        <a:rPr b="0" i="0" lang="en-US" sz="1800" u="none" cap="none" strike="noStrike">
                          <a:solidFill>
                            <a:srgbClr val="000000"/>
                          </a:solidFill>
                          <a:latin typeface="Georgia"/>
                          <a:ea typeface="Georgia"/>
                          <a:cs typeface="Georgia"/>
                          <a:sym typeface="Georgia"/>
                        </a:rPr>
                        <a:t>Åklagare</a:t>
                      </a:r>
                      <a:endParaRPr/>
                    </a:p>
                  </a:txBody>
                  <a:tcPr marT="45725" marB="45725" marR="91450" marL="91450" anchor="ctr" anchorCtr="1">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CCCCC"/>
                    </a:solidFill>
                  </a:tcPr>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5" name="Shape 2215"/>
        <p:cNvGrpSpPr/>
        <p:nvPr/>
      </p:nvGrpSpPr>
      <p:grpSpPr>
        <a:xfrm>
          <a:off x="0" y="0"/>
          <a:ext cx="0" cy="0"/>
          <a:chOff x="0" y="0"/>
          <a:chExt cx="0" cy="0"/>
        </a:xfrm>
      </p:grpSpPr>
      <p:sp>
        <p:nvSpPr>
          <p:cNvPr id="2216" name="Google Shape;2216;p277"/>
          <p:cNvSpPr txBox="1"/>
          <p:nvPr>
            <p:ph type="title"/>
          </p:nvPr>
        </p:nvSpPr>
        <p:spPr>
          <a:xfrm>
            <a:off x="609600" y="228600"/>
            <a:ext cx="8153400" cy="9906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2"/>
              </a:buClr>
              <a:buSzPts val="4400"/>
              <a:buFont typeface="Twentieth Century"/>
              <a:buNone/>
            </a:pPr>
            <a:r>
              <a:rPr b="0" i="0" lang="en-US" sz="4400" u="none">
                <a:solidFill>
                  <a:schemeClr val="dk2"/>
                </a:solidFill>
                <a:latin typeface="Twentieth Century"/>
                <a:ea typeface="Twentieth Century"/>
                <a:cs typeface="Twentieth Century"/>
                <a:sym typeface="Twentieth Century"/>
              </a:rPr>
              <a:t>Kom ihåg inför provet!</a:t>
            </a:r>
            <a:endParaRPr/>
          </a:p>
        </p:txBody>
      </p:sp>
      <p:sp>
        <p:nvSpPr>
          <p:cNvPr id="2217" name="Google Shape;2217;p277"/>
          <p:cNvSpPr txBox="1"/>
          <p:nvPr>
            <p:ph idx="1" type="body"/>
          </p:nvPr>
        </p:nvSpPr>
        <p:spPr>
          <a:xfrm>
            <a:off x="468312" y="1989137"/>
            <a:ext cx="2733675" cy="4114800"/>
          </a:xfrm>
          <a:prstGeom prst="rect">
            <a:avLst/>
          </a:prstGeom>
          <a:noFill/>
          <a:ln>
            <a:noFill/>
          </a:ln>
        </p:spPr>
        <p:txBody>
          <a:bodyPr anchorCtr="0" anchor="t" bIns="45700" lIns="91425" spcFirstLastPara="1" rIns="91425" wrap="square" tIns="45700">
            <a:noAutofit/>
          </a:bodyPr>
          <a:lstStyle/>
          <a:p>
            <a:pPr indent="-319088" lvl="0" marL="319088" marR="0" rtl="0" algn="l">
              <a:lnSpc>
                <a:spcPct val="100000"/>
              </a:lnSpc>
              <a:spcBef>
                <a:spcPts val="0"/>
              </a:spcBef>
              <a:spcAft>
                <a:spcPts val="0"/>
              </a:spcAft>
              <a:buClr>
                <a:schemeClr val="accent2"/>
              </a:buClr>
              <a:buSzPts val="1740"/>
              <a:buFont typeface="Noto Sans Symbols"/>
              <a:buChar char="◻"/>
            </a:pPr>
            <a:r>
              <a:rPr lang="en-US"/>
              <a:t>Tänndalens</a:t>
            </a:r>
            <a:endParaRPr/>
          </a:p>
          <a:p>
            <a:pPr indent="0" lvl="0" marL="319088" marR="0" rtl="0" algn="l">
              <a:lnSpc>
                <a:spcPct val="100000"/>
              </a:lnSpc>
              <a:spcBef>
                <a:spcPts val="0"/>
              </a:spcBef>
              <a:spcAft>
                <a:spcPts val="0"/>
              </a:spcAft>
              <a:buNone/>
            </a:pPr>
            <a:r>
              <a:rPr lang="en-US"/>
              <a:t>skoteruthyrning</a:t>
            </a:r>
            <a:endParaRPr/>
          </a:p>
          <a:p>
            <a:pPr indent="-319087" lvl="0" marL="319087" marR="0" rtl="0" algn="l">
              <a:lnSpc>
                <a:spcPct val="100000"/>
              </a:lnSpc>
              <a:spcBef>
                <a:spcPts val="0"/>
              </a:spcBef>
              <a:spcAft>
                <a:spcPts val="0"/>
              </a:spcAft>
              <a:buClr>
                <a:schemeClr val="accent2"/>
              </a:buClr>
              <a:buSzPts val="1740"/>
              <a:buFont typeface="Noto Sans Symbols"/>
              <a:buChar char="◻"/>
            </a:pPr>
            <a:r>
              <a:rPr b="0" i="0" lang="en-US" sz="2900" u="none" cap="none" strike="noStrike">
                <a:solidFill>
                  <a:schemeClr val="dk1"/>
                </a:solidFill>
                <a:latin typeface="Twentieth Century"/>
                <a:ea typeface="Twentieth Century"/>
                <a:cs typeface="Twentieth Century"/>
                <a:sym typeface="Twentieth Century"/>
              </a:rPr>
              <a:t>Id-handling</a:t>
            </a:r>
            <a:endParaRPr/>
          </a:p>
          <a:p>
            <a:pPr indent="-319087" lvl="0" marL="319087" marR="0" rtl="0" algn="l">
              <a:lnSpc>
                <a:spcPct val="100000"/>
              </a:lnSpc>
              <a:spcBef>
                <a:spcPts val="700"/>
              </a:spcBef>
              <a:spcAft>
                <a:spcPts val="0"/>
              </a:spcAft>
              <a:buClr>
                <a:schemeClr val="accent2"/>
              </a:buClr>
              <a:buSzPts val="1740"/>
              <a:buFont typeface="Noto Sans Symbols"/>
              <a:buChar char="◻"/>
            </a:pPr>
            <a:r>
              <a:rPr b="0" i="0" lang="en-US" sz="2900" u="none" cap="none" strike="noStrike">
                <a:solidFill>
                  <a:schemeClr val="dk1"/>
                </a:solidFill>
                <a:latin typeface="Twentieth Century"/>
                <a:ea typeface="Twentieth Century"/>
                <a:cs typeface="Twentieth Century"/>
                <a:sym typeface="Twentieth Century"/>
              </a:rPr>
              <a:t>Varma kläder</a:t>
            </a:r>
            <a:endParaRPr/>
          </a:p>
          <a:p>
            <a:pPr indent="-319087" lvl="0" marL="319087" marR="0" rtl="0" algn="l">
              <a:lnSpc>
                <a:spcPct val="100000"/>
              </a:lnSpc>
              <a:spcBef>
                <a:spcPts val="700"/>
              </a:spcBef>
              <a:spcAft>
                <a:spcPts val="0"/>
              </a:spcAft>
              <a:buClr>
                <a:schemeClr val="accent2"/>
              </a:buClr>
              <a:buSzPts val="1740"/>
              <a:buFont typeface="Noto Sans Symbols"/>
              <a:buChar char="◻"/>
            </a:pPr>
            <a:r>
              <a:rPr b="0" i="0" lang="en-US" sz="2900" u="none" cap="none" strike="noStrike">
                <a:solidFill>
                  <a:schemeClr val="dk1"/>
                </a:solidFill>
                <a:latin typeface="Twentieth Century"/>
                <a:ea typeface="Twentieth Century"/>
                <a:cs typeface="Twentieth Century"/>
                <a:sym typeface="Twentieth Century"/>
              </a:rPr>
              <a:t>Hjälm</a:t>
            </a:r>
            <a:endParaRPr/>
          </a:p>
          <a:p>
            <a:pPr indent="0" lvl="0" marL="319088" marR="0" rtl="0" algn="l">
              <a:lnSpc>
                <a:spcPct val="100000"/>
              </a:lnSpc>
              <a:spcBef>
                <a:spcPts val="700"/>
              </a:spcBef>
              <a:spcAft>
                <a:spcPts val="0"/>
              </a:spcAft>
              <a:buNone/>
            </a:pPr>
            <a:r>
              <a:t/>
            </a:r>
            <a:endParaRPr/>
          </a:p>
          <a:p>
            <a:pPr indent="0" lvl="0" marL="0" marR="0" rtl="0" algn="l">
              <a:lnSpc>
                <a:spcPct val="100000"/>
              </a:lnSpc>
              <a:spcBef>
                <a:spcPts val="700"/>
              </a:spcBef>
              <a:spcAft>
                <a:spcPts val="0"/>
              </a:spcAft>
              <a:buNone/>
            </a:pPr>
            <a:r>
              <a:t/>
            </a:r>
            <a:endParaRPr/>
          </a:p>
        </p:txBody>
      </p:sp>
      <p:sp>
        <p:nvSpPr>
          <p:cNvPr descr="M1100TurboHCR.jpg" id="2218" name="Google Shape;2218;p277"/>
          <p:cNvSpPr/>
          <p:nvPr>
            <p:ph idx="4294967295" type="body"/>
          </p:nvPr>
        </p:nvSpPr>
        <p:spPr>
          <a:xfrm>
            <a:off x="3275856" y="1988840"/>
            <a:ext cx="5538192" cy="3692128"/>
          </a:xfrm>
          <a:prstGeom prst="roundRect">
            <a:avLst>
              <a:gd fmla="val 16667" name="adj"/>
            </a:avLst>
          </a:prstGeom>
          <a:solidFill>
            <a:schemeClr val="accent1"/>
          </a:solidFill>
          <a:ln>
            <a:noFill/>
          </a:ln>
          <a:effectLst>
            <a:outerShdw blurRad="76200" rotWithShape="0" algn="tl" dir="7800000" dist="38100">
              <a:srgbClr val="000000">
                <a:alpha val="40000"/>
              </a:srgbClr>
            </a:outerShdw>
          </a:effectLst>
        </p:spPr>
      </p:sp>
      <p:sp>
        <p:nvSpPr>
          <p:cNvPr id="2219" name="Google Shape;2219;p277"/>
          <p:cNvSpPr txBox="1"/>
          <p:nvPr/>
        </p:nvSpPr>
        <p:spPr>
          <a:xfrm>
            <a:off x="3201975" y="2222050"/>
            <a:ext cx="5655600" cy="356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400">
              <a:latin typeface="Twentieth Century"/>
              <a:ea typeface="Twentieth Century"/>
              <a:cs typeface="Twentieth Century"/>
              <a:sym typeface="Twentieth Century"/>
            </a:endParaRPr>
          </a:p>
          <a:p>
            <a:pPr indent="0" lvl="0" marL="0" rtl="0" algn="ctr">
              <a:spcBef>
                <a:spcPts val="0"/>
              </a:spcBef>
              <a:spcAft>
                <a:spcPts val="0"/>
              </a:spcAft>
              <a:buNone/>
            </a:pPr>
            <a:r>
              <a:rPr lang="en-US" sz="2400">
                <a:latin typeface="Twentieth Century"/>
                <a:ea typeface="Twentieth Century"/>
                <a:cs typeface="Twentieth Century"/>
                <a:sym typeface="Twentieth Century"/>
              </a:rPr>
              <a:t>Alla frågor som finns på dom tre olika proven finns också i arbetshäftet.</a:t>
            </a:r>
            <a:endParaRPr sz="2400">
              <a:latin typeface="Twentieth Century"/>
              <a:ea typeface="Twentieth Century"/>
              <a:cs typeface="Twentieth Century"/>
              <a:sym typeface="Twentieth Century"/>
            </a:endParaRPr>
          </a:p>
          <a:p>
            <a:pPr indent="0" lvl="0" marL="0" rtl="0" algn="ctr">
              <a:spcBef>
                <a:spcPts val="0"/>
              </a:spcBef>
              <a:spcAft>
                <a:spcPts val="0"/>
              </a:spcAft>
              <a:buNone/>
            </a:pPr>
            <a:r>
              <a:t/>
            </a:r>
            <a:endParaRPr sz="2400">
              <a:latin typeface="Twentieth Century"/>
              <a:ea typeface="Twentieth Century"/>
              <a:cs typeface="Twentieth Century"/>
              <a:sym typeface="Twentieth Century"/>
            </a:endParaRPr>
          </a:p>
          <a:p>
            <a:pPr indent="0" lvl="0" marL="0" rtl="0" algn="ctr">
              <a:spcBef>
                <a:spcPts val="0"/>
              </a:spcBef>
              <a:spcAft>
                <a:spcPts val="0"/>
              </a:spcAft>
              <a:buNone/>
            </a:pPr>
            <a:r>
              <a:t/>
            </a:r>
            <a:endParaRPr sz="2400">
              <a:latin typeface="Twentieth Century"/>
              <a:ea typeface="Twentieth Century"/>
              <a:cs typeface="Twentieth Century"/>
              <a:sym typeface="Twentieth Century"/>
            </a:endParaRPr>
          </a:p>
          <a:p>
            <a:pPr indent="0" lvl="0" marL="0" rtl="0" algn="ctr">
              <a:spcBef>
                <a:spcPts val="0"/>
              </a:spcBef>
              <a:spcAft>
                <a:spcPts val="0"/>
              </a:spcAft>
              <a:buNone/>
            </a:pPr>
            <a:r>
              <a:rPr lang="en-US" sz="2400">
                <a:latin typeface="Twentieth Century"/>
                <a:ea typeface="Twentieth Century"/>
                <a:cs typeface="Twentieth Century"/>
                <a:sym typeface="Twentieth Century"/>
              </a:rPr>
              <a:t>Har du gjort arbetshäftet klarar du provet.</a:t>
            </a:r>
            <a:endParaRPr sz="2400">
              <a:latin typeface="Twentieth Century"/>
              <a:ea typeface="Twentieth Century"/>
              <a:cs typeface="Twentieth Century"/>
              <a:sym typeface="Twentieth Century"/>
            </a:endParaRPr>
          </a:p>
          <a:p>
            <a:pPr indent="0" lvl="0" marL="0" rtl="0" algn="ctr">
              <a:spcBef>
                <a:spcPts val="0"/>
              </a:spcBef>
              <a:spcAft>
                <a:spcPts val="0"/>
              </a:spcAft>
              <a:buNone/>
            </a:pPr>
            <a:r>
              <a:t/>
            </a:r>
            <a:endParaRPr sz="2400">
              <a:latin typeface="Twentieth Century"/>
              <a:ea typeface="Twentieth Century"/>
              <a:cs typeface="Twentieth Century"/>
              <a:sym typeface="Twentieth Century"/>
            </a:endParaRPr>
          </a:p>
          <a:p>
            <a:pPr indent="0" lvl="0" marL="0" rtl="0" algn="ctr">
              <a:spcBef>
                <a:spcPts val="0"/>
              </a:spcBef>
              <a:spcAft>
                <a:spcPts val="0"/>
              </a:spcAft>
              <a:buNone/>
            </a:pPr>
            <a:r>
              <a:rPr lang="en-US" sz="3000">
                <a:latin typeface="Twentieth Century"/>
                <a:ea typeface="Twentieth Century"/>
                <a:cs typeface="Twentieth Century"/>
                <a:sym typeface="Twentieth Century"/>
              </a:rPr>
              <a:t>KOM OCKSÅ IHÅG LEGITIMATION</a:t>
            </a:r>
            <a:endParaRPr sz="3000">
              <a:latin typeface="Twentieth Century"/>
              <a:ea typeface="Twentieth Century"/>
              <a:cs typeface="Twentieth Century"/>
              <a:sym typeface="Twentieth Century"/>
            </a:endParaRPr>
          </a:p>
          <a:p>
            <a:pPr indent="0" lvl="0" marL="0" rtl="0" algn="l">
              <a:spcBef>
                <a:spcPts val="0"/>
              </a:spcBef>
              <a:spcAft>
                <a:spcPts val="0"/>
              </a:spcAft>
              <a:buNone/>
            </a:pPr>
            <a:r>
              <a:t/>
            </a:r>
            <a:endParaRPr sz="2400">
              <a:latin typeface="Twentieth Century"/>
              <a:ea typeface="Twentieth Century"/>
              <a:cs typeface="Twentieth Century"/>
              <a:sym typeface="Twentieth Century"/>
            </a:endParaRPr>
          </a:p>
          <a:p>
            <a:pPr indent="0" lvl="0" marL="0" rtl="0" algn="ctr">
              <a:spcBef>
                <a:spcPts val="0"/>
              </a:spcBef>
              <a:spcAft>
                <a:spcPts val="0"/>
              </a:spcAft>
              <a:buNone/>
            </a:pPr>
            <a:r>
              <a:t/>
            </a:r>
            <a:endParaRPr sz="2400">
              <a:latin typeface="Twentieth Century"/>
              <a:ea typeface="Twentieth Century"/>
              <a:cs typeface="Twentieth Century"/>
              <a:sym typeface="Twentieth Century"/>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xEl>
                                              <p:pRg end="0" st="0"/>
                                            </p:txEl>
                                          </p:spTgt>
                                        </p:tgtEl>
                                        <p:attrNameLst>
                                          <p:attrName>style.visibility</p:attrName>
                                        </p:attrNameLst>
                                      </p:cBhvr>
                                      <p:to>
                                        <p:strVal val="visible"/>
                                      </p:to>
                                    </p:set>
                                    <p:animEffect filter="fade" transition="in">
                                      <p:cBhvr>
                                        <p:cTn dur="1000"/>
                                        <p:tgtEl>
                                          <p:spTgt spid="2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xEl>
                                              <p:pRg end="1" st="1"/>
                                            </p:txEl>
                                          </p:spTgt>
                                        </p:tgtEl>
                                        <p:attrNameLst>
                                          <p:attrName>style.visibility</p:attrName>
                                        </p:attrNameLst>
                                      </p:cBhvr>
                                      <p:to>
                                        <p:strVal val="visible"/>
                                      </p:to>
                                    </p:set>
                                    <p:animEffect filter="fade" transition="in">
                                      <p:cBhvr>
                                        <p:cTn dur="1000"/>
                                        <p:tgtEl>
                                          <p:spTgt spid="22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xEl>
                                              <p:pRg end="2" st="2"/>
                                            </p:txEl>
                                          </p:spTgt>
                                        </p:tgtEl>
                                        <p:attrNameLst>
                                          <p:attrName>style.visibility</p:attrName>
                                        </p:attrNameLst>
                                      </p:cBhvr>
                                      <p:to>
                                        <p:strVal val="visible"/>
                                      </p:to>
                                    </p:set>
                                    <p:animEffect filter="fade" transition="in">
                                      <p:cBhvr>
                                        <p:cTn dur="1000"/>
                                        <p:tgtEl>
                                          <p:spTgt spid="22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xEl>
                                              <p:pRg end="3" st="3"/>
                                            </p:txEl>
                                          </p:spTgt>
                                        </p:tgtEl>
                                        <p:attrNameLst>
                                          <p:attrName>style.visibility</p:attrName>
                                        </p:attrNameLst>
                                      </p:cBhvr>
                                      <p:to>
                                        <p:strVal val="visible"/>
                                      </p:to>
                                    </p:set>
                                    <p:animEffect filter="fade" transition="in">
                                      <p:cBhvr>
                                        <p:cTn dur="1000"/>
                                        <p:tgtEl>
                                          <p:spTgt spid="22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xEl>
                                              <p:pRg end="4" st="4"/>
                                            </p:txEl>
                                          </p:spTgt>
                                        </p:tgtEl>
                                        <p:attrNameLst>
                                          <p:attrName>style.visibility</p:attrName>
                                        </p:attrNameLst>
                                      </p:cBhvr>
                                      <p:to>
                                        <p:strVal val="visible"/>
                                      </p:to>
                                    </p:set>
                                    <p:animEffect filter="fade" transition="in">
                                      <p:cBhvr>
                                        <p:cTn dur="1000"/>
                                        <p:tgtEl>
                                          <p:spTgt spid="22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xEl>
                                              <p:pRg end="5" st="5"/>
                                            </p:txEl>
                                          </p:spTgt>
                                        </p:tgtEl>
                                        <p:attrNameLst>
                                          <p:attrName>style.visibility</p:attrName>
                                        </p:attrNameLst>
                                      </p:cBhvr>
                                      <p:to>
                                        <p:strVal val="visible"/>
                                      </p:to>
                                    </p:set>
                                    <p:animEffect filter="fade" transition="in">
                                      <p:cBhvr>
                                        <p:cTn dur="1000"/>
                                        <p:tgtEl>
                                          <p:spTgt spid="22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7">
                                            <p:txEl>
                                              <p:pRg end="6" st="6"/>
                                            </p:txEl>
                                          </p:spTgt>
                                        </p:tgtEl>
                                        <p:attrNameLst>
                                          <p:attrName>style.visibility</p:attrName>
                                        </p:attrNameLst>
                                      </p:cBhvr>
                                      <p:to>
                                        <p:strVal val="visible"/>
                                      </p:to>
                                    </p:set>
                                    <p:animEffect filter="fade" transition="in">
                                      <p:cBhvr>
                                        <p:cTn dur="1000"/>
                                        <p:tgtEl>
                                          <p:spTgt spid="221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rodigt">
  <a:themeElements>
    <a:clrScheme name="Anpassat 2">
      <a:dk1>
        <a:srgbClr val="000000"/>
      </a:dk1>
      <a:lt1>
        <a:srgbClr val="FFFFFF"/>
      </a:lt1>
      <a:dk2>
        <a:srgbClr val="1F497D"/>
      </a:dk2>
      <a:lt2>
        <a:srgbClr val="EEECE1"/>
      </a:lt2>
      <a:accent1>
        <a:srgbClr val="FF0000"/>
      </a:accent1>
      <a:accent2>
        <a:srgbClr val="FFC000"/>
      </a:accent2>
      <a:accent3>
        <a:srgbClr val="FFFF00"/>
      </a:accent3>
      <a:accent4>
        <a:srgbClr val="FF0000"/>
      </a:accent4>
      <a:accent5>
        <a:srgbClr val="000000"/>
      </a:accent5>
      <a:accent6>
        <a:srgbClr val="FFFF00"/>
      </a:accent6>
      <a:hlink>
        <a:srgbClr val="FF0000"/>
      </a:hlink>
      <a:folHlink>
        <a:srgbClr val="FFFF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olstånd">
  <a:themeElements>
    <a:clrScheme name="Solstånd">
      <a:dk1>
        <a:srgbClr val="000000"/>
      </a:dk1>
      <a:lt1>
        <a:srgbClr val="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Vandring">
  <a:themeElements>
    <a:clrScheme name="Vandring">
      <a:dk1>
        <a:srgbClr val="000000"/>
      </a:dk1>
      <a:lt1>
        <a:srgbClr val="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Förvaltning">
  <a:themeElements>
    <a:clrScheme name="Förvaltning">
      <a:dk1>
        <a:srgbClr val="000000"/>
      </a:dk1>
      <a:lt1>
        <a:srgbClr val="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Aspekt">
  <a:themeElements>
    <a:clrScheme name="Aspekt">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4_Förvaltning">
  <a:themeElements>
    <a:clrScheme name="Förvaltning">
      <a:dk1>
        <a:srgbClr val="000000"/>
      </a:dk1>
      <a:lt1>
        <a:srgbClr val="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Galleri">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1_Galleri">
  <a:themeElements>
    <a:clrScheme name="Galleri">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2_Gjutet">
  <a:themeElements>
    <a:clrScheme name="Gjutet">
      <a:dk1>
        <a:srgbClr val="000000"/>
      </a:dk1>
      <a:lt1>
        <a:srgbClr val="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Urbant">
  <a:themeElements>
    <a:clrScheme name="Urbant">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7_Urbant">
  <a:themeElements>
    <a:clrScheme name="Anpassat 2">
      <a:dk1>
        <a:srgbClr val="000000"/>
      </a:dk1>
      <a:lt1>
        <a:srgbClr val="FFFFFF"/>
      </a:lt1>
      <a:dk2>
        <a:srgbClr val="1F497D"/>
      </a:dk2>
      <a:lt2>
        <a:srgbClr val="EEECE1"/>
      </a:lt2>
      <a:accent1>
        <a:srgbClr val="FF0000"/>
      </a:accent1>
      <a:accent2>
        <a:srgbClr val="FFC000"/>
      </a:accent2>
      <a:accent3>
        <a:srgbClr val="FFFF00"/>
      </a:accent3>
      <a:accent4>
        <a:srgbClr val="FF0000"/>
      </a:accent4>
      <a:accent5>
        <a:srgbClr val="000000"/>
      </a:accent5>
      <a:accent6>
        <a:srgbClr val="FFFF00"/>
      </a:accent6>
      <a:hlink>
        <a:srgbClr val="FF0000"/>
      </a:hlink>
      <a:folHlink>
        <a:srgbClr val="FFFF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5_Urbant">
  <a:themeElements>
    <a:clrScheme name="Urbant">
      <a:dk1>
        <a:srgbClr val="000000"/>
      </a:dk1>
      <a:lt1>
        <a:srgbClr val="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27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6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11_Urbant">
  <a:themeElements>
    <a:clrScheme name="Gråskala">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Ursprung">
  <a:themeElements>
    <a:clrScheme name="Ursprung">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39_Förvaltning">
  <a:themeElements>
    <a:clrScheme name="Förvaltning">
      <a:dk1>
        <a:srgbClr val="000000"/>
      </a:dk1>
      <a:lt1>
        <a:srgbClr val="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2.xml><?xml version="1.0" encoding="utf-8"?>
<a:theme xmlns:a="http://schemas.openxmlformats.org/drawingml/2006/main" xmlns:r="http://schemas.openxmlformats.org/officeDocument/2006/relationships" name="Modul">
  <a:themeElements>
    <a:clrScheme name="Modul">
      <a:dk1>
        <a:srgbClr val="000000"/>
      </a:dk1>
      <a:lt1>
        <a:srgbClr val="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3.xml><?xml version="1.0" encoding="utf-8"?>
<a:theme xmlns:a="http://schemas.openxmlformats.org/drawingml/2006/main" xmlns:r="http://schemas.openxmlformats.org/officeDocument/2006/relationships" name="Spetsigt">
  <a:themeElements>
    <a:clrScheme name="Anpassat 2">
      <a:dk1>
        <a:srgbClr val="000000"/>
      </a:dk1>
      <a:lt1>
        <a:srgbClr val="FFFFFF"/>
      </a:lt1>
      <a:dk2>
        <a:srgbClr val="1F497D"/>
      </a:dk2>
      <a:lt2>
        <a:srgbClr val="EEECE1"/>
      </a:lt2>
      <a:accent1>
        <a:srgbClr val="FF0000"/>
      </a:accent1>
      <a:accent2>
        <a:srgbClr val="FFC000"/>
      </a:accent2>
      <a:accent3>
        <a:srgbClr val="FFFF00"/>
      </a:accent3>
      <a:accent4>
        <a:srgbClr val="FF0000"/>
      </a:accent4>
      <a:accent5>
        <a:srgbClr val="000000"/>
      </a:accent5>
      <a:accent6>
        <a:srgbClr val="FFFF00"/>
      </a:accent6>
      <a:hlink>
        <a:srgbClr val="FF0000"/>
      </a:hlink>
      <a:folHlink>
        <a:srgbClr val="FFFF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4.xml><?xml version="1.0" encoding="utf-8"?>
<a:theme xmlns:a="http://schemas.openxmlformats.org/drawingml/2006/main" xmlns:r="http://schemas.openxmlformats.org/officeDocument/2006/relationships" name="1_Urbant">
  <a:themeElements>
    <a:clrScheme name="Anpassat 2">
      <a:dk1>
        <a:srgbClr val="000000"/>
      </a:dk1>
      <a:lt1>
        <a:srgbClr val="FFFFFF"/>
      </a:lt1>
      <a:dk2>
        <a:srgbClr val="1F497D"/>
      </a:dk2>
      <a:lt2>
        <a:srgbClr val="EEECE1"/>
      </a:lt2>
      <a:accent1>
        <a:srgbClr val="FF0000"/>
      </a:accent1>
      <a:accent2>
        <a:srgbClr val="FFC000"/>
      </a:accent2>
      <a:accent3>
        <a:srgbClr val="FFFF00"/>
      </a:accent3>
      <a:accent4>
        <a:srgbClr val="FF0000"/>
      </a:accent4>
      <a:accent5>
        <a:srgbClr val="000000"/>
      </a:accent5>
      <a:accent6>
        <a:srgbClr val="FFFF00"/>
      </a:accent6>
      <a:hlink>
        <a:srgbClr val="FF0000"/>
      </a:hlink>
      <a:folHlink>
        <a:srgbClr val="FFFF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5.xml><?xml version="1.0" encoding="utf-8"?>
<a:theme xmlns:a="http://schemas.openxmlformats.org/drawingml/2006/main" xmlns:r="http://schemas.openxmlformats.org/officeDocument/2006/relationships" name="Egendom">
  <a:themeElements>
    <a:clrScheme name="Egendom">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6.xml><?xml version="1.0" encoding="utf-8"?>
<a:theme xmlns:a="http://schemas.openxmlformats.org/drawingml/2006/main" xmlns:r="http://schemas.openxmlformats.org/officeDocument/2006/relationships" name="Flöde">
  <a:themeElements>
    <a:clrScheme name="Pap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7.xml><?xml version="1.0" encoding="utf-8"?>
<a:theme xmlns:a="http://schemas.openxmlformats.org/drawingml/2006/main" xmlns:r="http://schemas.openxmlformats.org/officeDocument/2006/relationships" name="30_Förvaltning">
  <a:themeElements>
    <a:clrScheme name="Förvaltning">
      <a:dk1>
        <a:srgbClr val="000000"/>
      </a:dk1>
      <a:lt1>
        <a:srgbClr val="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8.xml><?xml version="1.0" encoding="utf-8"?>
<a:theme xmlns:a="http://schemas.openxmlformats.org/drawingml/2006/main" xmlns:r="http://schemas.openxmlformats.org/officeDocument/2006/relationships" name="2_Galleri">
  <a:themeElements>
    <a:clrScheme name="Galleri">
      <a:dk1>
        <a:srgbClr val="000000"/>
      </a:dk1>
      <a:lt1>
        <a:srgbClr val="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9.xml><?xml version="1.0" encoding="utf-8"?>
<a:theme xmlns:a="http://schemas.openxmlformats.org/drawingml/2006/main" xmlns:r="http://schemas.openxmlformats.org/officeDocument/2006/relationships" name="1_Aspekt">
  <a:themeElements>
    <a:clrScheme name="Aspekt">
      <a:dk1>
        <a:srgbClr val="000000"/>
      </a:dk1>
      <a:lt1>
        <a:srgbClr val="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0.xml><?xml version="1.0" encoding="utf-8"?>
<a:theme xmlns:a="http://schemas.openxmlformats.org/drawingml/2006/main" xmlns:r="http://schemas.openxmlformats.org/officeDocument/2006/relationships" name="2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1.xml><?xml version="1.0" encoding="utf-8"?>
<a:theme xmlns:a="http://schemas.openxmlformats.org/drawingml/2006/main" xmlns:r="http://schemas.openxmlformats.org/officeDocument/2006/relationships" name="Papper">
  <a:themeElements>
    <a:clrScheme name="Papper">
      <a:dk1>
        <a:srgbClr val="000000"/>
      </a:dk1>
      <a:lt1>
        <a:srgbClr val="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2.xml><?xml version="1.0" encoding="utf-8"?>
<a:theme xmlns:a="http://schemas.openxmlformats.org/drawingml/2006/main" xmlns:r="http://schemas.openxmlformats.org/officeDocument/2006/relationships" name="2_Urbant">
  <a:themeElements>
    <a:clrScheme name="Gråskala">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3.xml><?xml version="1.0" encoding="utf-8"?>
<a:theme xmlns:a="http://schemas.openxmlformats.org/drawingml/2006/main" xmlns:r="http://schemas.openxmlformats.org/officeDocument/2006/relationships" name="1_Förvaltning">
  <a:themeElements>
    <a:clrScheme name="Förvaltning">
      <a:dk1>
        <a:srgbClr val="000000"/>
      </a:dk1>
      <a:lt1>
        <a:srgbClr val="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4.xml><?xml version="1.0" encoding="utf-8"?>
<a:theme xmlns:a="http://schemas.openxmlformats.org/drawingml/2006/main" xmlns:r="http://schemas.openxmlformats.org/officeDocument/2006/relationships" name="3_Median">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